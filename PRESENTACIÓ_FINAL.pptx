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embeddedFontLst>
    <p:embeddedFont>
      <p:font typeface="Josefin Slab"/>
      <p:regular r:id="rId49"/>
      <p:bold r:id="rId50"/>
      <p:italic r:id="rId51"/>
      <p:boldItalic r:id="rId52"/>
    </p:embeddedFont>
    <p:embeddedFont>
      <p:font typeface="Anton"/>
      <p:regular r:id="rId53"/>
    </p:embeddedFont>
    <p:embeddedFont>
      <p:font typeface="Staatliches"/>
      <p:regular r:id="rId54"/>
    </p:embeddedFont>
    <p:embeddedFont>
      <p:font typeface="Inter"/>
      <p:regular r:id="rId55"/>
      <p:bold r:id="rId56"/>
      <p:italic r:id="rId57"/>
      <p:boldItalic r:id="rId58"/>
    </p:embeddedFont>
    <p:embeddedFont>
      <p:font typeface="Poppins"/>
      <p:regular r:id="rId59"/>
      <p:bold r:id="rId60"/>
      <p:italic r:id="rId61"/>
      <p:boldItalic r:id="rId62"/>
    </p:embeddedFont>
    <p:embeddedFont>
      <p:font typeface="Fjalla One"/>
      <p:regular r:id="rId63"/>
    </p:embeddedFont>
    <p:embeddedFont>
      <p:font typeface="Josefin Sans"/>
      <p:regular r:id="rId64"/>
      <p:bold r:id="rId65"/>
      <p:italic r:id="rId66"/>
      <p:boldItalic r:id="rId67"/>
    </p:embeddedFont>
    <p:embeddedFont>
      <p:font typeface="Poppins Black"/>
      <p:bold r:id="rId68"/>
      <p:boldItalic r:id="rId69"/>
    </p:embeddedFont>
    <p:embeddedFont>
      <p:font typeface="Barlow"/>
      <p:regular r:id="rId70"/>
      <p:bold r:id="rId71"/>
      <p:italic r:id="rId72"/>
      <p:boldItalic r:id="rId73"/>
    </p:embeddedFont>
    <p:embeddedFont>
      <p:font typeface="Poppins ExtraBold"/>
      <p:bold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2D883D-2A6F-460F-AC3E-B5E1A0F1FFFC}">
  <a:tblStyle styleId="{9B2D883D-2A6F-460F-AC3E-B5E1A0F1FF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D0D0D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27E7786-35B9-4DDF-B1B5-6F73B70B837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JosefinSlab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Barlow-boldItalic.fntdata"/><Relationship Id="rId72" Type="http://schemas.openxmlformats.org/officeDocument/2006/relationships/font" Target="fonts/Barlow-italic.fntdata"/><Relationship Id="rId31" Type="http://schemas.openxmlformats.org/officeDocument/2006/relationships/slide" Target="slides/slide25.xml"/><Relationship Id="rId75" Type="http://schemas.openxmlformats.org/officeDocument/2006/relationships/font" Target="fonts/PoppinsExtraBold-boldItalic.fntdata"/><Relationship Id="rId30" Type="http://schemas.openxmlformats.org/officeDocument/2006/relationships/slide" Target="slides/slide24.xml"/><Relationship Id="rId74" Type="http://schemas.openxmlformats.org/officeDocument/2006/relationships/font" Target="fonts/PoppinsExtraBold-bold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Barlow-bold.fntdata"/><Relationship Id="rId70" Type="http://schemas.openxmlformats.org/officeDocument/2006/relationships/font" Target="fonts/Barlow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Poppins-boldItalic.fntdata"/><Relationship Id="rId61" Type="http://schemas.openxmlformats.org/officeDocument/2006/relationships/font" Target="fonts/Poppins-italic.fntdata"/><Relationship Id="rId20" Type="http://schemas.openxmlformats.org/officeDocument/2006/relationships/slide" Target="slides/slide14.xml"/><Relationship Id="rId64" Type="http://schemas.openxmlformats.org/officeDocument/2006/relationships/font" Target="fonts/JosefinSans-regular.fntdata"/><Relationship Id="rId63" Type="http://schemas.openxmlformats.org/officeDocument/2006/relationships/font" Target="fonts/FjallaOne-regular.fntdata"/><Relationship Id="rId22" Type="http://schemas.openxmlformats.org/officeDocument/2006/relationships/slide" Target="slides/slide16.xml"/><Relationship Id="rId66" Type="http://schemas.openxmlformats.org/officeDocument/2006/relationships/font" Target="fonts/JosefinSans-italic.fntdata"/><Relationship Id="rId21" Type="http://schemas.openxmlformats.org/officeDocument/2006/relationships/slide" Target="slides/slide15.xml"/><Relationship Id="rId65" Type="http://schemas.openxmlformats.org/officeDocument/2006/relationships/font" Target="fonts/JosefinSans-bold.fntdata"/><Relationship Id="rId24" Type="http://schemas.openxmlformats.org/officeDocument/2006/relationships/slide" Target="slides/slide18.xml"/><Relationship Id="rId68" Type="http://schemas.openxmlformats.org/officeDocument/2006/relationships/font" Target="fonts/PoppinsBlack-bold.fntdata"/><Relationship Id="rId23" Type="http://schemas.openxmlformats.org/officeDocument/2006/relationships/slide" Target="slides/slide17.xml"/><Relationship Id="rId67" Type="http://schemas.openxmlformats.org/officeDocument/2006/relationships/font" Target="fonts/JosefinSans-boldItalic.fntdata"/><Relationship Id="rId60" Type="http://schemas.openxmlformats.org/officeDocument/2006/relationships/font" Target="fonts/Poppins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PoppinsBlack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JosefinSlab-italic.fntdata"/><Relationship Id="rId50" Type="http://schemas.openxmlformats.org/officeDocument/2006/relationships/font" Target="fonts/JosefinSlab-bold.fntdata"/><Relationship Id="rId53" Type="http://schemas.openxmlformats.org/officeDocument/2006/relationships/font" Target="fonts/Anton-regular.fntdata"/><Relationship Id="rId52" Type="http://schemas.openxmlformats.org/officeDocument/2006/relationships/font" Target="fonts/JosefinSlab-boldItalic.fntdata"/><Relationship Id="rId11" Type="http://schemas.openxmlformats.org/officeDocument/2006/relationships/slide" Target="slides/slide5.xml"/><Relationship Id="rId55" Type="http://schemas.openxmlformats.org/officeDocument/2006/relationships/font" Target="fonts/Inter-regular.fntdata"/><Relationship Id="rId10" Type="http://schemas.openxmlformats.org/officeDocument/2006/relationships/slide" Target="slides/slide4.xml"/><Relationship Id="rId54" Type="http://schemas.openxmlformats.org/officeDocument/2006/relationships/font" Target="fonts/Staatliches-regular.fntdata"/><Relationship Id="rId13" Type="http://schemas.openxmlformats.org/officeDocument/2006/relationships/slide" Target="slides/slide7.xml"/><Relationship Id="rId57" Type="http://schemas.openxmlformats.org/officeDocument/2006/relationships/font" Target="fonts/Inter-italic.fntdata"/><Relationship Id="rId12" Type="http://schemas.openxmlformats.org/officeDocument/2006/relationships/slide" Target="slides/slide6.xml"/><Relationship Id="rId56" Type="http://schemas.openxmlformats.org/officeDocument/2006/relationships/font" Target="fonts/Inter-bold.fntdata"/><Relationship Id="rId15" Type="http://schemas.openxmlformats.org/officeDocument/2006/relationships/slide" Target="slides/slide9.xml"/><Relationship Id="rId59" Type="http://schemas.openxmlformats.org/officeDocument/2006/relationships/font" Target="fonts/Poppins-regular.fntdata"/><Relationship Id="rId14" Type="http://schemas.openxmlformats.org/officeDocument/2006/relationships/slide" Target="slides/slide8.xml"/><Relationship Id="rId58" Type="http://schemas.openxmlformats.org/officeDocument/2006/relationships/font" Target="fonts/Inter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6e393eb295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6e393eb295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dfed3360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dfed3360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e047607cb9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e047607cb9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6327c7807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6327c7807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e0829671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e0829671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e0829671fc_1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2e0829671fc_1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e0829671fc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e0829671fc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e0829671fc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2e0829671fc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e07b681728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e07b681728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e047607cb9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e047607cb9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2e040a2760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2e040a2760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e040a2760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e040a2760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e047607cb9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e047607cb9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e0829671fc_1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e0829671fc_1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e050e0ecee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e050e0ecee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e050e0ecee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e050e0ecee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e050e0ecee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e050e0ecee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2e047607cb9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2e047607cb9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e0829671fc_1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e0829671fc_1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e047607cb9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e047607cb9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e0829671f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2e0829671f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e047607cb9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e047607cb9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e05934da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e05934da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2e0829671fc_1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2e0829671fc_1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e05934da2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e05934da2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2e0829671fc_11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2e0829671fc_1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e05934da2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e05934da2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e0829671fc_11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e0829671fc_11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2e047607cb9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2e047607cb9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2e050e0ecee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2e050e0ecee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6327c7807a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6327c7807a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2e050e0ecee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2e050e0ecee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2e050e0ecee_1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2e050e0ecee_1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2e050e0ecee_1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e050e0ecee_1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2e050e0ecee_1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2e050e0ecee_1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g2e050e0ecee_1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g2e050e0ecee_1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2e07b68172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" name="Google Shape;1698;g2e07b68172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g2e07b68172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" name="Google Shape;1718;g2e07b68172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2e07b68172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2e07b68172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g2e047607cb9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4" name="Google Shape;1754;g2e047607cb9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2e0829671fc_9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7" name="Google Shape;1777;g2e0829671fc_9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g2e0829671fc_1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3" name="Google Shape;1803;g2e0829671fc_1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536850" y="618475"/>
            <a:ext cx="8070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36850" y="1419300"/>
            <a:ext cx="8070300" cy="37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type="ctrTitle"/>
          </p:nvPr>
        </p:nvSpPr>
        <p:spPr>
          <a:xfrm>
            <a:off x="1670500" y="2542250"/>
            <a:ext cx="5797500" cy="11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1670500" y="3740150"/>
            <a:ext cx="5797500" cy="399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3775750" y="877525"/>
            <a:ext cx="1587000" cy="10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18500" y="1526625"/>
            <a:ext cx="7706400" cy="32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bel"/>
              <a:buChar char="●"/>
              <a:defRPr sz="12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4617950" y="3452799"/>
            <a:ext cx="37104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1400">
                <a:solidFill>
                  <a:srgbClr val="2A292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617950" y="1260349"/>
            <a:ext cx="37104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type="ctrTitle"/>
          </p:nvPr>
        </p:nvSpPr>
        <p:spPr>
          <a:xfrm>
            <a:off x="4617950" y="425075"/>
            <a:ext cx="3710400" cy="11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3" type="ctrTitle"/>
          </p:nvPr>
        </p:nvSpPr>
        <p:spPr>
          <a:xfrm>
            <a:off x="4617950" y="2613350"/>
            <a:ext cx="3710400" cy="11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6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30" name="Google Shape;30;p6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6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6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6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6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6"/>
          <p:cNvSpPr txBox="1"/>
          <p:nvPr>
            <p:ph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dk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idx="1" type="subTitle"/>
          </p:nvPr>
        </p:nvSpPr>
        <p:spPr>
          <a:xfrm>
            <a:off x="4121900" y="2652225"/>
            <a:ext cx="4302900" cy="176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400">
                <a:solidFill>
                  <a:srgbClr val="2A2929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type="ctrTitle"/>
          </p:nvPr>
        </p:nvSpPr>
        <p:spPr>
          <a:xfrm>
            <a:off x="4070400" y="472200"/>
            <a:ext cx="4354500" cy="17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3537201" y="1551150"/>
            <a:ext cx="4887600" cy="20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b="1" sz="48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b="1" sz="48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b="1" sz="48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b="1" sz="48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b="1" sz="48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b="1" sz="48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b="1" sz="48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b="1" sz="48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" name="Google Shape;45;p9"/>
          <p:cNvGrpSpPr/>
          <p:nvPr/>
        </p:nvGrpSpPr>
        <p:grpSpPr>
          <a:xfrm>
            <a:off x="314000" y="2020325"/>
            <a:ext cx="8510400" cy="1625025"/>
            <a:chOff x="314000" y="2020325"/>
            <a:chExt cx="8510400" cy="1625025"/>
          </a:xfrm>
        </p:grpSpPr>
        <p:sp>
          <p:nvSpPr>
            <p:cNvPr id="46" name="Google Shape;46;p9"/>
            <p:cNvSpPr/>
            <p:nvPr/>
          </p:nvSpPr>
          <p:spPr>
            <a:xfrm>
              <a:off x="314000" y="2542250"/>
              <a:ext cx="8510400" cy="1103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" name="Google Shape;47;p9"/>
            <p:cNvGrpSpPr/>
            <p:nvPr/>
          </p:nvGrpSpPr>
          <p:grpSpPr>
            <a:xfrm>
              <a:off x="3524825" y="2020325"/>
              <a:ext cx="2076362" cy="641924"/>
              <a:chOff x="3527575" y="0"/>
              <a:chExt cx="2076362" cy="641924"/>
            </a:xfrm>
          </p:grpSpPr>
          <p:sp>
            <p:nvSpPr>
              <p:cNvPr id="48" name="Google Shape;48;p9"/>
              <p:cNvSpPr/>
              <p:nvPr/>
            </p:nvSpPr>
            <p:spPr>
              <a:xfrm>
                <a:off x="3527575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9"/>
              <p:cNvSpPr/>
              <p:nvPr/>
            </p:nvSpPr>
            <p:spPr>
              <a:xfrm>
                <a:off x="3547295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0" name="Google Shape;50;p9"/>
              <p:cNvGrpSpPr/>
              <p:nvPr/>
            </p:nvGrpSpPr>
            <p:grpSpPr>
              <a:xfrm>
                <a:off x="5557050" y="0"/>
                <a:ext cx="46887" cy="641924"/>
                <a:chOff x="2783050" y="0"/>
                <a:chExt cx="46887" cy="641924"/>
              </a:xfrm>
            </p:grpSpPr>
            <p:sp>
              <p:nvSpPr>
                <p:cNvPr id="51" name="Google Shape;51;p9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" name="Google Shape;52;p9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3" name="Google Shape;53;p9"/>
          <p:cNvGrpSpPr/>
          <p:nvPr/>
        </p:nvGrpSpPr>
        <p:grpSpPr>
          <a:xfrm>
            <a:off x="3291400" y="0"/>
            <a:ext cx="2555700" cy="2301750"/>
            <a:chOff x="3294150" y="0"/>
            <a:chExt cx="2555700" cy="2301750"/>
          </a:xfrm>
        </p:grpSpPr>
        <p:sp>
          <p:nvSpPr>
            <p:cNvPr id="54" name="Google Shape;54;p9"/>
            <p:cNvSpPr/>
            <p:nvPr/>
          </p:nvSpPr>
          <p:spPr>
            <a:xfrm>
              <a:off x="3294150" y="363150"/>
              <a:ext cx="2555700" cy="193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9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" name="Google Shape;57;p9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58" name="Google Shape;58;p9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9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0" name="Google Shape;60;p9"/>
          <p:cNvSpPr txBox="1"/>
          <p:nvPr>
            <p:ph type="ctrTitle"/>
          </p:nvPr>
        </p:nvSpPr>
        <p:spPr>
          <a:xfrm>
            <a:off x="1670500" y="2542250"/>
            <a:ext cx="5797500" cy="11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" type="subTitle"/>
          </p:nvPr>
        </p:nvSpPr>
        <p:spPr>
          <a:xfrm>
            <a:off x="1670500" y="3740150"/>
            <a:ext cx="5797500" cy="399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hasCustomPrompt="1" idx="2" type="title"/>
          </p:nvPr>
        </p:nvSpPr>
        <p:spPr>
          <a:xfrm>
            <a:off x="3775750" y="877525"/>
            <a:ext cx="1587000" cy="10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Font typeface="Staatliches"/>
              <a:buNone/>
              <a:defRPr sz="120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" name="Google Shape;65;p10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66" name="Google Shape;66;p10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0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0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0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0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10"/>
          <p:cNvSpPr txBox="1"/>
          <p:nvPr>
            <p:ph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 txBox="1"/>
          <p:nvPr>
            <p:ph hasCustomPrompt="1" type="title"/>
          </p:nvPr>
        </p:nvSpPr>
        <p:spPr>
          <a:xfrm>
            <a:off x="5602101" y="2027700"/>
            <a:ext cx="2822700" cy="59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b="1"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5101175" y="2810794"/>
            <a:ext cx="33237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76" name="Google Shape;76;p11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77" name="Google Shape;77;p11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1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1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1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1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11"/>
          <p:cNvSpPr txBox="1"/>
          <p:nvPr>
            <p:ph idx="2"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713225" y="1378120"/>
            <a:ext cx="18054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2" type="subTitle"/>
          </p:nvPr>
        </p:nvSpPr>
        <p:spPr>
          <a:xfrm>
            <a:off x="3694488" y="1378119"/>
            <a:ext cx="17418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3" type="subTitle"/>
          </p:nvPr>
        </p:nvSpPr>
        <p:spPr>
          <a:xfrm>
            <a:off x="6675742" y="1378119"/>
            <a:ext cx="17418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4" type="subTitle"/>
          </p:nvPr>
        </p:nvSpPr>
        <p:spPr>
          <a:xfrm>
            <a:off x="713225" y="3626850"/>
            <a:ext cx="18054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5" type="subTitle"/>
          </p:nvPr>
        </p:nvSpPr>
        <p:spPr>
          <a:xfrm>
            <a:off x="3694488" y="3626849"/>
            <a:ext cx="17418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6" type="subTitle"/>
          </p:nvPr>
        </p:nvSpPr>
        <p:spPr>
          <a:xfrm>
            <a:off x="6675742" y="3626849"/>
            <a:ext cx="17418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713225" y="876900"/>
            <a:ext cx="1805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7" type="ctrTitle"/>
          </p:nvPr>
        </p:nvSpPr>
        <p:spPr>
          <a:xfrm>
            <a:off x="3694488" y="876910"/>
            <a:ext cx="174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8" type="ctrTitle"/>
          </p:nvPr>
        </p:nvSpPr>
        <p:spPr>
          <a:xfrm>
            <a:off x="6675742" y="876910"/>
            <a:ext cx="174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9" type="ctrTitle"/>
          </p:nvPr>
        </p:nvSpPr>
        <p:spPr>
          <a:xfrm>
            <a:off x="713225" y="3131725"/>
            <a:ext cx="1805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13" type="ctrTitle"/>
          </p:nvPr>
        </p:nvSpPr>
        <p:spPr>
          <a:xfrm>
            <a:off x="3694488" y="3131720"/>
            <a:ext cx="174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14" type="ctrTitle"/>
          </p:nvPr>
        </p:nvSpPr>
        <p:spPr>
          <a:xfrm>
            <a:off x="6675742" y="3131720"/>
            <a:ext cx="174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3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00" name="Google Shape;100;p14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 txBox="1"/>
          <p:nvPr>
            <p:ph idx="2" type="title"/>
          </p:nvPr>
        </p:nvSpPr>
        <p:spPr>
          <a:xfrm>
            <a:off x="1007925" y="3686425"/>
            <a:ext cx="2203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2" name="Google Shape;102;p14"/>
          <p:cNvSpPr txBox="1"/>
          <p:nvPr>
            <p:ph idx="1" type="subTitle"/>
          </p:nvPr>
        </p:nvSpPr>
        <p:spPr>
          <a:xfrm>
            <a:off x="1007925" y="4152355"/>
            <a:ext cx="32328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rgbClr val="2A2929"/>
                </a:solidFill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3" type="title"/>
          </p:nvPr>
        </p:nvSpPr>
        <p:spPr>
          <a:xfrm>
            <a:off x="1007925" y="2569500"/>
            <a:ext cx="2203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4" name="Google Shape;104;p14"/>
          <p:cNvSpPr txBox="1"/>
          <p:nvPr>
            <p:ph idx="4" type="subTitle"/>
          </p:nvPr>
        </p:nvSpPr>
        <p:spPr>
          <a:xfrm>
            <a:off x="1007925" y="3035430"/>
            <a:ext cx="32328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rgbClr val="2A2929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1007925" y="1452575"/>
            <a:ext cx="2203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6" name="Google Shape;106;p14"/>
          <p:cNvSpPr txBox="1"/>
          <p:nvPr>
            <p:ph idx="6" type="subTitle"/>
          </p:nvPr>
        </p:nvSpPr>
        <p:spPr>
          <a:xfrm>
            <a:off x="1007925" y="1918505"/>
            <a:ext cx="32328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2A2929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rgbClr val="2A292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3_1"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 txBox="1"/>
          <p:nvPr>
            <p:ph type="ctrTitle"/>
          </p:nvPr>
        </p:nvSpPr>
        <p:spPr>
          <a:xfrm>
            <a:off x="319500" y="3556325"/>
            <a:ext cx="8505000" cy="5214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1" type="subTitle"/>
          </p:nvPr>
        </p:nvSpPr>
        <p:spPr>
          <a:xfrm>
            <a:off x="1850550" y="1818050"/>
            <a:ext cx="5442900" cy="127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2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 txBox="1"/>
          <p:nvPr>
            <p:ph idx="1" type="subTitle"/>
          </p:nvPr>
        </p:nvSpPr>
        <p:spPr>
          <a:xfrm>
            <a:off x="721496" y="2175450"/>
            <a:ext cx="25665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114" name="Google Shape;114;p16"/>
          <p:cNvSpPr txBox="1"/>
          <p:nvPr>
            <p:ph idx="2" type="subTitle"/>
          </p:nvPr>
        </p:nvSpPr>
        <p:spPr>
          <a:xfrm>
            <a:off x="3289850" y="3172483"/>
            <a:ext cx="2566500" cy="661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15" name="Google Shape;115;p16"/>
          <p:cNvSpPr txBox="1"/>
          <p:nvPr>
            <p:ph idx="3" type="subTitle"/>
          </p:nvPr>
        </p:nvSpPr>
        <p:spPr>
          <a:xfrm>
            <a:off x="5858198" y="2175450"/>
            <a:ext cx="25665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116" name="Google Shape;116;p16"/>
          <p:cNvSpPr txBox="1"/>
          <p:nvPr>
            <p:ph hasCustomPrompt="1" type="title"/>
          </p:nvPr>
        </p:nvSpPr>
        <p:spPr>
          <a:xfrm>
            <a:off x="721496" y="1594700"/>
            <a:ext cx="2566500" cy="69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nton"/>
              <a:buNone/>
              <a:defRPr sz="36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nton"/>
              <a:buNone/>
              <a:defRPr sz="36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nton"/>
              <a:buNone/>
              <a:defRPr sz="36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nton"/>
              <a:buNone/>
              <a:defRPr sz="36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nton"/>
              <a:buNone/>
              <a:defRPr sz="36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nton"/>
              <a:buNone/>
              <a:defRPr sz="36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nton"/>
              <a:buNone/>
              <a:defRPr sz="36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nton"/>
              <a:buNone/>
              <a:defRPr sz="36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16"/>
          <p:cNvSpPr txBox="1"/>
          <p:nvPr>
            <p:ph hasCustomPrompt="1" idx="4" type="title"/>
          </p:nvPr>
        </p:nvSpPr>
        <p:spPr>
          <a:xfrm>
            <a:off x="3289850" y="2571738"/>
            <a:ext cx="2566500" cy="69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7EECE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7EECE"/>
              </a:buClr>
              <a:buSzPts val="3600"/>
              <a:buFont typeface="Anton"/>
              <a:buNone/>
              <a:defRPr sz="3600">
                <a:solidFill>
                  <a:srgbClr val="F7EECE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7EECE"/>
              </a:buClr>
              <a:buSzPts val="3600"/>
              <a:buFont typeface="Anton"/>
              <a:buNone/>
              <a:defRPr sz="3600">
                <a:solidFill>
                  <a:srgbClr val="F7EECE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7EECE"/>
              </a:buClr>
              <a:buSzPts val="3600"/>
              <a:buFont typeface="Anton"/>
              <a:buNone/>
              <a:defRPr sz="3600">
                <a:solidFill>
                  <a:srgbClr val="F7EECE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7EECE"/>
              </a:buClr>
              <a:buSzPts val="3600"/>
              <a:buFont typeface="Anton"/>
              <a:buNone/>
              <a:defRPr sz="3600">
                <a:solidFill>
                  <a:srgbClr val="F7EECE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7EECE"/>
              </a:buClr>
              <a:buSzPts val="3600"/>
              <a:buFont typeface="Anton"/>
              <a:buNone/>
              <a:defRPr sz="3600">
                <a:solidFill>
                  <a:srgbClr val="F7EECE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7EECE"/>
              </a:buClr>
              <a:buSzPts val="3600"/>
              <a:buFont typeface="Anton"/>
              <a:buNone/>
              <a:defRPr sz="3600">
                <a:solidFill>
                  <a:srgbClr val="F7EECE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7EECE"/>
              </a:buClr>
              <a:buSzPts val="3600"/>
              <a:buFont typeface="Anton"/>
              <a:buNone/>
              <a:defRPr sz="3600">
                <a:solidFill>
                  <a:srgbClr val="F7EECE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7EECE"/>
              </a:buClr>
              <a:buSzPts val="3600"/>
              <a:buFont typeface="Anton"/>
              <a:buNone/>
              <a:defRPr sz="3600">
                <a:solidFill>
                  <a:srgbClr val="F7EECE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t>xx%</a:t>
            </a:r>
          </a:p>
        </p:txBody>
      </p:sp>
      <p:sp>
        <p:nvSpPr>
          <p:cNvPr id="118" name="Google Shape;118;p16"/>
          <p:cNvSpPr txBox="1"/>
          <p:nvPr>
            <p:ph hasCustomPrompt="1" idx="5" type="title"/>
          </p:nvPr>
        </p:nvSpPr>
        <p:spPr>
          <a:xfrm>
            <a:off x="5858198" y="1594700"/>
            <a:ext cx="2566500" cy="69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None/>
              <a:defRPr sz="14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None/>
              <a:defRPr sz="14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None/>
              <a:defRPr sz="14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None/>
              <a:defRPr sz="14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None/>
              <a:defRPr sz="14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None/>
              <a:defRPr sz="14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None/>
              <a:defRPr sz="14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None/>
              <a:defRPr sz="14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16"/>
          <p:cNvSpPr txBox="1"/>
          <p:nvPr>
            <p:ph idx="6"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"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1232725" y="2067950"/>
            <a:ext cx="2769300" cy="445500"/>
          </a:xfrm>
          <a:prstGeom prst="rect">
            <a:avLst/>
          </a:prstGeom>
          <a:solidFill>
            <a:schemeClr val="accent6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Josefin Sans"/>
              <a:buNone/>
              <a:defRPr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2" type="subTitle"/>
          </p:nvPr>
        </p:nvSpPr>
        <p:spPr>
          <a:xfrm>
            <a:off x="1022575" y="2459503"/>
            <a:ext cx="3189600" cy="4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00">
                <a:solidFill>
                  <a:srgbClr val="2A292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124" name="Google Shape;124;p17"/>
          <p:cNvSpPr txBox="1"/>
          <p:nvPr>
            <p:ph idx="3" type="subTitle"/>
          </p:nvPr>
        </p:nvSpPr>
        <p:spPr>
          <a:xfrm>
            <a:off x="5158172" y="2066550"/>
            <a:ext cx="2736900" cy="445500"/>
          </a:xfrm>
          <a:prstGeom prst="rect">
            <a:avLst/>
          </a:prstGeom>
          <a:solidFill>
            <a:schemeClr val="accent6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Josefin Sans"/>
              <a:buNone/>
              <a:defRPr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5" name="Google Shape;125;p17"/>
          <p:cNvSpPr txBox="1"/>
          <p:nvPr>
            <p:ph idx="4" type="subTitle"/>
          </p:nvPr>
        </p:nvSpPr>
        <p:spPr>
          <a:xfrm>
            <a:off x="4931822" y="2458097"/>
            <a:ext cx="3189600" cy="4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00">
                <a:solidFill>
                  <a:srgbClr val="2A292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126" name="Google Shape;126;p17"/>
          <p:cNvSpPr txBox="1"/>
          <p:nvPr>
            <p:ph idx="5" type="subTitle"/>
          </p:nvPr>
        </p:nvSpPr>
        <p:spPr>
          <a:xfrm>
            <a:off x="1232725" y="3606450"/>
            <a:ext cx="2769300" cy="445500"/>
          </a:xfrm>
          <a:prstGeom prst="rect">
            <a:avLst/>
          </a:prstGeom>
          <a:solidFill>
            <a:schemeClr val="accent6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Josefin Sans"/>
              <a:buNone/>
              <a:defRPr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7" name="Google Shape;127;p17"/>
          <p:cNvSpPr txBox="1"/>
          <p:nvPr>
            <p:ph idx="6" type="subTitle"/>
          </p:nvPr>
        </p:nvSpPr>
        <p:spPr>
          <a:xfrm>
            <a:off x="1022575" y="4005700"/>
            <a:ext cx="3189600" cy="4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00">
                <a:solidFill>
                  <a:srgbClr val="2A292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128" name="Google Shape;128;p17"/>
          <p:cNvSpPr txBox="1"/>
          <p:nvPr>
            <p:ph idx="7" type="subTitle"/>
          </p:nvPr>
        </p:nvSpPr>
        <p:spPr>
          <a:xfrm>
            <a:off x="5158172" y="3617356"/>
            <a:ext cx="2736900" cy="445500"/>
          </a:xfrm>
          <a:prstGeom prst="rect">
            <a:avLst/>
          </a:prstGeom>
          <a:solidFill>
            <a:schemeClr val="accent6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Josefin Sans"/>
              <a:buNone/>
              <a:defRPr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8" type="subTitle"/>
          </p:nvPr>
        </p:nvSpPr>
        <p:spPr>
          <a:xfrm>
            <a:off x="4950422" y="4016603"/>
            <a:ext cx="3152400" cy="4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00">
                <a:solidFill>
                  <a:srgbClr val="2A292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100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1_1_1_2_1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8"/>
          <p:cNvGrpSpPr/>
          <p:nvPr/>
        </p:nvGrpSpPr>
        <p:grpSpPr>
          <a:xfrm>
            <a:off x="319500" y="1713723"/>
            <a:ext cx="8505000" cy="3006277"/>
            <a:chOff x="319500" y="1713723"/>
            <a:chExt cx="8505000" cy="3006277"/>
          </a:xfrm>
        </p:grpSpPr>
        <p:sp>
          <p:nvSpPr>
            <p:cNvPr id="134" name="Google Shape;134;p18"/>
            <p:cNvSpPr/>
            <p:nvPr/>
          </p:nvSpPr>
          <p:spPr>
            <a:xfrm>
              <a:off x="319500" y="2268700"/>
              <a:ext cx="8505000" cy="2451300"/>
            </a:xfrm>
            <a:prstGeom prst="rect">
              <a:avLst/>
            </a:prstGeom>
            <a:solidFill>
              <a:srgbClr val="F7E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" name="Google Shape;135;p18"/>
            <p:cNvGrpSpPr/>
            <p:nvPr/>
          </p:nvGrpSpPr>
          <p:grpSpPr>
            <a:xfrm>
              <a:off x="552925" y="1713723"/>
              <a:ext cx="8010149" cy="785777"/>
              <a:chOff x="552925" y="1713723"/>
              <a:chExt cx="8010149" cy="785777"/>
            </a:xfrm>
          </p:grpSpPr>
          <p:grpSp>
            <p:nvGrpSpPr>
              <p:cNvPr id="136" name="Google Shape;136;p18"/>
              <p:cNvGrpSpPr/>
              <p:nvPr/>
            </p:nvGrpSpPr>
            <p:grpSpPr>
              <a:xfrm>
                <a:off x="572650" y="1713723"/>
                <a:ext cx="7970600" cy="762335"/>
                <a:chOff x="572650" y="1713723"/>
                <a:chExt cx="7970600" cy="762335"/>
              </a:xfrm>
            </p:grpSpPr>
            <p:sp>
              <p:nvSpPr>
                <p:cNvPr id="137" name="Google Shape;137;p18"/>
                <p:cNvSpPr/>
                <p:nvPr/>
              </p:nvSpPr>
              <p:spPr>
                <a:xfrm>
                  <a:off x="572650" y="1713723"/>
                  <a:ext cx="7343" cy="76233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" name="Google Shape;138;p18"/>
                <p:cNvSpPr/>
                <p:nvPr/>
              </p:nvSpPr>
              <p:spPr>
                <a:xfrm>
                  <a:off x="8535907" y="1713723"/>
                  <a:ext cx="7343" cy="76233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3" y="23835"/>
                      </a:lnTo>
                      <a:lnTo>
                        <a:pt x="28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9" name="Google Shape;139;p18"/>
              <p:cNvSpPr/>
              <p:nvPr/>
            </p:nvSpPr>
            <p:spPr>
              <a:xfrm>
                <a:off x="552925" y="2452586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8"/>
              <p:cNvSpPr/>
              <p:nvPr/>
            </p:nvSpPr>
            <p:spPr>
              <a:xfrm>
                <a:off x="8516187" y="2452586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403" y="1807"/>
                      <a:pt x="1807" y="1403"/>
                      <a:pt x="1807" y="904"/>
                    </a:cubicBezTo>
                    <a:cubicBezTo>
                      <a:pt x="1807" y="405"/>
                      <a:pt x="1403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1" name="Google Shape;141;p18"/>
          <p:cNvSpPr/>
          <p:nvPr/>
        </p:nvSpPr>
        <p:spPr>
          <a:xfrm>
            <a:off x="319500" y="363150"/>
            <a:ext cx="8505000" cy="1457400"/>
          </a:xfrm>
          <a:prstGeom prst="rect">
            <a:avLst/>
          </a:prstGeom>
          <a:solidFill>
            <a:srgbClr val="FCD0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72645" y="0"/>
            <a:ext cx="7343" cy="618485"/>
          </a:xfrm>
          <a:custGeom>
            <a:rect b="b" l="l" r="r" t="t"/>
            <a:pathLst>
              <a:path extrusionOk="0" h="23836" w="283">
                <a:moveTo>
                  <a:pt x="0" y="1"/>
                </a:moveTo>
                <a:lnTo>
                  <a:pt x="0" y="23835"/>
                </a:lnTo>
                <a:lnTo>
                  <a:pt x="282" y="23835"/>
                </a:lnTo>
                <a:lnTo>
                  <a:pt x="282" y="1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8535908" y="0"/>
            <a:ext cx="7343" cy="618485"/>
          </a:xfrm>
          <a:custGeom>
            <a:rect b="b" l="l" r="r" t="t"/>
            <a:pathLst>
              <a:path extrusionOk="0" h="23836" w="283">
                <a:moveTo>
                  <a:pt x="0" y="1"/>
                </a:moveTo>
                <a:lnTo>
                  <a:pt x="0" y="23835"/>
                </a:lnTo>
                <a:lnTo>
                  <a:pt x="283" y="23835"/>
                </a:lnTo>
                <a:lnTo>
                  <a:pt x="283" y="1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552925" y="595011"/>
            <a:ext cx="46887" cy="46913"/>
          </a:xfrm>
          <a:custGeom>
            <a:rect b="b" l="l" r="r" t="t"/>
            <a:pathLst>
              <a:path extrusionOk="0" h="1808" w="1807">
                <a:moveTo>
                  <a:pt x="903" y="283"/>
                </a:moveTo>
                <a:cubicBezTo>
                  <a:pt x="1247" y="283"/>
                  <a:pt x="1524" y="561"/>
                  <a:pt x="1524" y="904"/>
                </a:cubicBezTo>
                <a:cubicBezTo>
                  <a:pt x="1524" y="1247"/>
                  <a:pt x="1247" y="1525"/>
                  <a:pt x="903" y="1525"/>
                </a:cubicBezTo>
                <a:cubicBezTo>
                  <a:pt x="560" y="1525"/>
                  <a:pt x="283" y="1247"/>
                  <a:pt x="283" y="904"/>
                </a:cubicBezTo>
                <a:cubicBezTo>
                  <a:pt x="283" y="561"/>
                  <a:pt x="560" y="283"/>
                  <a:pt x="903" y="283"/>
                </a:cubicBezTo>
                <a:close/>
                <a:moveTo>
                  <a:pt x="903" y="1"/>
                </a:moveTo>
                <a:cubicBezTo>
                  <a:pt x="404" y="1"/>
                  <a:pt x="1" y="405"/>
                  <a:pt x="1" y="904"/>
                </a:cubicBezTo>
                <a:cubicBezTo>
                  <a:pt x="1" y="1403"/>
                  <a:pt x="404" y="1807"/>
                  <a:pt x="903" y="1807"/>
                </a:cubicBezTo>
                <a:cubicBezTo>
                  <a:pt x="1398" y="1807"/>
                  <a:pt x="1806" y="1403"/>
                  <a:pt x="1806" y="904"/>
                </a:cubicBezTo>
                <a:cubicBezTo>
                  <a:pt x="1806" y="405"/>
                  <a:pt x="1398" y="1"/>
                  <a:pt x="903" y="1"/>
                </a:cubicBezTo>
                <a:close/>
              </a:path>
            </a:pathLst>
          </a:custGeom>
          <a:solidFill>
            <a:srgbClr val="0C343D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8516187" y="595011"/>
            <a:ext cx="46887" cy="46913"/>
          </a:xfrm>
          <a:custGeom>
            <a:rect b="b" l="l" r="r" t="t"/>
            <a:pathLst>
              <a:path extrusionOk="0" h="1808" w="1807">
                <a:moveTo>
                  <a:pt x="903" y="283"/>
                </a:moveTo>
                <a:cubicBezTo>
                  <a:pt x="1247" y="283"/>
                  <a:pt x="1524" y="561"/>
                  <a:pt x="1524" y="904"/>
                </a:cubicBezTo>
                <a:cubicBezTo>
                  <a:pt x="1524" y="1247"/>
                  <a:pt x="1247" y="1525"/>
                  <a:pt x="903" y="1525"/>
                </a:cubicBezTo>
                <a:cubicBezTo>
                  <a:pt x="560" y="1525"/>
                  <a:pt x="283" y="1247"/>
                  <a:pt x="283" y="904"/>
                </a:cubicBezTo>
                <a:cubicBezTo>
                  <a:pt x="283" y="561"/>
                  <a:pt x="560" y="283"/>
                  <a:pt x="903" y="283"/>
                </a:cubicBezTo>
                <a:close/>
                <a:moveTo>
                  <a:pt x="903" y="1"/>
                </a:moveTo>
                <a:cubicBezTo>
                  <a:pt x="404" y="1"/>
                  <a:pt x="1" y="405"/>
                  <a:pt x="1" y="904"/>
                </a:cubicBezTo>
                <a:cubicBezTo>
                  <a:pt x="1" y="1403"/>
                  <a:pt x="404" y="1807"/>
                  <a:pt x="903" y="1807"/>
                </a:cubicBezTo>
                <a:cubicBezTo>
                  <a:pt x="1403" y="1807"/>
                  <a:pt x="1807" y="1403"/>
                  <a:pt x="1807" y="904"/>
                </a:cubicBezTo>
                <a:cubicBezTo>
                  <a:pt x="1807" y="405"/>
                  <a:pt x="1403" y="1"/>
                  <a:pt x="903" y="1"/>
                </a:cubicBezTo>
                <a:close/>
              </a:path>
            </a:pathLst>
          </a:custGeom>
          <a:solidFill>
            <a:srgbClr val="0C343D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 txBox="1"/>
          <p:nvPr>
            <p:ph idx="1" type="subTitle"/>
          </p:nvPr>
        </p:nvSpPr>
        <p:spPr>
          <a:xfrm>
            <a:off x="2516700" y="2928300"/>
            <a:ext cx="4099500" cy="100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Josefin Slab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Josefin Slab"/>
              <a:buNone/>
              <a:defRPr sz="1100">
                <a:solidFill>
                  <a:srgbClr val="FFFFFF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Josefin Slab"/>
              <a:buNone/>
              <a:defRPr sz="1100">
                <a:solidFill>
                  <a:srgbClr val="FFFFFF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Josefin Slab"/>
              <a:buNone/>
              <a:defRPr sz="1100">
                <a:solidFill>
                  <a:srgbClr val="FFFFFF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Josefin Slab"/>
              <a:buNone/>
              <a:defRPr sz="1100">
                <a:solidFill>
                  <a:srgbClr val="FFFFFF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Josefin Slab"/>
              <a:buNone/>
              <a:defRPr sz="1100">
                <a:solidFill>
                  <a:srgbClr val="FFFFFF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Josefin Slab"/>
              <a:buNone/>
              <a:defRPr sz="1100">
                <a:solidFill>
                  <a:srgbClr val="FFFFFF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Josefin Slab"/>
              <a:buNone/>
              <a:defRPr sz="1100">
                <a:solidFill>
                  <a:srgbClr val="FFFFFF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Josefin Slab"/>
              <a:buNone/>
              <a:defRPr sz="1100">
                <a:solidFill>
                  <a:srgbClr val="FFFFFF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147" name="Google Shape;147;p18"/>
          <p:cNvSpPr txBox="1"/>
          <p:nvPr>
            <p:ph type="ctrTitle"/>
          </p:nvPr>
        </p:nvSpPr>
        <p:spPr>
          <a:xfrm>
            <a:off x="2604800" y="596700"/>
            <a:ext cx="3934500" cy="100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"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9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150" name="Google Shape;150;p19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9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19"/>
          <p:cNvSpPr txBox="1"/>
          <p:nvPr>
            <p:ph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56" name="Google Shape;156;p19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 txBox="1"/>
          <p:nvPr>
            <p:ph idx="1" type="subTitle"/>
          </p:nvPr>
        </p:nvSpPr>
        <p:spPr>
          <a:xfrm>
            <a:off x="719300" y="2497475"/>
            <a:ext cx="2039100" cy="54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rgbClr val="2A2929"/>
                </a:solidFill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2" type="subTitle"/>
          </p:nvPr>
        </p:nvSpPr>
        <p:spPr>
          <a:xfrm>
            <a:off x="6374443" y="2497475"/>
            <a:ext cx="2039100" cy="54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rgbClr val="2A2929"/>
                </a:solidFill>
              </a:defRPr>
            </a:lvl9pPr>
          </a:lstStyle>
          <a:p/>
        </p:txBody>
      </p:sp>
      <p:sp>
        <p:nvSpPr>
          <p:cNvPr id="159" name="Google Shape;159;p19"/>
          <p:cNvSpPr txBox="1"/>
          <p:nvPr>
            <p:ph idx="3" type="subTitle"/>
          </p:nvPr>
        </p:nvSpPr>
        <p:spPr>
          <a:xfrm>
            <a:off x="3546861" y="3832325"/>
            <a:ext cx="2039100" cy="54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rgbClr val="2A2929"/>
                </a:solidFill>
              </a:defRPr>
            </a:lvl9pPr>
          </a:lstStyle>
          <a:p/>
        </p:txBody>
      </p:sp>
      <p:sp>
        <p:nvSpPr>
          <p:cNvPr id="160" name="Google Shape;160;p19"/>
          <p:cNvSpPr txBox="1"/>
          <p:nvPr>
            <p:ph idx="4" type="subTitle"/>
          </p:nvPr>
        </p:nvSpPr>
        <p:spPr>
          <a:xfrm>
            <a:off x="3546861" y="2497475"/>
            <a:ext cx="2039100" cy="54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rgbClr val="2A2929"/>
                </a:solidFill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5" type="subTitle"/>
          </p:nvPr>
        </p:nvSpPr>
        <p:spPr>
          <a:xfrm>
            <a:off x="719300" y="3832325"/>
            <a:ext cx="2039100" cy="54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rgbClr val="2A2929"/>
                </a:solidFill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6" type="subTitle"/>
          </p:nvPr>
        </p:nvSpPr>
        <p:spPr>
          <a:xfrm>
            <a:off x="6374401" y="3832325"/>
            <a:ext cx="2039100" cy="54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2A292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rgbClr val="2A2929"/>
                </a:solidFill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7" type="subTitle"/>
          </p:nvPr>
        </p:nvSpPr>
        <p:spPr>
          <a:xfrm>
            <a:off x="721500" y="2075375"/>
            <a:ext cx="2039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164" name="Google Shape;164;p19"/>
          <p:cNvSpPr txBox="1"/>
          <p:nvPr>
            <p:ph idx="8" type="subTitle"/>
          </p:nvPr>
        </p:nvSpPr>
        <p:spPr>
          <a:xfrm>
            <a:off x="6372541" y="2075375"/>
            <a:ext cx="2039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9" type="subTitle"/>
          </p:nvPr>
        </p:nvSpPr>
        <p:spPr>
          <a:xfrm>
            <a:off x="3546850" y="3410225"/>
            <a:ext cx="2039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166" name="Google Shape;166;p19"/>
          <p:cNvSpPr txBox="1"/>
          <p:nvPr>
            <p:ph idx="13" type="subTitle"/>
          </p:nvPr>
        </p:nvSpPr>
        <p:spPr>
          <a:xfrm>
            <a:off x="3546850" y="2075375"/>
            <a:ext cx="2039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167" name="Google Shape;167;p19"/>
          <p:cNvSpPr txBox="1"/>
          <p:nvPr>
            <p:ph idx="14" type="subTitle"/>
          </p:nvPr>
        </p:nvSpPr>
        <p:spPr>
          <a:xfrm>
            <a:off x="721500" y="3410225"/>
            <a:ext cx="2039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168" name="Google Shape;168;p19"/>
          <p:cNvSpPr txBox="1"/>
          <p:nvPr>
            <p:ph idx="15" type="subTitle"/>
          </p:nvPr>
        </p:nvSpPr>
        <p:spPr>
          <a:xfrm>
            <a:off x="6372500" y="3410225"/>
            <a:ext cx="2039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2400">
                <a:solidFill>
                  <a:srgbClr val="2A2929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TITLE_1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20"/>
          <p:cNvGrpSpPr/>
          <p:nvPr/>
        </p:nvGrpSpPr>
        <p:grpSpPr>
          <a:xfrm>
            <a:off x="319500" y="0"/>
            <a:ext cx="8505000" cy="1948350"/>
            <a:chOff x="319500" y="0"/>
            <a:chExt cx="8505000" cy="1948350"/>
          </a:xfrm>
        </p:grpSpPr>
        <p:sp>
          <p:nvSpPr>
            <p:cNvPr id="172" name="Google Shape;172;p20"/>
            <p:cNvSpPr/>
            <p:nvPr/>
          </p:nvSpPr>
          <p:spPr>
            <a:xfrm>
              <a:off x="319500" y="363150"/>
              <a:ext cx="8505000" cy="1585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20"/>
          <p:cNvSpPr txBox="1"/>
          <p:nvPr>
            <p:ph type="ctrTitle"/>
          </p:nvPr>
        </p:nvSpPr>
        <p:spPr>
          <a:xfrm>
            <a:off x="536850" y="618475"/>
            <a:ext cx="8070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8" name="Google Shape;178;p20"/>
          <p:cNvSpPr txBox="1"/>
          <p:nvPr/>
        </p:nvSpPr>
        <p:spPr>
          <a:xfrm>
            <a:off x="719300" y="3686000"/>
            <a:ext cx="31056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A2929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lang="en" sz="1000">
                <a:solidFill>
                  <a:srgbClr val="2A2929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rgbClr val="2A2929"/>
                </a:solidFill>
                <a:latin typeface="Barlow"/>
                <a:ea typeface="Barlow"/>
                <a:cs typeface="Barlow"/>
                <a:sym typeface="Barlow"/>
              </a:rPr>
              <a:t>, including icons by </a:t>
            </a:r>
            <a:r>
              <a:rPr lang="en" sz="1000">
                <a:solidFill>
                  <a:srgbClr val="2A2929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rgbClr val="2A2929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lang="en" sz="1000">
                <a:solidFill>
                  <a:srgbClr val="2A2929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000">
              <a:solidFill>
                <a:srgbClr val="2A292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9" name="Google Shape;179;p20"/>
          <p:cNvSpPr txBox="1"/>
          <p:nvPr>
            <p:ph idx="1" type="subTitle"/>
          </p:nvPr>
        </p:nvSpPr>
        <p:spPr>
          <a:xfrm>
            <a:off x="719300" y="2477700"/>
            <a:ext cx="3290100" cy="13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929"/>
              </a:buClr>
              <a:buSzPts val="2800"/>
              <a:buNone/>
              <a:defRPr sz="1400">
                <a:solidFill>
                  <a:srgbClr val="2A292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929"/>
              </a:buClr>
              <a:buSzPts val="2800"/>
              <a:buNone/>
              <a:defRPr sz="2800">
                <a:solidFill>
                  <a:srgbClr val="2A292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929"/>
              </a:buClr>
              <a:buSzPts val="2800"/>
              <a:buNone/>
              <a:defRPr sz="2800">
                <a:solidFill>
                  <a:srgbClr val="2A292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929"/>
              </a:buClr>
              <a:buSzPts val="2800"/>
              <a:buNone/>
              <a:defRPr sz="2800">
                <a:solidFill>
                  <a:srgbClr val="2A292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929"/>
              </a:buClr>
              <a:buSzPts val="2800"/>
              <a:buNone/>
              <a:defRPr sz="2800">
                <a:solidFill>
                  <a:srgbClr val="2A292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929"/>
              </a:buClr>
              <a:buSzPts val="2800"/>
              <a:buNone/>
              <a:defRPr sz="2800">
                <a:solidFill>
                  <a:srgbClr val="2A292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929"/>
              </a:buClr>
              <a:buSzPts val="2800"/>
              <a:buNone/>
              <a:defRPr sz="2800">
                <a:solidFill>
                  <a:srgbClr val="2A292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929"/>
              </a:buClr>
              <a:buSzPts val="2800"/>
              <a:buNone/>
              <a:defRPr sz="2800">
                <a:solidFill>
                  <a:srgbClr val="2A292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929"/>
              </a:buClr>
              <a:buSzPts val="2800"/>
              <a:buNone/>
              <a:defRPr sz="2800">
                <a:solidFill>
                  <a:srgbClr val="2A292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1_1"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/>
          <p:nvPr/>
        </p:nvSpPr>
        <p:spPr>
          <a:xfrm>
            <a:off x="-23100" y="1417525"/>
            <a:ext cx="9190200" cy="3726000"/>
          </a:xfrm>
          <a:prstGeom prst="rect">
            <a:avLst/>
          </a:prstGeom>
          <a:solidFill>
            <a:srgbClr val="B5E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309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2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_1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23"/>
          <p:cNvSpPr txBox="1"/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2" type="title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3F3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92329"/>
              </a:buClr>
              <a:buSzPts val="2800"/>
              <a:buFont typeface="Fjalla One"/>
              <a:buNone/>
              <a:defRPr sz="2800">
                <a:solidFill>
                  <a:srgbClr val="092329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92329"/>
              </a:buClr>
              <a:buSzPts val="2800"/>
              <a:buFont typeface="Fjalla One"/>
              <a:buNone/>
              <a:defRPr sz="2800">
                <a:solidFill>
                  <a:srgbClr val="092329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92329"/>
              </a:buClr>
              <a:buSzPts val="2800"/>
              <a:buFont typeface="Fjalla One"/>
              <a:buNone/>
              <a:defRPr sz="2800">
                <a:solidFill>
                  <a:srgbClr val="092329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92329"/>
              </a:buClr>
              <a:buSzPts val="2800"/>
              <a:buFont typeface="Fjalla One"/>
              <a:buNone/>
              <a:defRPr sz="2800">
                <a:solidFill>
                  <a:srgbClr val="092329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92329"/>
              </a:buClr>
              <a:buSzPts val="2800"/>
              <a:buFont typeface="Fjalla One"/>
              <a:buNone/>
              <a:defRPr sz="2800">
                <a:solidFill>
                  <a:srgbClr val="092329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92329"/>
              </a:buClr>
              <a:buSzPts val="2800"/>
              <a:buFont typeface="Fjalla One"/>
              <a:buNone/>
              <a:defRPr sz="2800">
                <a:solidFill>
                  <a:srgbClr val="092329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92329"/>
              </a:buClr>
              <a:buSzPts val="2800"/>
              <a:buFont typeface="Fjalla One"/>
              <a:buNone/>
              <a:defRPr sz="2800">
                <a:solidFill>
                  <a:srgbClr val="092329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92329"/>
              </a:buClr>
              <a:buSzPts val="2800"/>
              <a:buFont typeface="Fjalla One"/>
              <a:buNone/>
              <a:defRPr sz="2800">
                <a:solidFill>
                  <a:srgbClr val="092329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92329"/>
              </a:buClr>
              <a:buSzPts val="2800"/>
              <a:buFont typeface="Fjalla One"/>
              <a:buNone/>
              <a:defRPr sz="2800">
                <a:solidFill>
                  <a:srgbClr val="092329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2329"/>
              </a:buClr>
              <a:buSzPts val="1800"/>
              <a:buFont typeface="Barlow"/>
              <a:buChar char="●"/>
              <a:defRPr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92329"/>
              </a:buClr>
              <a:buSzPts val="1400"/>
              <a:buFont typeface="Barlow"/>
              <a:buChar char="○"/>
              <a:defRPr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92329"/>
              </a:buClr>
              <a:buSzPts val="1400"/>
              <a:buFont typeface="Barlow"/>
              <a:buChar char="■"/>
              <a:defRPr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92329"/>
              </a:buClr>
              <a:buSzPts val="1400"/>
              <a:buFont typeface="Barlow"/>
              <a:buChar char="●"/>
              <a:defRPr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92329"/>
              </a:buClr>
              <a:buSzPts val="1400"/>
              <a:buFont typeface="Barlow"/>
              <a:buChar char="○"/>
              <a:defRPr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92329"/>
              </a:buClr>
              <a:buSzPts val="1400"/>
              <a:buFont typeface="Barlow"/>
              <a:buChar char="■"/>
              <a:defRPr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92329"/>
              </a:buClr>
              <a:buSzPts val="1400"/>
              <a:buFont typeface="Barlow"/>
              <a:buChar char="●"/>
              <a:defRPr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92329"/>
              </a:buClr>
              <a:buSzPts val="1400"/>
              <a:buFont typeface="Barlow"/>
              <a:buChar char="○"/>
              <a:defRPr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92329"/>
              </a:buClr>
              <a:buSzPts val="1400"/>
              <a:buFont typeface="Barlow"/>
              <a:buChar char="■"/>
              <a:defRPr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hyperlink" Target="http://www.kaggle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/>
          <p:nvPr/>
        </p:nvSpPr>
        <p:spPr>
          <a:xfrm rot="6780025">
            <a:off x="2546359" y="1825328"/>
            <a:ext cx="4384781" cy="5520537"/>
          </a:xfrm>
          <a:prstGeom prst="chord">
            <a:avLst>
              <a:gd fmla="val 2700000" name="adj1"/>
              <a:gd fmla="val 16122190" name="adj2"/>
            </a:avLst>
          </a:prstGeom>
          <a:solidFill>
            <a:srgbClr val="83C3A9">
              <a:alpha val="379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24"/>
          <p:cNvGrpSpPr/>
          <p:nvPr/>
        </p:nvGrpSpPr>
        <p:grpSpPr>
          <a:xfrm>
            <a:off x="319500" y="0"/>
            <a:ext cx="8505000" cy="1948350"/>
            <a:chOff x="319500" y="0"/>
            <a:chExt cx="8505000" cy="1948350"/>
          </a:xfrm>
        </p:grpSpPr>
        <p:sp>
          <p:nvSpPr>
            <p:cNvPr id="195" name="Google Shape;195;p24"/>
            <p:cNvSpPr/>
            <p:nvPr/>
          </p:nvSpPr>
          <p:spPr>
            <a:xfrm>
              <a:off x="319500" y="363150"/>
              <a:ext cx="8505000" cy="1585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4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4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24"/>
          <p:cNvSpPr txBox="1"/>
          <p:nvPr>
            <p:ph idx="1" type="subTitle"/>
          </p:nvPr>
        </p:nvSpPr>
        <p:spPr>
          <a:xfrm>
            <a:off x="294000" y="1350025"/>
            <a:ext cx="8556000" cy="6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By</a:t>
            </a:r>
            <a:r>
              <a:rPr lang="en" sz="1600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 Sam Brumwell, </a:t>
            </a:r>
            <a:r>
              <a:rPr lang="en" sz="1600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Mariona Casasnovas, Sergi Flores, Anna Galstyan, </a:t>
            </a:r>
            <a:r>
              <a:rPr lang="en" sz="1600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Núria López and Joan Riera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1" name="Google Shape;201;p24"/>
          <p:cNvSpPr txBox="1"/>
          <p:nvPr>
            <p:ph type="ctrTitle"/>
          </p:nvPr>
        </p:nvSpPr>
        <p:spPr>
          <a:xfrm>
            <a:off x="536850" y="560025"/>
            <a:ext cx="8070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SUPERMARKET SALES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02" name="Google Shape;202;p24"/>
          <p:cNvGrpSpPr/>
          <p:nvPr/>
        </p:nvGrpSpPr>
        <p:grpSpPr>
          <a:xfrm>
            <a:off x="1226130" y="2372228"/>
            <a:ext cx="6581758" cy="2771271"/>
            <a:chOff x="1226130" y="2372228"/>
            <a:chExt cx="6581758" cy="2771271"/>
          </a:xfrm>
        </p:grpSpPr>
        <p:grpSp>
          <p:nvGrpSpPr>
            <p:cNvPr id="203" name="Google Shape;203;p24"/>
            <p:cNvGrpSpPr/>
            <p:nvPr/>
          </p:nvGrpSpPr>
          <p:grpSpPr>
            <a:xfrm>
              <a:off x="6887360" y="3082240"/>
              <a:ext cx="739266" cy="1280073"/>
              <a:chOff x="6887360" y="2941940"/>
              <a:chExt cx="739266" cy="1280073"/>
            </a:xfrm>
          </p:grpSpPr>
          <p:sp>
            <p:nvSpPr>
              <p:cNvPr id="204" name="Google Shape;204;p24"/>
              <p:cNvSpPr/>
              <p:nvPr/>
            </p:nvSpPr>
            <p:spPr>
              <a:xfrm>
                <a:off x="7242421" y="3003260"/>
                <a:ext cx="200248" cy="1218753"/>
              </a:xfrm>
              <a:custGeom>
                <a:rect b="b" l="l" r="r" t="t"/>
                <a:pathLst>
                  <a:path extrusionOk="0" h="12422" w="2041">
                    <a:moveTo>
                      <a:pt x="115" y="1"/>
                    </a:moveTo>
                    <a:lnTo>
                      <a:pt x="1" y="45"/>
                    </a:lnTo>
                    <a:cubicBezTo>
                      <a:pt x="1796" y="4575"/>
                      <a:pt x="1919" y="12341"/>
                      <a:pt x="1919" y="12421"/>
                    </a:cubicBezTo>
                    <a:lnTo>
                      <a:pt x="2041" y="12417"/>
                    </a:lnTo>
                    <a:cubicBezTo>
                      <a:pt x="2041" y="12341"/>
                      <a:pt x="1919" y="4547"/>
                      <a:pt x="115" y="1"/>
                    </a:cubicBezTo>
                    <a:close/>
                  </a:path>
                </a:pathLst>
              </a:custGeom>
              <a:solidFill>
                <a:srgbClr val="09232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4"/>
              <p:cNvSpPr/>
              <p:nvPr/>
            </p:nvSpPr>
            <p:spPr>
              <a:xfrm>
                <a:off x="7422846" y="3619498"/>
                <a:ext cx="203780" cy="251659"/>
              </a:xfrm>
              <a:custGeom>
                <a:rect b="b" l="l" r="r" t="t"/>
                <a:pathLst>
                  <a:path extrusionOk="0" h="2565" w="2077">
                    <a:moveTo>
                      <a:pt x="1588" y="0"/>
                    </a:moveTo>
                    <a:cubicBezTo>
                      <a:pt x="1537" y="0"/>
                      <a:pt x="1458" y="28"/>
                      <a:pt x="1347" y="90"/>
                    </a:cubicBezTo>
                    <a:cubicBezTo>
                      <a:pt x="163" y="745"/>
                      <a:pt x="1" y="2565"/>
                      <a:pt x="1" y="2565"/>
                    </a:cubicBezTo>
                    <a:cubicBezTo>
                      <a:pt x="1" y="2565"/>
                      <a:pt x="2076" y="0"/>
                      <a:pt x="1588" y="0"/>
                    </a:cubicBezTo>
                    <a:close/>
                  </a:path>
                </a:pathLst>
              </a:custGeom>
              <a:solidFill>
                <a:srgbClr val="83C3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4"/>
              <p:cNvSpPr/>
              <p:nvPr/>
            </p:nvSpPr>
            <p:spPr>
              <a:xfrm>
                <a:off x="7397338" y="3419253"/>
                <a:ext cx="202112" cy="230859"/>
              </a:xfrm>
              <a:custGeom>
                <a:rect b="b" l="l" r="r" t="t"/>
                <a:pathLst>
                  <a:path extrusionOk="0" h="2353" w="2060">
                    <a:moveTo>
                      <a:pt x="1678" y="0"/>
                    </a:moveTo>
                    <a:cubicBezTo>
                      <a:pt x="1637" y="0"/>
                      <a:pt x="1566" y="28"/>
                      <a:pt x="1460" y="90"/>
                    </a:cubicBezTo>
                    <a:cubicBezTo>
                      <a:pt x="383" y="722"/>
                      <a:pt x="1" y="2352"/>
                      <a:pt x="1" y="2352"/>
                    </a:cubicBezTo>
                    <a:cubicBezTo>
                      <a:pt x="1" y="2352"/>
                      <a:pt x="2060" y="0"/>
                      <a:pt x="1678" y="0"/>
                    </a:cubicBezTo>
                    <a:close/>
                  </a:path>
                </a:pathLst>
              </a:custGeom>
              <a:solidFill>
                <a:srgbClr val="83C3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4"/>
              <p:cNvSpPr/>
              <p:nvPr/>
            </p:nvSpPr>
            <p:spPr>
              <a:xfrm>
                <a:off x="7374085" y="3226169"/>
                <a:ext cx="148150" cy="269024"/>
              </a:xfrm>
              <a:custGeom>
                <a:rect b="b" l="l" r="r" t="t"/>
                <a:pathLst>
                  <a:path extrusionOk="0" h="2742" w="1510">
                    <a:moveTo>
                      <a:pt x="1133" y="0"/>
                    </a:moveTo>
                    <a:cubicBezTo>
                      <a:pt x="1085" y="0"/>
                      <a:pt x="1013" y="40"/>
                      <a:pt x="912" y="129"/>
                    </a:cubicBezTo>
                    <a:cubicBezTo>
                      <a:pt x="1" y="922"/>
                      <a:pt x="4" y="2741"/>
                      <a:pt x="4" y="2741"/>
                    </a:cubicBezTo>
                    <a:cubicBezTo>
                      <a:pt x="327" y="2517"/>
                      <a:pt x="1509" y="0"/>
                      <a:pt x="1133" y="0"/>
                    </a:cubicBezTo>
                    <a:close/>
                  </a:path>
                </a:pathLst>
              </a:custGeom>
              <a:solidFill>
                <a:srgbClr val="83C3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4"/>
              <p:cNvSpPr/>
              <p:nvPr/>
            </p:nvSpPr>
            <p:spPr>
              <a:xfrm>
                <a:off x="7329151" y="3064972"/>
                <a:ext cx="123426" cy="217614"/>
              </a:xfrm>
              <a:custGeom>
                <a:rect b="b" l="l" r="r" t="t"/>
                <a:pathLst>
                  <a:path extrusionOk="0" h="2218" w="1258">
                    <a:moveTo>
                      <a:pt x="893" y="1"/>
                    </a:moveTo>
                    <a:cubicBezTo>
                      <a:pt x="869" y="1"/>
                      <a:pt x="840" y="9"/>
                      <a:pt x="805" y="27"/>
                    </a:cubicBezTo>
                    <a:cubicBezTo>
                      <a:pt x="226" y="323"/>
                      <a:pt x="0" y="2217"/>
                      <a:pt x="0" y="2217"/>
                    </a:cubicBezTo>
                    <a:cubicBezTo>
                      <a:pt x="275" y="2077"/>
                      <a:pt x="1257" y="1"/>
                      <a:pt x="893" y="1"/>
                    </a:cubicBezTo>
                    <a:close/>
                  </a:path>
                </a:pathLst>
              </a:custGeom>
              <a:solidFill>
                <a:srgbClr val="83C3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4"/>
              <p:cNvSpPr/>
              <p:nvPr/>
            </p:nvSpPr>
            <p:spPr>
              <a:xfrm>
                <a:off x="7279998" y="2941940"/>
                <a:ext cx="85947" cy="171501"/>
              </a:xfrm>
              <a:custGeom>
                <a:rect b="b" l="l" r="r" t="t"/>
                <a:pathLst>
                  <a:path extrusionOk="0" h="1748" w="876">
                    <a:moveTo>
                      <a:pt x="705" y="1"/>
                    </a:moveTo>
                    <a:cubicBezTo>
                      <a:pt x="668" y="1"/>
                      <a:pt x="605" y="61"/>
                      <a:pt x="514" y="204"/>
                    </a:cubicBezTo>
                    <a:cubicBezTo>
                      <a:pt x="0" y="993"/>
                      <a:pt x="64" y="1747"/>
                      <a:pt x="64" y="1747"/>
                    </a:cubicBezTo>
                    <a:cubicBezTo>
                      <a:pt x="530" y="1252"/>
                      <a:pt x="876" y="1"/>
                      <a:pt x="705" y="1"/>
                    </a:cubicBezTo>
                    <a:close/>
                  </a:path>
                </a:pathLst>
              </a:custGeom>
              <a:solidFill>
                <a:srgbClr val="83C3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4"/>
              <p:cNvSpPr/>
              <p:nvPr/>
            </p:nvSpPr>
            <p:spPr>
              <a:xfrm>
                <a:off x="7090939" y="2952144"/>
                <a:ext cx="162474" cy="89675"/>
              </a:xfrm>
              <a:custGeom>
                <a:rect b="b" l="l" r="r" t="t"/>
                <a:pathLst>
                  <a:path extrusionOk="0" h="914" w="1656">
                    <a:moveTo>
                      <a:pt x="669" y="1"/>
                    </a:moveTo>
                    <a:cubicBezTo>
                      <a:pt x="0" y="1"/>
                      <a:pt x="1175" y="886"/>
                      <a:pt x="1655" y="913"/>
                    </a:cubicBezTo>
                    <a:cubicBezTo>
                      <a:pt x="1655" y="913"/>
                      <a:pt x="1410" y="25"/>
                      <a:pt x="692" y="1"/>
                    </a:cubicBezTo>
                    <a:cubicBezTo>
                      <a:pt x="684" y="1"/>
                      <a:pt x="677" y="1"/>
                      <a:pt x="669" y="1"/>
                    </a:cubicBezTo>
                    <a:close/>
                  </a:path>
                </a:pathLst>
              </a:custGeom>
              <a:solidFill>
                <a:srgbClr val="83C3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4"/>
              <p:cNvSpPr/>
              <p:nvPr/>
            </p:nvSpPr>
            <p:spPr>
              <a:xfrm>
                <a:off x="7089565" y="3107945"/>
                <a:ext cx="219576" cy="95562"/>
              </a:xfrm>
              <a:custGeom>
                <a:rect b="b" l="l" r="r" t="t"/>
                <a:pathLst>
                  <a:path extrusionOk="0" h="974" w="2238">
                    <a:moveTo>
                      <a:pt x="803" y="1"/>
                    </a:moveTo>
                    <a:cubicBezTo>
                      <a:pt x="757" y="1"/>
                      <a:pt x="711" y="6"/>
                      <a:pt x="666" y="16"/>
                    </a:cubicBezTo>
                    <a:cubicBezTo>
                      <a:pt x="0" y="168"/>
                      <a:pt x="1380" y="974"/>
                      <a:pt x="2155" y="974"/>
                    </a:cubicBezTo>
                    <a:cubicBezTo>
                      <a:pt x="2183" y="974"/>
                      <a:pt x="2211" y="973"/>
                      <a:pt x="2238" y="970"/>
                    </a:cubicBezTo>
                    <a:cubicBezTo>
                      <a:pt x="2238" y="970"/>
                      <a:pt x="1464" y="1"/>
                      <a:pt x="803" y="1"/>
                    </a:cubicBezTo>
                    <a:close/>
                  </a:path>
                </a:pathLst>
              </a:custGeom>
              <a:solidFill>
                <a:srgbClr val="83C3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4"/>
              <p:cNvSpPr/>
              <p:nvPr/>
            </p:nvSpPr>
            <p:spPr>
              <a:xfrm>
                <a:off x="7126945" y="3272674"/>
                <a:ext cx="220851" cy="117931"/>
              </a:xfrm>
              <a:custGeom>
                <a:rect b="b" l="l" r="r" t="t"/>
                <a:pathLst>
                  <a:path extrusionOk="0" h="1202" w="2251">
                    <a:moveTo>
                      <a:pt x="752" y="0"/>
                    </a:moveTo>
                    <a:cubicBezTo>
                      <a:pt x="0" y="0"/>
                      <a:pt x="586" y="698"/>
                      <a:pt x="2251" y="1202"/>
                    </a:cubicBezTo>
                    <a:cubicBezTo>
                      <a:pt x="2251" y="1202"/>
                      <a:pt x="1655" y="38"/>
                      <a:pt x="815" y="2"/>
                    </a:cubicBezTo>
                    <a:cubicBezTo>
                      <a:pt x="793" y="1"/>
                      <a:pt x="772" y="0"/>
                      <a:pt x="752" y="0"/>
                    </a:cubicBezTo>
                    <a:close/>
                  </a:path>
                </a:pathLst>
              </a:custGeom>
              <a:solidFill>
                <a:srgbClr val="83C3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24"/>
              <p:cNvSpPr/>
              <p:nvPr/>
            </p:nvSpPr>
            <p:spPr>
              <a:xfrm>
                <a:off x="7090350" y="3435147"/>
                <a:ext cx="295122" cy="139025"/>
              </a:xfrm>
              <a:custGeom>
                <a:rect b="b" l="l" r="r" t="t"/>
                <a:pathLst>
                  <a:path extrusionOk="0" h="1417" w="3008">
                    <a:moveTo>
                      <a:pt x="1029" y="0"/>
                    </a:moveTo>
                    <a:cubicBezTo>
                      <a:pt x="1004" y="0"/>
                      <a:pt x="979" y="1"/>
                      <a:pt x="955" y="3"/>
                    </a:cubicBezTo>
                    <a:cubicBezTo>
                      <a:pt x="0" y="87"/>
                      <a:pt x="1946" y="1258"/>
                      <a:pt x="3007" y="1416"/>
                    </a:cubicBezTo>
                    <a:cubicBezTo>
                      <a:pt x="3007" y="1416"/>
                      <a:pt x="1969" y="0"/>
                      <a:pt x="1029" y="0"/>
                    </a:cubicBezTo>
                    <a:close/>
                  </a:path>
                </a:pathLst>
              </a:custGeom>
              <a:solidFill>
                <a:srgbClr val="83C3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4"/>
              <p:cNvSpPr/>
              <p:nvPr/>
            </p:nvSpPr>
            <p:spPr>
              <a:xfrm>
                <a:off x="7139209" y="3640984"/>
                <a:ext cx="271772" cy="137652"/>
              </a:xfrm>
              <a:custGeom>
                <a:rect b="b" l="l" r="r" t="t"/>
                <a:pathLst>
                  <a:path extrusionOk="0" h="1403" w="2770">
                    <a:moveTo>
                      <a:pt x="720" y="1"/>
                    </a:moveTo>
                    <a:cubicBezTo>
                      <a:pt x="0" y="1"/>
                      <a:pt x="1042" y="1000"/>
                      <a:pt x="2770" y="1402"/>
                    </a:cubicBezTo>
                    <a:cubicBezTo>
                      <a:pt x="2770" y="1402"/>
                      <a:pt x="1790" y="123"/>
                      <a:pt x="843" y="9"/>
                    </a:cubicBezTo>
                    <a:cubicBezTo>
                      <a:pt x="798" y="4"/>
                      <a:pt x="756" y="1"/>
                      <a:pt x="720" y="1"/>
                    </a:cubicBezTo>
                    <a:close/>
                  </a:path>
                </a:pathLst>
              </a:custGeom>
              <a:solidFill>
                <a:srgbClr val="83C3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4"/>
              <p:cNvSpPr/>
              <p:nvPr/>
            </p:nvSpPr>
            <p:spPr>
              <a:xfrm>
                <a:off x="6887360" y="3373925"/>
                <a:ext cx="447393" cy="585143"/>
              </a:xfrm>
              <a:custGeom>
                <a:rect b="b" l="l" r="r" t="t"/>
                <a:pathLst>
                  <a:path extrusionOk="0" h="5964" w="4560">
                    <a:moveTo>
                      <a:pt x="1" y="773"/>
                    </a:moveTo>
                    <a:lnTo>
                      <a:pt x="1" y="773"/>
                    </a:lnTo>
                    <a:cubicBezTo>
                      <a:pt x="530" y="2738"/>
                      <a:pt x="3446" y="5659"/>
                      <a:pt x="3387" y="5840"/>
                    </a:cubicBezTo>
                    <a:lnTo>
                      <a:pt x="4106" y="5916"/>
                    </a:lnTo>
                    <a:lnTo>
                      <a:pt x="4106" y="5916"/>
                    </a:lnTo>
                    <a:cubicBezTo>
                      <a:pt x="3842" y="5446"/>
                      <a:pt x="1656" y="1625"/>
                      <a:pt x="1" y="773"/>
                    </a:cubicBezTo>
                    <a:close/>
                    <a:moveTo>
                      <a:pt x="4106" y="5916"/>
                    </a:moveTo>
                    <a:cubicBezTo>
                      <a:pt x="4124" y="5947"/>
                      <a:pt x="4133" y="5964"/>
                      <a:pt x="4133" y="5964"/>
                    </a:cubicBezTo>
                    <a:cubicBezTo>
                      <a:pt x="4133" y="5964"/>
                      <a:pt x="4125" y="5947"/>
                      <a:pt x="4109" y="5916"/>
                    </a:cubicBezTo>
                    <a:lnTo>
                      <a:pt x="4109" y="5916"/>
                    </a:lnTo>
                    <a:lnTo>
                      <a:pt x="4106" y="5916"/>
                    </a:lnTo>
                    <a:close/>
                    <a:moveTo>
                      <a:pt x="1461" y="0"/>
                    </a:moveTo>
                    <a:lnTo>
                      <a:pt x="1461" y="0"/>
                    </a:lnTo>
                    <a:cubicBezTo>
                      <a:pt x="1699" y="1151"/>
                      <a:pt x="3857" y="5419"/>
                      <a:pt x="4109" y="5916"/>
                    </a:cubicBezTo>
                    <a:lnTo>
                      <a:pt x="4109" y="5916"/>
                    </a:lnTo>
                    <a:lnTo>
                      <a:pt x="4559" y="5964"/>
                    </a:lnTo>
                    <a:cubicBezTo>
                      <a:pt x="4559" y="5964"/>
                      <a:pt x="3099" y="1228"/>
                      <a:pt x="1461" y="0"/>
                    </a:cubicBezTo>
                    <a:close/>
                  </a:path>
                </a:pathLst>
              </a:custGeom>
              <a:solidFill>
                <a:srgbClr val="57BF8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6" name="Google Shape;216;p24"/>
            <p:cNvGrpSpPr/>
            <p:nvPr/>
          </p:nvGrpSpPr>
          <p:grpSpPr>
            <a:xfrm>
              <a:off x="6624299" y="3909024"/>
              <a:ext cx="1183589" cy="1135687"/>
              <a:chOff x="6624299" y="3768724"/>
              <a:chExt cx="1183589" cy="1135687"/>
            </a:xfrm>
          </p:grpSpPr>
          <p:sp>
            <p:nvSpPr>
              <p:cNvPr id="217" name="Google Shape;217;p24"/>
              <p:cNvSpPr/>
              <p:nvPr/>
            </p:nvSpPr>
            <p:spPr>
              <a:xfrm>
                <a:off x="6624299" y="3768724"/>
                <a:ext cx="1183589" cy="1135687"/>
              </a:xfrm>
              <a:custGeom>
                <a:rect b="b" l="l" r="r" t="t"/>
                <a:pathLst>
                  <a:path extrusionOk="0" h="16818" w="17528">
                    <a:moveTo>
                      <a:pt x="6461" y="1"/>
                    </a:moveTo>
                    <a:lnTo>
                      <a:pt x="6181" y="995"/>
                    </a:lnTo>
                    <a:cubicBezTo>
                      <a:pt x="3904" y="1986"/>
                      <a:pt x="379" y="8178"/>
                      <a:pt x="0" y="15230"/>
                    </a:cubicBezTo>
                    <a:cubicBezTo>
                      <a:pt x="2013" y="15905"/>
                      <a:pt x="8158" y="16552"/>
                      <a:pt x="8588" y="16552"/>
                    </a:cubicBezTo>
                    <a:cubicBezTo>
                      <a:pt x="8588" y="16552"/>
                      <a:pt x="9016" y="16817"/>
                      <a:pt x="10035" y="16817"/>
                    </a:cubicBezTo>
                    <a:cubicBezTo>
                      <a:pt x="10544" y="16817"/>
                      <a:pt x="11201" y="16751"/>
                      <a:pt x="12025" y="16552"/>
                    </a:cubicBezTo>
                    <a:cubicBezTo>
                      <a:pt x="16197" y="13758"/>
                      <a:pt x="16927" y="4369"/>
                      <a:pt x="16927" y="4369"/>
                    </a:cubicBezTo>
                    <a:lnTo>
                      <a:pt x="17527" y="3265"/>
                    </a:lnTo>
                    <a:lnTo>
                      <a:pt x="646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4"/>
              <p:cNvSpPr/>
              <p:nvPr/>
            </p:nvSpPr>
            <p:spPr>
              <a:xfrm>
                <a:off x="7041621" y="3835914"/>
                <a:ext cx="740351" cy="1068159"/>
              </a:xfrm>
              <a:custGeom>
                <a:rect b="b" l="l" r="r" t="t"/>
                <a:pathLst>
                  <a:path extrusionOk="0" h="15818" w="10964">
                    <a:moveTo>
                      <a:pt x="1" y="0"/>
                    </a:moveTo>
                    <a:lnTo>
                      <a:pt x="2672" y="880"/>
                    </a:lnTo>
                    <a:lnTo>
                      <a:pt x="5352" y="1753"/>
                    </a:lnTo>
                    <a:cubicBezTo>
                      <a:pt x="7079" y="2312"/>
                      <a:pt x="8810" y="2855"/>
                      <a:pt x="10537" y="3403"/>
                    </a:cubicBezTo>
                    <a:lnTo>
                      <a:pt x="10537" y="3403"/>
                    </a:lnTo>
                    <a:cubicBezTo>
                      <a:pt x="9540" y="4087"/>
                      <a:pt x="8613" y="4859"/>
                      <a:pt x="7744" y="5699"/>
                    </a:cubicBezTo>
                    <a:cubicBezTo>
                      <a:pt x="6832" y="6579"/>
                      <a:pt x="5987" y="7538"/>
                      <a:pt x="5277" y="8596"/>
                    </a:cubicBezTo>
                    <a:cubicBezTo>
                      <a:pt x="4922" y="9124"/>
                      <a:pt x="4614" y="9685"/>
                      <a:pt x="4354" y="10265"/>
                    </a:cubicBezTo>
                    <a:cubicBezTo>
                      <a:pt x="4089" y="10845"/>
                      <a:pt x="3876" y="11449"/>
                      <a:pt x="3754" y="12073"/>
                    </a:cubicBezTo>
                    <a:cubicBezTo>
                      <a:pt x="3623" y="12696"/>
                      <a:pt x="3576" y="13335"/>
                      <a:pt x="3623" y="13971"/>
                    </a:cubicBezTo>
                    <a:cubicBezTo>
                      <a:pt x="3679" y="14606"/>
                      <a:pt x="3825" y="15226"/>
                      <a:pt x="4046" y="15818"/>
                    </a:cubicBezTo>
                    <a:cubicBezTo>
                      <a:pt x="3845" y="15218"/>
                      <a:pt x="3714" y="14598"/>
                      <a:pt x="3679" y="13967"/>
                    </a:cubicBezTo>
                    <a:cubicBezTo>
                      <a:pt x="3652" y="13335"/>
                      <a:pt x="3723" y="12708"/>
                      <a:pt x="3856" y="12096"/>
                    </a:cubicBezTo>
                    <a:cubicBezTo>
                      <a:pt x="3987" y="11481"/>
                      <a:pt x="4212" y="10889"/>
                      <a:pt x="4476" y="10321"/>
                    </a:cubicBezTo>
                    <a:cubicBezTo>
                      <a:pt x="4745" y="9752"/>
                      <a:pt x="5060" y="9208"/>
                      <a:pt x="5419" y="8690"/>
                    </a:cubicBezTo>
                    <a:cubicBezTo>
                      <a:pt x="6126" y="7649"/>
                      <a:pt x="6967" y="6701"/>
                      <a:pt x="7874" y="5833"/>
                    </a:cubicBezTo>
                    <a:cubicBezTo>
                      <a:pt x="8332" y="5399"/>
                      <a:pt x="8805" y="4984"/>
                      <a:pt x="9295" y="4586"/>
                    </a:cubicBezTo>
                    <a:cubicBezTo>
                      <a:pt x="9780" y="4188"/>
                      <a:pt x="10282" y="3800"/>
                      <a:pt x="10803" y="3454"/>
                    </a:cubicBezTo>
                    <a:lnTo>
                      <a:pt x="10964" y="3343"/>
                    </a:lnTo>
                    <a:lnTo>
                      <a:pt x="10779" y="3284"/>
                    </a:lnTo>
                    <a:cubicBezTo>
                      <a:pt x="8983" y="2727"/>
                      <a:pt x="7191" y="2163"/>
                      <a:pt x="5396" y="1622"/>
                    </a:cubicBezTo>
                    <a:lnTo>
                      <a:pt x="2700" y="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24"/>
              <p:cNvSpPr/>
              <p:nvPr/>
            </p:nvSpPr>
            <p:spPr>
              <a:xfrm>
                <a:off x="6946271" y="3962191"/>
                <a:ext cx="539124" cy="246613"/>
              </a:xfrm>
              <a:custGeom>
                <a:rect b="b" l="l" r="r" t="t"/>
                <a:pathLst>
                  <a:path extrusionOk="0" h="3652" w="7984">
                    <a:moveTo>
                      <a:pt x="722" y="1"/>
                    </a:moveTo>
                    <a:lnTo>
                      <a:pt x="0" y="1287"/>
                    </a:lnTo>
                    <a:lnTo>
                      <a:pt x="6788" y="3651"/>
                    </a:lnTo>
                    <a:lnTo>
                      <a:pt x="7984" y="2176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24"/>
            <p:cNvGrpSpPr/>
            <p:nvPr/>
          </p:nvGrpSpPr>
          <p:grpSpPr>
            <a:xfrm>
              <a:off x="6047342" y="3566591"/>
              <a:ext cx="748667" cy="1466372"/>
              <a:chOff x="6047342" y="3426291"/>
              <a:chExt cx="748667" cy="1466372"/>
            </a:xfrm>
          </p:grpSpPr>
          <p:sp>
            <p:nvSpPr>
              <p:cNvPr id="221" name="Google Shape;221;p24"/>
              <p:cNvSpPr/>
              <p:nvPr/>
            </p:nvSpPr>
            <p:spPr>
              <a:xfrm>
                <a:off x="6047342" y="3437770"/>
                <a:ext cx="423521" cy="1454892"/>
              </a:xfrm>
              <a:custGeom>
                <a:rect b="b" l="l" r="r" t="t"/>
                <a:pathLst>
                  <a:path extrusionOk="0" h="21545" w="6272">
                    <a:moveTo>
                      <a:pt x="2017" y="0"/>
                    </a:moveTo>
                    <a:lnTo>
                      <a:pt x="2017" y="4653"/>
                    </a:lnTo>
                    <a:cubicBezTo>
                      <a:pt x="462" y="5268"/>
                      <a:pt x="1" y="6563"/>
                      <a:pt x="1" y="7676"/>
                    </a:cubicBezTo>
                    <a:lnTo>
                      <a:pt x="1" y="20423"/>
                    </a:lnTo>
                    <a:cubicBezTo>
                      <a:pt x="1" y="21043"/>
                      <a:pt x="502" y="21544"/>
                      <a:pt x="1121" y="21544"/>
                    </a:cubicBezTo>
                    <a:lnTo>
                      <a:pt x="5151" y="21544"/>
                    </a:lnTo>
                    <a:cubicBezTo>
                      <a:pt x="5770" y="21544"/>
                      <a:pt x="6271" y="21043"/>
                      <a:pt x="6271" y="20423"/>
                    </a:cubicBezTo>
                    <a:lnTo>
                      <a:pt x="6271" y="7676"/>
                    </a:lnTo>
                    <a:cubicBezTo>
                      <a:pt x="6271" y="6563"/>
                      <a:pt x="5921" y="5048"/>
                      <a:pt x="4255" y="4653"/>
                    </a:cubicBezTo>
                    <a:lnTo>
                      <a:pt x="425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24"/>
              <p:cNvSpPr/>
              <p:nvPr/>
            </p:nvSpPr>
            <p:spPr>
              <a:xfrm>
                <a:off x="6171525" y="3426291"/>
                <a:ext cx="175161" cy="41665"/>
              </a:xfrm>
              <a:custGeom>
                <a:rect b="b" l="l" r="r" t="t"/>
                <a:pathLst>
                  <a:path extrusionOk="0" h="617" w="2594">
                    <a:moveTo>
                      <a:pt x="33" y="1"/>
                    </a:moveTo>
                    <a:cubicBezTo>
                      <a:pt x="13" y="1"/>
                      <a:pt x="0" y="12"/>
                      <a:pt x="0" y="32"/>
                    </a:cubicBezTo>
                    <a:lnTo>
                      <a:pt x="0" y="616"/>
                    </a:lnTo>
                    <a:lnTo>
                      <a:pt x="2594" y="616"/>
                    </a:lnTo>
                    <a:lnTo>
                      <a:pt x="2594" y="32"/>
                    </a:lnTo>
                    <a:cubicBezTo>
                      <a:pt x="2594" y="12"/>
                      <a:pt x="2581" y="1"/>
                      <a:pt x="2561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4"/>
              <p:cNvSpPr/>
              <p:nvPr/>
            </p:nvSpPr>
            <p:spPr>
              <a:xfrm>
                <a:off x="6174429" y="3453774"/>
                <a:ext cx="27550" cy="14181"/>
              </a:xfrm>
              <a:custGeom>
                <a:rect b="b" l="l" r="r" t="t"/>
                <a:pathLst>
                  <a:path extrusionOk="0" h="210" w="408">
                    <a:moveTo>
                      <a:pt x="206" y="0"/>
                    </a:moveTo>
                    <a:cubicBezTo>
                      <a:pt x="92" y="0"/>
                      <a:pt x="1" y="91"/>
                      <a:pt x="1" y="201"/>
                    </a:cubicBezTo>
                    <a:lnTo>
                      <a:pt x="1" y="209"/>
                    </a:lnTo>
                    <a:lnTo>
                      <a:pt x="407" y="209"/>
                    </a:lnTo>
                    <a:lnTo>
                      <a:pt x="407" y="201"/>
                    </a:lnTo>
                    <a:cubicBezTo>
                      <a:pt x="407" y="91"/>
                      <a:pt x="316" y="0"/>
                      <a:pt x="206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4"/>
              <p:cNvSpPr/>
              <p:nvPr/>
            </p:nvSpPr>
            <p:spPr>
              <a:xfrm>
                <a:off x="6202993" y="3453774"/>
                <a:ext cx="27213" cy="14181"/>
              </a:xfrm>
              <a:custGeom>
                <a:rect b="b" l="l" r="r" t="t"/>
                <a:pathLst>
                  <a:path extrusionOk="0" h="210" w="403">
                    <a:moveTo>
                      <a:pt x="201" y="0"/>
                    </a:moveTo>
                    <a:cubicBezTo>
                      <a:pt x="91" y="0"/>
                      <a:pt x="0" y="91"/>
                      <a:pt x="0" y="201"/>
                    </a:cubicBezTo>
                    <a:lnTo>
                      <a:pt x="0" y="209"/>
                    </a:lnTo>
                    <a:lnTo>
                      <a:pt x="403" y="209"/>
                    </a:lnTo>
                    <a:lnTo>
                      <a:pt x="403" y="201"/>
                    </a:lnTo>
                    <a:cubicBezTo>
                      <a:pt x="403" y="91"/>
                      <a:pt x="312" y="0"/>
                      <a:pt x="201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4"/>
              <p:cNvSpPr/>
              <p:nvPr/>
            </p:nvSpPr>
            <p:spPr>
              <a:xfrm>
                <a:off x="6231288" y="3453774"/>
                <a:ext cx="27483" cy="14181"/>
              </a:xfrm>
              <a:custGeom>
                <a:rect b="b" l="l" r="r" t="t"/>
                <a:pathLst>
                  <a:path extrusionOk="0" h="210" w="407">
                    <a:moveTo>
                      <a:pt x="201" y="0"/>
                    </a:moveTo>
                    <a:cubicBezTo>
                      <a:pt x="90" y="0"/>
                      <a:pt x="0" y="91"/>
                      <a:pt x="0" y="201"/>
                    </a:cubicBezTo>
                    <a:lnTo>
                      <a:pt x="0" y="209"/>
                    </a:lnTo>
                    <a:lnTo>
                      <a:pt x="406" y="209"/>
                    </a:lnTo>
                    <a:lnTo>
                      <a:pt x="406" y="201"/>
                    </a:lnTo>
                    <a:cubicBezTo>
                      <a:pt x="406" y="91"/>
                      <a:pt x="315" y="0"/>
                      <a:pt x="201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24"/>
              <p:cNvSpPr/>
              <p:nvPr/>
            </p:nvSpPr>
            <p:spPr>
              <a:xfrm>
                <a:off x="6259447" y="3453774"/>
                <a:ext cx="27550" cy="14181"/>
              </a:xfrm>
              <a:custGeom>
                <a:rect b="b" l="l" r="r" t="t"/>
                <a:pathLst>
                  <a:path extrusionOk="0" h="210" w="408">
                    <a:moveTo>
                      <a:pt x="206" y="0"/>
                    </a:moveTo>
                    <a:cubicBezTo>
                      <a:pt x="92" y="0"/>
                      <a:pt x="1" y="91"/>
                      <a:pt x="1" y="201"/>
                    </a:cubicBezTo>
                    <a:lnTo>
                      <a:pt x="1" y="209"/>
                    </a:lnTo>
                    <a:lnTo>
                      <a:pt x="407" y="209"/>
                    </a:lnTo>
                    <a:lnTo>
                      <a:pt x="407" y="201"/>
                    </a:lnTo>
                    <a:cubicBezTo>
                      <a:pt x="407" y="91"/>
                      <a:pt x="317" y="0"/>
                      <a:pt x="206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4"/>
              <p:cNvSpPr/>
              <p:nvPr/>
            </p:nvSpPr>
            <p:spPr>
              <a:xfrm>
                <a:off x="6288011" y="3453774"/>
                <a:ext cx="27213" cy="14181"/>
              </a:xfrm>
              <a:custGeom>
                <a:rect b="b" l="l" r="r" t="t"/>
                <a:pathLst>
                  <a:path extrusionOk="0" h="210" w="403">
                    <a:moveTo>
                      <a:pt x="202" y="0"/>
                    </a:moveTo>
                    <a:cubicBezTo>
                      <a:pt x="91" y="0"/>
                      <a:pt x="0" y="91"/>
                      <a:pt x="0" y="201"/>
                    </a:cubicBezTo>
                    <a:lnTo>
                      <a:pt x="0" y="209"/>
                    </a:lnTo>
                    <a:lnTo>
                      <a:pt x="403" y="209"/>
                    </a:lnTo>
                    <a:lnTo>
                      <a:pt x="403" y="201"/>
                    </a:lnTo>
                    <a:cubicBezTo>
                      <a:pt x="403" y="91"/>
                      <a:pt x="312" y="0"/>
                      <a:pt x="202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4"/>
              <p:cNvSpPr/>
              <p:nvPr/>
            </p:nvSpPr>
            <p:spPr>
              <a:xfrm>
                <a:off x="6316237" y="3453774"/>
                <a:ext cx="27550" cy="14181"/>
              </a:xfrm>
              <a:custGeom>
                <a:rect b="b" l="l" r="r" t="t"/>
                <a:pathLst>
                  <a:path extrusionOk="0" h="210" w="408">
                    <a:moveTo>
                      <a:pt x="202" y="0"/>
                    </a:moveTo>
                    <a:cubicBezTo>
                      <a:pt x="92" y="0"/>
                      <a:pt x="1" y="91"/>
                      <a:pt x="1" y="201"/>
                    </a:cubicBezTo>
                    <a:lnTo>
                      <a:pt x="1" y="209"/>
                    </a:lnTo>
                    <a:lnTo>
                      <a:pt x="407" y="209"/>
                    </a:lnTo>
                    <a:lnTo>
                      <a:pt x="407" y="201"/>
                    </a:lnTo>
                    <a:cubicBezTo>
                      <a:pt x="407" y="91"/>
                      <a:pt x="316" y="0"/>
                      <a:pt x="202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24"/>
              <p:cNvSpPr/>
              <p:nvPr/>
            </p:nvSpPr>
            <p:spPr>
              <a:xfrm>
                <a:off x="6178751" y="3524071"/>
                <a:ext cx="160711" cy="92581"/>
              </a:xfrm>
              <a:custGeom>
                <a:rect b="b" l="l" r="r" t="t"/>
                <a:pathLst>
                  <a:path extrusionOk="0" h="1371" w="2380">
                    <a:moveTo>
                      <a:pt x="1188" y="1"/>
                    </a:moveTo>
                    <a:cubicBezTo>
                      <a:pt x="912" y="1"/>
                      <a:pt x="671" y="167"/>
                      <a:pt x="565" y="407"/>
                    </a:cubicBezTo>
                    <a:lnTo>
                      <a:pt x="0" y="407"/>
                    </a:lnTo>
                    <a:lnTo>
                      <a:pt x="0" y="968"/>
                    </a:lnTo>
                    <a:lnTo>
                      <a:pt x="565" y="968"/>
                    </a:lnTo>
                    <a:cubicBezTo>
                      <a:pt x="671" y="1205"/>
                      <a:pt x="912" y="1371"/>
                      <a:pt x="1188" y="1371"/>
                    </a:cubicBezTo>
                    <a:cubicBezTo>
                      <a:pt x="1469" y="1371"/>
                      <a:pt x="1709" y="1205"/>
                      <a:pt x="1815" y="968"/>
                    </a:cubicBezTo>
                    <a:lnTo>
                      <a:pt x="2380" y="968"/>
                    </a:lnTo>
                    <a:lnTo>
                      <a:pt x="2380" y="407"/>
                    </a:lnTo>
                    <a:lnTo>
                      <a:pt x="1815" y="407"/>
                    </a:lnTo>
                    <a:cubicBezTo>
                      <a:pt x="1709" y="167"/>
                      <a:pt x="1469" y="1"/>
                      <a:pt x="1188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4"/>
              <p:cNvSpPr/>
              <p:nvPr/>
            </p:nvSpPr>
            <p:spPr>
              <a:xfrm>
                <a:off x="6077729" y="3997643"/>
                <a:ext cx="362748" cy="413474"/>
              </a:xfrm>
              <a:custGeom>
                <a:rect b="b" l="l" r="r" t="t"/>
                <a:pathLst>
                  <a:path extrusionOk="0" h="6123" w="5372">
                    <a:moveTo>
                      <a:pt x="1" y="1"/>
                    </a:moveTo>
                    <a:lnTo>
                      <a:pt x="1" y="6122"/>
                    </a:lnTo>
                    <a:lnTo>
                      <a:pt x="5371" y="6122"/>
                    </a:lnTo>
                    <a:lnTo>
                      <a:pt x="5371" y="1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4"/>
              <p:cNvSpPr/>
              <p:nvPr/>
            </p:nvSpPr>
            <p:spPr>
              <a:xfrm>
                <a:off x="6372488" y="3437770"/>
                <a:ext cx="423521" cy="1454892"/>
              </a:xfrm>
              <a:custGeom>
                <a:rect b="b" l="l" r="r" t="t"/>
                <a:pathLst>
                  <a:path extrusionOk="0" h="21545" w="6272">
                    <a:moveTo>
                      <a:pt x="2017" y="0"/>
                    </a:moveTo>
                    <a:lnTo>
                      <a:pt x="2017" y="4653"/>
                    </a:lnTo>
                    <a:cubicBezTo>
                      <a:pt x="466" y="5268"/>
                      <a:pt x="0" y="6563"/>
                      <a:pt x="0" y="7676"/>
                    </a:cubicBezTo>
                    <a:lnTo>
                      <a:pt x="0" y="20423"/>
                    </a:lnTo>
                    <a:cubicBezTo>
                      <a:pt x="0" y="21043"/>
                      <a:pt x="501" y="21544"/>
                      <a:pt x="1121" y="21544"/>
                    </a:cubicBezTo>
                    <a:lnTo>
                      <a:pt x="5150" y="21544"/>
                    </a:lnTo>
                    <a:cubicBezTo>
                      <a:pt x="5770" y="21544"/>
                      <a:pt x="6271" y="21043"/>
                      <a:pt x="6271" y="20423"/>
                    </a:cubicBezTo>
                    <a:lnTo>
                      <a:pt x="6271" y="7676"/>
                    </a:lnTo>
                    <a:cubicBezTo>
                      <a:pt x="6271" y="6563"/>
                      <a:pt x="5924" y="5048"/>
                      <a:pt x="4255" y="4653"/>
                    </a:cubicBezTo>
                    <a:lnTo>
                      <a:pt x="4255" y="0"/>
                    </a:lnTo>
                    <a:close/>
                  </a:path>
                </a:pathLst>
              </a:custGeom>
              <a:solidFill>
                <a:srgbClr val="09232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4"/>
              <p:cNvSpPr/>
              <p:nvPr/>
            </p:nvSpPr>
            <p:spPr>
              <a:xfrm>
                <a:off x="6496672" y="3426291"/>
                <a:ext cx="175161" cy="41665"/>
              </a:xfrm>
              <a:custGeom>
                <a:rect b="b" l="l" r="r" t="t"/>
                <a:pathLst>
                  <a:path extrusionOk="0" h="617" w="2594">
                    <a:moveTo>
                      <a:pt x="32" y="1"/>
                    </a:moveTo>
                    <a:cubicBezTo>
                      <a:pt x="16" y="1"/>
                      <a:pt x="1" y="12"/>
                      <a:pt x="1" y="32"/>
                    </a:cubicBezTo>
                    <a:lnTo>
                      <a:pt x="1" y="616"/>
                    </a:lnTo>
                    <a:lnTo>
                      <a:pt x="2593" y="616"/>
                    </a:lnTo>
                    <a:lnTo>
                      <a:pt x="2593" y="32"/>
                    </a:lnTo>
                    <a:cubicBezTo>
                      <a:pt x="2593" y="12"/>
                      <a:pt x="2582" y="1"/>
                      <a:pt x="2566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4"/>
              <p:cNvSpPr/>
              <p:nvPr/>
            </p:nvSpPr>
            <p:spPr>
              <a:xfrm>
                <a:off x="6499575" y="3453774"/>
                <a:ext cx="27550" cy="14181"/>
              </a:xfrm>
              <a:custGeom>
                <a:rect b="b" l="l" r="r" t="t"/>
                <a:pathLst>
                  <a:path extrusionOk="0" h="210" w="408">
                    <a:moveTo>
                      <a:pt x="206" y="0"/>
                    </a:moveTo>
                    <a:cubicBezTo>
                      <a:pt x="91" y="0"/>
                      <a:pt x="0" y="91"/>
                      <a:pt x="0" y="201"/>
                    </a:cubicBezTo>
                    <a:cubicBezTo>
                      <a:pt x="0" y="206"/>
                      <a:pt x="5" y="206"/>
                      <a:pt x="5" y="209"/>
                    </a:cubicBezTo>
                    <a:lnTo>
                      <a:pt x="408" y="209"/>
                    </a:lnTo>
                    <a:lnTo>
                      <a:pt x="408" y="201"/>
                    </a:lnTo>
                    <a:cubicBezTo>
                      <a:pt x="408" y="91"/>
                      <a:pt x="317" y="0"/>
                      <a:pt x="206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4"/>
              <p:cNvSpPr/>
              <p:nvPr/>
            </p:nvSpPr>
            <p:spPr>
              <a:xfrm>
                <a:off x="6528072" y="3453774"/>
                <a:ext cx="27550" cy="14181"/>
              </a:xfrm>
              <a:custGeom>
                <a:rect b="b" l="l" r="r" t="t"/>
                <a:pathLst>
                  <a:path extrusionOk="0" h="210" w="408">
                    <a:moveTo>
                      <a:pt x="203" y="0"/>
                    </a:moveTo>
                    <a:cubicBezTo>
                      <a:pt x="92" y="0"/>
                      <a:pt x="1" y="91"/>
                      <a:pt x="1" y="201"/>
                    </a:cubicBezTo>
                    <a:lnTo>
                      <a:pt x="1" y="209"/>
                    </a:lnTo>
                    <a:lnTo>
                      <a:pt x="403" y="209"/>
                    </a:lnTo>
                    <a:cubicBezTo>
                      <a:pt x="403" y="206"/>
                      <a:pt x="407" y="206"/>
                      <a:pt x="407" y="201"/>
                    </a:cubicBezTo>
                    <a:cubicBezTo>
                      <a:pt x="407" y="91"/>
                      <a:pt x="317" y="0"/>
                      <a:pt x="203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4"/>
              <p:cNvSpPr/>
              <p:nvPr/>
            </p:nvSpPr>
            <p:spPr>
              <a:xfrm>
                <a:off x="6556366" y="3453774"/>
                <a:ext cx="27483" cy="14181"/>
              </a:xfrm>
              <a:custGeom>
                <a:rect b="b" l="l" r="r" t="t"/>
                <a:pathLst>
                  <a:path extrusionOk="0" h="210" w="407">
                    <a:moveTo>
                      <a:pt x="206" y="0"/>
                    </a:moveTo>
                    <a:cubicBezTo>
                      <a:pt x="91" y="0"/>
                      <a:pt x="0" y="91"/>
                      <a:pt x="0" y="201"/>
                    </a:cubicBezTo>
                    <a:lnTo>
                      <a:pt x="0" y="209"/>
                    </a:lnTo>
                    <a:lnTo>
                      <a:pt x="407" y="209"/>
                    </a:lnTo>
                    <a:lnTo>
                      <a:pt x="407" y="201"/>
                    </a:lnTo>
                    <a:cubicBezTo>
                      <a:pt x="407" y="91"/>
                      <a:pt x="316" y="0"/>
                      <a:pt x="206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24"/>
              <p:cNvSpPr/>
              <p:nvPr/>
            </p:nvSpPr>
            <p:spPr>
              <a:xfrm>
                <a:off x="6584660" y="3453774"/>
                <a:ext cx="27483" cy="14181"/>
              </a:xfrm>
              <a:custGeom>
                <a:rect b="b" l="l" r="r" t="t"/>
                <a:pathLst>
                  <a:path extrusionOk="0" h="210" w="407">
                    <a:moveTo>
                      <a:pt x="205" y="0"/>
                    </a:moveTo>
                    <a:cubicBezTo>
                      <a:pt x="95" y="0"/>
                      <a:pt x="0" y="91"/>
                      <a:pt x="0" y="201"/>
                    </a:cubicBezTo>
                    <a:cubicBezTo>
                      <a:pt x="0" y="206"/>
                      <a:pt x="4" y="206"/>
                      <a:pt x="4" y="209"/>
                    </a:cubicBezTo>
                    <a:lnTo>
                      <a:pt x="406" y="209"/>
                    </a:lnTo>
                    <a:lnTo>
                      <a:pt x="406" y="201"/>
                    </a:lnTo>
                    <a:cubicBezTo>
                      <a:pt x="406" y="91"/>
                      <a:pt x="315" y="0"/>
                      <a:pt x="205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24"/>
              <p:cNvSpPr/>
              <p:nvPr/>
            </p:nvSpPr>
            <p:spPr>
              <a:xfrm>
                <a:off x="6613089" y="3453774"/>
                <a:ext cx="27550" cy="14181"/>
              </a:xfrm>
              <a:custGeom>
                <a:rect b="b" l="l" r="r" t="t"/>
                <a:pathLst>
                  <a:path extrusionOk="0" h="210" w="408">
                    <a:moveTo>
                      <a:pt x="202" y="0"/>
                    </a:moveTo>
                    <a:cubicBezTo>
                      <a:pt x="91" y="0"/>
                      <a:pt x="1" y="91"/>
                      <a:pt x="1" y="201"/>
                    </a:cubicBezTo>
                    <a:lnTo>
                      <a:pt x="1" y="209"/>
                    </a:lnTo>
                    <a:lnTo>
                      <a:pt x="408" y="209"/>
                    </a:lnTo>
                    <a:lnTo>
                      <a:pt x="408" y="201"/>
                    </a:lnTo>
                    <a:cubicBezTo>
                      <a:pt x="408" y="91"/>
                      <a:pt x="317" y="0"/>
                      <a:pt x="202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4"/>
              <p:cNvSpPr/>
              <p:nvPr/>
            </p:nvSpPr>
            <p:spPr>
              <a:xfrm>
                <a:off x="6641384" y="3453774"/>
                <a:ext cx="27483" cy="14181"/>
              </a:xfrm>
              <a:custGeom>
                <a:rect b="b" l="l" r="r" t="t"/>
                <a:pathLst>
                  <a:path extrusionOk="0" h="210" w="407">
                    <a:moveTo>
                      <a:pt x="206" y="0"/>
                    </a:moveTo>
                    <a:cubicBezTo>
                      <a:pt x="91" y="0"/>
                      <a:pt x="0" y="91"/>
                      <a:pt x="0" y="201"/>
                    </a:cubicBezTo>
                    <a:lnTo>
                      <a:pt x="0" y="209"/>
                    </a:lnTo>
                    <a:lnTo>
                      <a:pt x="407" y="209"/>
                    </a:lnTo>
                    <a:lnTo>
                      <a:pt x="407" y="201"/>
                    </a:lnTo>
                    <a:cubicBezTo>
                      <a:pt x="407" y="91"/>
                      <a:pt x="316" y="0"/>
                      <a:pt x="206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4"/>
              <p:cNvSpPr/>
              <p:nvPr/>
            </p:nvSpPr>
            <p:spPr>
              <a:xfrm>
                <a:off x="6503830" y="3524071"/>
                <a:ext cx="160846" cy="92581"/>
              </a:xfrm>
              <a:custGeom>
                <a:rect b="b" l="l" r="r" t="t"/>
                <a:pathLst>
                  <a:path extrusionOk="0" h="1371" w="2382">
                    <a:moveTo>
                      <a:pt x="1192" y="1"/>
                    </a:moveTo>
                    <a:cubicBezTo>
                      <a:pt x="913" y="1"/>
                      <a:pt x="671" y="167"/>
                      <a:pt x="565" y="407"/>
                    </a:cubicBezTo>
                    <a:lnTo>
                      <a:pt x="1" y="407"/>
                    </a:lnTo>
                    <a:lnTo>
                      <a:pt x="1" y="968"/>
                    </a:lnTo>
                    <a:lnTo>
                      <a:pt x="565" y="968"/>
                    </a:lnTo>
                    <a:cubicBezTo>
                      <a:pt x="671" y="1205"/>
                      <a:pt x="913" y="1371"/>
                      <a:pt x="1192" y="1371"/>
                    </a:cubicBezTo>
                    <a:cubicBezTo>
                      <a:pt x="1469" y="1371"/>
                      <a:pt x="1709" y="1205"/>
                      <a:pt x="1817" y="968"/>
                    </a:cubicBezTo>
                    <a:lnTo>
                      <a:pt x="2381" y="968"/>
                    </a:lnTo>
                    <a:lnTo>
                      <a:pt x="2381" y="407"/>
                    </a:lnTo>
                    <a:lnTo>
                      <a:pt x="1817" y="407"/>
                    </a:lnTo>
                    <a:cubicBezTo>
                      <a:pt x="1709" y="167"/>
                      <a:pt x="1469" y="1"/>
                      <a:pt x="1192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4"/>
              <p:cNvSpPr/>
              <p:nvPr/>
            </p:nvSpPr>
            <p:spPr>
              <a:xfrm>
                <a:off x="6402876" y="3997643"/>
                <a:ext cx="363018" cy="413474"/>
              </a:xfrm>
              <a:custGeom>
                <a:rect b="b" l="l" r="r" t="t"/>
                <a:pathLst>
                  <a:path extrusionOk="0" h="6123" w="5376">
                    <a:moveTo>
                      <a:pt x="0" y="1"/>
                    </a:moveTo>
                    <a:lnTo>
                      <a:pt x="0" y="6122"/>
                    </a:lnTo>
                    <a:lnTo>
                      <a:pt x="5375" y="6122"/>
                    </a:lnTo>
                    <a:lnTo>
                      <a:pt x="5375" y="1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" name="Google Shape;241;p24"/>
            <p:cNvGrpSpPr/>
            <p:nvPr/>
          </p:nvGrpSpPr>
          <p:grpSpPr>
            <a:xfrm>
              <a:off x="5516776" y="4506239"/>
              <a:ext cx="484766" cy="520573"/>
              <a:chOff x="5516776" y="4365939"/>
              <a:chExt cx="484766" cy="520573"/>
            </a:xfrm>
          </p:grpSpPr>
          <p:sp>
            <p:nvSpPr>
              <p:cNvPr id="242" name="Google Shape;242;p24"/>
              <p:cNvSpPr/>
              <p:nvPr/>
            </p:nvSpPr>
            <p:spPr>
              <a:xfrm>
                <a:off x="5516776" y="4552586"/>
                <a:ext cx="484766" cy="333926"/>
              </a:xfrm>
              <a:custGeom>
                <a:rect b="b" l="l" r="r" t="t"/>
                <a:pathLst>
                  <a:path extrusionOk="0" h="4945" w="7179">
                    <a:moveTo>
                      <a:pt x="2192" y="0"/>
                    </a:moveTo>
                    <a:cubicBezTo>
                      <a:pt x="1465" y="0"/>
                      <a:pt x="761" y="359"/>
                      <a:pt x="533" y="1622"/>
                    </a:cubicBezTo>
                    <a:cubicBezTo>
                      <a:pt x="0" y="4546"/>
                      <a:pt x="2991" y="4944"/>
                      <a:pt x="2991" y="4944"/>
                    </a:cubicBezTo>
                    <a:cubicBezTo>
                      <a:pt x="7044" y="4944"/>
                      <a:pt x="7179" y="1223"/>
                      <a:pt x="6113" y="690"/>
                    </a:cubicBezTo>
                    <a:cubicBezTo>
                      <a:pt x="5727" y="496"/>
                      <a:pt x="5361" y="434"/>
                      <a:pt x="5052" y="434"/>
                    </a:cubicBezTo>
                    <a:cubicBezTo>
                      <a:pt x="4511" y="434"/>
                      <a:pt x="4144" y="622"/>
                      <a:pt x="4144" y="622"/>
                    </a:cubicBezTo>
                    <a:cubicBezTo>
                      <a:pt x="4144" y="622"/>
                      <a:pt x="3149" y="0"/>
                      <a:pt x="2192" y="0"/>
                    </a:cubicBezTo>
                    <a:close/>
                  </a:path>
                </a:pathLst>
              </a:custGeom>
              <a:solidFill>
                <a:srgbClr val="AD24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4"/>
              <p:cNvSpPr/>
              <p:nvPr/>
            </p:nvSpPr>
            <p:spPr>
              <a:xfrm>
                <a:off x="5674521" y="4402674"/>
                <a:ext cx="135929" cy="195494"/>
              </a:xfrm>
              <a:custGeom>
                <a:rect b="b" l="l" r="r" t="t"/>
                <a:pathLst>
                  <a:path extrusionOk="0" h="2895" w="2013">
                    <a:moveTo>
                      <a:pt x="56" y="1"/>
                    </a:moveTo>
                    <a:cubicBezTo>
                      <a:pt x="37" y="1"/>
                      <a:pt x="18" y="13"/>
                      <a:pt x="12" y="33"/>
                    </a:cubicBezTo>
                    <a:cubicBezTo>
                      <a:pt x="0" y="57"/>
                      <a:pt x="12" y="84"/>
                      <a:pt x="36" y="96"/>
                    </a:cubicBezTo>
                    <a:cubicBezTo>
                      <a:pt x="1907" y="937"/>
                      <a:pt x="1761" y="2819"/>
                      <a:pt x="1757" y="2839"/>
                    </a:cubicBezTo>
                    <a:cubicBezTo>
                      <a:pt x="1757" y="2866"/>
                      <a:pt x="1776" y="2890"/>
                      <a:pt x="1804" y="2895"/>
                    </a:cubicBezTo>
                    <a:lnTo>
                      <a:pt x="1808" y="2895"/>
                    </a:lnTo>
                    <a:cubicBezTo>
                      <a:pt x="1832" y="2895"/>
                      <a:pt x="1856" y="2875"/>
                      <a:pt x="1859" y="2847"/>
                    </a:cubicBezTo>
                    <a:cubicBezTo>
                      <a:pt x="1859" y="2827"/>
                      <a:pt x="2013" y="873"/>
                      <a:pt x="76" y="6"/>
                    </a:cubicBezTo>
                    <a:cubicBezTo>
                      <a:pt x="70" y="3"/>
                      <a:pt x="63" y="1"/>
                      <a:pt x="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4"/>
              <p:cNvSpPr/>
              <p:nvPr/>
            </p:nvSpPr>
            <p:spPr>
              <a:xfrm>
                <a:off x="5777433" y="4365939"/>
                <a:ext cx="174554" cy="134381"/>
              </a:xfrm>
              <a:custGeom>
                <a:rect b="b" l="l" r="r" t="t"/>
                <a:pathLst>
                  <a:path extrusionOk="0" h="1990" w="2585">
                    <a:moveTo>
                      <a:pt x="1530" y="1"/>
                    </a:moveTo>
                    <a:cubicBezTo>
                      <a:pt x="120" y="1"/>
                      <a:pt x="0" y="1989"/>
                      <a:pt x="0" y="1989"/>
                    </a:cubicBezTo>
                    <a:cubicBezTo>
                      <a:pt x="0" y="1989"/>
                      <a:pt x="2585" y="1792"/>
                      <a:pt x="2075" y="88"/>
                    </a:cubicBezTo>
                    <a:cubicBezTo>
                      <a:pt x="1875" y="28"/>
                      <a:pt x="1694" y="1"/>
                      <a:pt x="1530" y="1"/>
                    </a:cubicBezTo>
                    <a:close/>
                  </a:path>
                </a:pathLst>
              </a:custGeom>
              <a:solidFill>
                <a:srgbClr val="57BF8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5" name="Google Shape;245;p24"/>
            <p:cNvGrpSpPr/>
            <p:nvPr/>
          </p:nvGrpSpPr>
          <p:grpSpPr>
            <a:xfrm>
              <a:off x="2841934" y="2372228"/>
              <a:ext cx="3787511" cy="2695038"/>
              <a:chOff x="2841934" y="2231928"/>
              <a:chExt cx="3787511" cy="2695038"/>
            </a:xfrm>
          </p:grpSpPr>
          <p:sp>
            <p:nvSpPr>
              <p:cNvPr id="246" name="Google Shape;246;p24"/>
              <p:cNvSpPr/>
              <p:nvPr/>
            </p:nvSpPr>
            <p:spPr>
              <a:xfrm>
                <a:off x="3757273" y="2231928"/>
                <a:ext cx="749737" cy="680886"/>
              </a:xfrm>
              <a:custGeom>
                <a:rect b="b" l="l" r="r" t="t"/>
                <a:pathLst>
                  <a:path extrusionOk="0" h="10083" w="11103">
                    <a:moveTo>
                      <a:pt x="8442" y="0"/>
                    </a:moveTo>
                    <a:cubicBezTo>
                      <a:pt x="6391" y="0"/>
                      <a:pt x="3033" y="2296"/>
                      <a:pt x="1714" y="3883"/>
                    </a:cubicBezTo>
                    <a:cubicBezTo>
                      <a:pt x="1" y="5947"/>
                      <a:pt x="554" y="6744"/>
                      <a:pt x="554" y="6744"/>
                    </a:cubicBezTo>
                    <a:lnTo>
                      <a:pt x="1000" y="10078"/>
                    </a:lnTo>
                    <a:cubicBezTo>
                      <a:pt x="1000" y="10078"/>
                      <a:pt x="2477" y="10082"/>
                      <a:pt x="3442" y="10082"/>
                    </a:cubicBezTo>
                    <a:cubicBezTo>
                      <a:pt x="3924" y="10082"/>
                      <a:pt x="4278" y="10081"/>
                      <a:pt x="4256" y="10078"/>
                    </a:cubicBezTo>
                    <a:cubicBezTo>
                      <a:pt x="4188" y="10067"/>
                      <a:pt x="9307" y="4218"/>
                      <a:pt x="9307" y="4218"/>
                    </a:cubicBezTo>
                    <a:cubicBezTo>
                      <a:pt x="9307" y="4218"/>
                      <a:pt x="11103" y="2821"/>
                      <a:pt x="9840" y="694"/>
                    </a:cubicBezTo>
                    <a:cubicBezTo>
                      <a:pt x="9550" y="205"/>
                      <a:pt x="9054" y="0"/>
                      <a:pt x="8442" y="0"/>
                    </a:cubicBezTo>
                    <a:close/>
                  </a:path>
                </a:pathLst>
              </a:custGeom>
              <a:solidFill>
                <a:srgbClr val="09232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4"/>
              <p:cNvSpPr/>
              <p:nvPr/>
            </p:nvSpPr>
            <p:spPr>
              <a:xfrm>
                <a:off x="3878553" y="2516760"/>
                <a:ext cx="668301" cy="791497"/>
              </a:xfrm>
              <a:custGeom>
                <a:rect b="b" l="l" r="r" t="t"/>
                <a:pathLst>
                  <a:path extrusionOk="0" h="11721" w="9897">
                    <a:moveTo>
                      <a:pt x="7511" y="0"/>
                    </a:moveTo>
                    <a:cubicBezTo>
                      <a:pt x="6580" y="730"/>
                      <a:pt x="1082" y="1393"/>
                      <a:pt x="1082" y="1393"/>
                    </a:cubicBezTo>
                    <a:cubicBezTo>
                      <a:pt x="1082" y="1393"/>
                      <a:pt x="1331" y="2459"/>
                      <a:pt x="1709" y="3986"/>
                    </a:cubicBezTo>
                    <a:cubicBezTo>
                      <a:pt x="826" y="4120"/>
                      <a:pt x="1" y="5249"/>
                      <a:pt x="135" y="5581"/>
                    </a:cubicBezTo>
                    <a:cubicBezTo>
                      <a:pt x="265" y="5912"/>
                      <a:pt x="3656" y="11362"/>
                      <a:pt x="4603" y="11698"/>
                    </a:cubicBezTo>
                    <a:cubicBezTo>
                      <a:pt x="4940" y="11708"/>
                      <a:pt x="5304" y="11720"/>
                      <a:pt x="5675" y="11720"/>
                    </a:cubicBezTo>
                    <a:cubicBezTo>
                      <a:pt x="7668" y="11720"/>
                      <a:pt x="9897" y="11372"/>
                      <a:pt x="9505" y="8572"/>
                    </a:cubicBezTo>
                    <a:cubicBezTo>
                      <a:pt x="9039" y="5249"/>
                      <a:pt x="7511" y="0"/>
                      <a:pt x="7511" y="0"/>
                    </a:cubicBezTo>
                    <a:close/>
                  </a:path>
                </a:pathLst>
              </a:custGeom>
              <a:solidFill>
                <a:srgbClr val="FFC7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4"/>
              <p:cNvSpPr/>
              <p:nvPr/>
            </p:nvSpPr>
            <p:spPr>
              <a:xfrm>
                <a:off x="3768888" y="2863852"/>
                <a:ext cx="257948" cy="201436"/>
              </a:xfrm>
              <a:custGeom>
                <a:rect b="b" l="l" r="r" t="t"/>
                <a:pathLst>
                  <a:path extrusionOk="0" h="2983" w="3820">
                    <a:moveTo>
                      <a:pt x="1553" y="0"/>
                    </a:moveTo>
                    <a:cubicBezTo>
                      <a:pt x="1162" y="0"/>
                      <a:pt x="762" y="166"/>
                      <a:pt x="516" y="720"/>
                    </a:cubicBezTo>
                    <a:cubicBezTo>
                      <a:pt x="1" y="1869"/>
                      <a:pt x="1090" y="2982"/>
                      <a:pt x="2109" y="2982"/>
                    </a:cubicBezTo>
                    <a:cubicBezTo>
                      <a:pt x="2316" y="2982"/>
                      <a:pt x="2520" y="2937"/>
                      <a:pt x="2706" y="2836"/>
                    </a:cubicBezTo>
                    <a:cubicBezTo>
                      <a:pt x="3819" y="2236"/>
                      <a:pt x="3819" y="1490"/>
                      <a:pt x="3819" y="1490"/>
                    </a:cubicBezTo>
                    <a:lnTo>
                      <a:pt x="2706" y="374"/>
                    </a:lnTo>
                    <a:cubicBezTo>
                      <a:pt x="2706" y="374"/>
                      <a:pt x="2140" y="0"/>
                      <a:pt x="1553" y="0"/>
                    </a:cubicBezTo>
                    <a:close/>
                  </a:path>
                </a:pathLst>
              </a:custGeom>
              <a:solidFill>
                <a:srgbClr val="FFC7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24"/>
              <p:cNvSpPr/>
              <p:nvPr/>
            </p:nvSpPr>
            <p:spPr>
              <a:xfrm>
                <a:off x="3069233" y="4769687"/>
                <a:ext cx="217027" cy="157273"/>
              </a:xfrm>
              <a:custGeom>
                <a:rect b="b" l="l" r="r" t="t"/>
                <a:pathLst>
                  <a:path extrusionOk="0" h="2329" w="3214">
                    <a:moveTo>
                      <a:pt x="723" y="1"/>
                    </a:moveTo>
                    <a:lnTo>
                      <a:pt x="0" y="1994"/>
                    </a:lnTo>
                    <a:lnTo>
                      <a:pt x="2348" y="2329"/>
                    </a:lnTo>
                    <a:lnTo>
                      <a:pt x="3213" y="407"/>
                    </a:lnTo>
                    <a:lnTo>
                      <a:pt x="723" y="1"/>
                    </a:lnTo>
                    <a:close/>
                  </a:path>
                </a:pathLst>
              </a:custGeom>
              <a:solidFill>
                <a:srgbClr val="FCD0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4"/>
              <p:cNvSpPr/>
              <p:nvPr/>
            </p:nvSpPr>
            <p:spPr>
              <a:xfrm>
                <a:off x="3003393" y="3305821"/>
                <a:ext cx="2102680" cy="1541531"/>
              </a:xfrm>
              <a:custGeom>
                <a:rect b="b" l="l" r="r" t="t"/>
                <a:pathLst>
                  <a:path extrusionOk="0" h="22828" w="31139">
                    <a:moveTo>
                      <a:pt x="4622" y="1"/>
                    </a:moveTo>
                    <a:cubicBezTo>
                      <a:pt x="4153" y="1"/>
                      <a:pt x="3689" y="11"/>
                      <a:pt x="3233" y="32"/>
                    </a:cubicBezTo>
                    <a:cubicBezTo>
                      <a:pt x="2128" y="6058"/>
                      <a:pt x="1" y="19019"/>
                      <a:pt x="731" y="21079"/>
                    </a:cubicBezTo>
                    <a:cubicBezTo>
                      <a:pt x="1284" y="22638"/>
                      <a:pt x="3376" y="22827"/>
                      <a:pt x="4362" y="22827"/>
                    </a:cubicBezTo>
                    <a:cubicBezTo>
                      <a:pt x="4680" y="22827"/>
                      <a:pt x="4883" y="22808"/>
                      <a:pt x="4883" y="22808"/>
                    </a:cubicBezTo>
                    <a:lnTo>
                      <a:pt x="17795" y="22827"/>
                    </a:lnTo>
                    <a:lnTo>
                      <a:pt x="20405" y="8517"/>
                    </a:lnTo>
                    <a:lnTo>
                      <a:pt x="26786" y="15696"/>
                    </a:lnTo>
                    <a:lnTo>
                      <a:pt x="26253" y="16493"/>
                    </a:lnTo>
                    <a:lnTo>
                      <a:pt x="28913" y="18952"/>
                    </a:lnTo>
                    <a:lnTo>
                      <a:pt x="31139" y="13636"/>
                    </a:lnTo>
                    <a:lnTo>
                      <a:pt x="29379" y="13036"/>
                    </a:lnTo>
                    <a:lnTo>
                      <a:pt x="21454" y="2736"/>
                    </a:lnTo>
                    <a:cubicBezTo>
                      <a:pt x="21454" y="2736"/>
                      <a:pt x="12327" y="1"/>
                      <a:pt x="4622" y="1"/>
                    </a:cubicBezTo>
                    <a:close/>
                  </a:path>
                </a:pathLst>
              </a:custGeom>
              <a:solidFill>
                <a:srgbClr val="09232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4"/>
              <p:cNvSpPr/>
              <p:nvPr/>
            </p:nvSpPr>
            <p:spPr>
              <a:xfrm>
                <a:off x="3169444" y="3719428"/>
                <a:ext cx="1211815" cy="1207537"/>
              </a:xfrm>
              <a:custGeom>
                <a:rect b="b" l="l" r="r" t="t"/>
                <a:pathLst>
                  <a:path extrusionOk="0" h="17882" w="17946">
                    <a:moveTo>
                      <a:pt x="3520" y="1"/>
                    </a:moveTo>
                    <a:lnTo>
                      <a:pt x="1" y="17614"/>
                    </a:lnTo>
                    <a:lnTo>
                      <a:pt x="15336" y="17878"/>
                    </a:lnTo>
                    <a:cubicBezTo>
                      <a:pt x="15339" y="17880"/>
                      <a:pt x="15343" y="17881"/>
                      <a:pt x="15346" y="17881"/>
                    </a:cubicBezTo>
                    <a:cubicBezTo>
                      <a:pt x="15725" y="17881"/>
                      <a:pt x="17718" y="5525"/>
                      <a:pt x="17946" y="2392"/>
                    </a:cubicBez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4"/>
              <p:cNvSpPr/>
              <p:nvPr/>
            </p:nvSpPr>
            <p:spPr>
              <a:xfrm>
                <a:off x="3910561" y="3032401"/>
                <a:ext cx="181576" cy="566358"/>
              </a:xfrm>
              <a:custGeom>
                <a:rect b="b" l="l" r="r" t="t"/>
                <a:pathLst>
                  <a:path extrusionOk="0" h="8387" w="2689">
                    <a:moveTo>
                      <a:pt x="924" y="0"/>
                    </a:moveTo>
                    <a:lnTo>
                      <a:pt x="0" y="4989"/>
                    </a:lnTo>
                    <a:cubicBezTo>
                      <a:pt x="0" y="4989"/>
                      <a:pt x="1214" y="8387"/>
                      <a:pt x="1236" y="8387"/>
                    </a:cubicBezTo>
                    <a:cubicBezTo>
                      <a:pt x="1237" y="8387"/>
                      <a:pt x="1237" y="8384"/>
                      <a:pt x="1235" y="8379"/>
                    </a:cubicBezTo>
                    <a:cubicBezTo>
                      <a:pt x="1188" y="8182"/>
                      <a:pt x="2688" y="5854"/>
                      <a:pt x="2688" y="5854"/>
                    </a:cubicBezTo>
                    <a:lnTo>
                      <a:pt x="2317" y="0"/>
                    </a:lnTo>
                    <a:close/>
                  </a:path>
                </a:pathLst>
              </a:custGeom>
              <a:solidFill>
                <a:srgbClr val="FFC7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4"/>
              <p:cNvSpPr/>
              <p:nvPr/>
            </p:nvSpPr>
            <p:spPr>
              <a:xfrm>
                <a:off x="4140020" y="3426291"/>
                <a:ext cx="203387" cy="716000"/>
              </a:xfrm>
              <a:custGeom>
                <a:rect b="b" l="l" r="r" t="t"/>
                <a:pathLst>
                  <a:path extrusionOk="0" h="10603" w="3012">
                    <a:moveTo>
                      <a:pt x="963" y="1"/>
                    </a:moveTo>
                    <a:cubicBezTo>
                      <a:pt x="813" y="1761"/>
                      <a:pt x="316" y="7333"/>
                      <a:pt x="107" y="9259"/>
                    </a:cubicBezTo>
                    <a:cubicBezTo>
                      <a:pt x="1" y="10219"/>
                      <a:pt x="283" y="10603"/>
                      <a:pt x="642" y="10603"/>
                    </a:cubicBezTo>
                    <a:cubicBezTo>
                      <a:pt x="1005" y="10603"/>
                      <a:pt x="1446" y="10212"/>
                      <a:pt x="1646" y="9630"/>
                    </a:cubicBezTo>
                    <a:cubicBezTo>
                      <a:pt x="2444" y="7143"/>
                      <a:pt x="3012" y="509"/>
                      <a:pt x="3012" y="509"/>
                    </a:cubicBezTo>
                    <a:lnTo>
                      <a:pt x="96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24"/>
              <p:cNvSpPr/>
              <p:nvPr/>
            </p:nvSpPr>
            <p:spPr>
              <a:xfrm>
                <a:off x="3471901" y="3305821"/>
                <a:ext cx="200754" cy="757868"/>
              </a:xfrm>
              <a:custGeom>
                <a:rect b="b" l="l" r="r" t="t"/>
                <a:pathLst>
                  <a:path extrusionOk="0" h="11223" w="2973">
                    <a:moveTo>
                      <a:pt x="506" y="0"/>
                    </a:moveTo>
                    <a:cubicBezTo>
                      <a:pt x="506" y="0"/>
                      <a:pt x="107" y="8118"/>
                      <a:pt x="41" y="9650"/>
                    </a:cubicBezTo>
                    <a:cubicBezTo>
                      <a:pt x="1" y="10552"/>
                      <a:pt x="402" y="11223"/>
                      <a:pt x="874" y="11223"/>
                    </a:cubicBezTo>
                    <a:cubicBezTo>
                      <a:pt x="1201" y="11223"/>
                      <a:pt x="1563" y="10901"/>
                      <a:pt x="1835" y="10111"/>
                    </a:cubicBezTo>
                    <a:cubicBezTo>
                      <a:pt x="2498" y="8186"/>
                      <a:pt x="2972" y="355"/>
                      <a:pt x="2972" y="355"/>
                    </a:cubicBezTo>
                    <a:lnTo>
                      <a:pt x="5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4"/>
              <p:cNvSpPr/>
              <p:nvPr/>
            </p:nvSpPr>
            <p:spPr>
              <a:xfrm>
                <a:off x="4139480" y="3835914"/>
                <a:ext cx="155714" cy="312655"/>
              </a:xfrm>
              <a:custGeom>
                <a:rect b="b" l="l" r="r" t="t"/>
                <a:pathLst>
                  <a:path extrusionOk="0" h="4630" w="2306">
                    <a:moveTo>
                      <a:pt x="426" y="0"/>
                    </a:moveTo>
                    <a:cubicBezTo>
                      <a:pt x="308" y="782"/>
                      <a:pt x="213" y="1567"/>
                      <a:pt x="119" y="2348"/>
                    </a:cubicBezTo>
                    <a:cubicBezTo>
                      <a:pt x="71" y="2743"/>
                      <a:pt x="24" y="3130"/>
                      <a:pt x="0" y="3536"/>
                    </a:cubicBezTo>
                    <a:cubicBezTo>
                      <a:pt x="5" y="3639"/>
                      <a:pt x="5" y="3742"/>
                      <a:pt x="13" y="3844"/>
                    </a:cubicBezTo>
                    <a:cubicBezTo>
                      <a:pt x="36" y="3947"/>
                      <a:pt x="36" y="4053"/>
                      <a:pt x="80" y="4152"/>
                    </a:cubicBezTo>
                    <a:cubicBezTo>
                      <a:pt x="111" y="4259"/>
                      <a:pt x="166" y="4357"/>
                      <a:pt x="237" y="4444"/>
                    </a:cubicBezTo>
                    <a:cubicBezTo>
                      <a:pt x="317" y="4531"/>
                      <a:pt x="423" y="4602"/>
                      <a:pt x="545" y="4621"/>
                    </a:cubicBezTo>
                    <a:cubicBezTo>
                      <a:pt x="580" y="4627"/>
                      <a:pt x="614" y="4630"/>
                      <a:pt x="648" y="4630"/>
                    </a:cubicBezTo>
                    <a:cubicBezTo>
                      <a:pt x="848" y="4630"/>
                      <a:pt x="1027" y="4536"/>
                      <a:pt x="1169" y="4428"/>
                    </a:cubicBezTo>
                    <a:cubicBezTo>
                      <a:pt x="1339" y="4298"/>
                      <a:pt x="1465" y="4128"/>
                      <a:pt x="1572" y="3951"/>
                    </a:cubicBezTo>
                    <a:cubicBezTo>
                      <a:pt x="1681" y="3773"/>
                      <a:pt x="1745" y="3572"/>
                      <a:pt x="1796" y="3383"/>
                    </a:cubicBezTo>
                    <a:cubicBezTo>
                      <a:pt x="1852" y="3189"/>
                      <a:pt x="1899" y="2995"/>
                      <a:pt x="1938" y="2802"/>
                    </a:cubicBezTo>
                    <a:cubicBezTo>
                      <a:pt x="2108" y="2029"/>
                      <a:pt x="2222" y="1243"/>
                      <a:pt x="2306" y="458"/>
                    </a:cubicBezTo>
                    <a:lnTo>
                      <a:pt x="2306" y="458"/>
                    </a:lnTo>
                    <a:cubicBezTo>
                      <a:pt x="2144" y="1232"/>
                      <a:pt x="1989" y="2005"/>
                      <a:pt x="1792" y="2767"/>
                    </a:cubicBezTo>
                    <a:cubicBezTo>
                      <a:pt x="1681" y="3142"/>
                      <a:pt x="1607" y="3540"/>
                      <a:pt x="1417" y="3860"/>
                    </a:cubicBezTo>
                    <a:cubicBezTo>
                      <a:pt x="1319" y="4018"/>
                      <a:pt x="1200" y="4172"/>
                      <a:pt x="1054" y="4279"/>
                    </a:cubicBezTo>
                    <a:cubicBezTo>
                      <a:pt x="930" y="4369"/>
                      <a:pt x="785" y="4434"/>
                      <a:pt x="649" y="4434"/>
                    </a:cubicBezTo>
                    <a:cubicBezTo>
                      <a:pt x="626" y="4434"/>
                      <a:pt x="603" y="4432"/>
                      <a:pt x="581" y="4428"/>
                    </a:cubicBezTo>
                    <a:cubicBezTo>
                      <a:pt x="426" y="4405"/>
                      <a:pt x="317" y="4263"/>
                      <a:pt x="261" y="4093"/>
                    </a:cubicBezTo>
                    <a:cubicBezTo>
                      <a:pt x="222" y="4010"/>
                      <a:pt x="218" y="3911"/>
                      <a:pt x="198" y="3824"/>
                    </a:cubicBezTo>
                    <a:cubicBezTo>
                      <a:pt x="190" y="3729"/>
                      <a:pt x="190" y="3635"/>
                      <a:pt x="182" y="3540"/>
                    </a:cubicBezTo>
                    <a:cubicBezTo>
                      <a:pt x="194" y="3157"/>
                      <a:pt x="249" y="2758"/>
                      <a:pt x="273" y="2364"/>
                    </a:cubicBezTo>
                    <a:cubicBezTo>
                      <a:pt x="332" y="1579"/>
                      <a:pt x="391" y="789"/>
                      <a:pt x="4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4"/>
              <p:cNvSpPr/>
              <p:nvPr/>
            </p:nvSpPr>
            <p:spPr>
              <a:xfrm>
                <a:off x="3468187" y="3732461"/>
                <a:ext cx="168004" cy="337708"/>
              </a:xfrm>
              <a:custGeom>
                <a:rect b="b" l="l" r="r" t="t"/>
                <a:pathLst>
                  <a:path extrusionOk="0" h="5001" w="2488">
                    <a:moveTo>
                      <a:pt x="253" y="1"/>
                    </a:moveTo>
                    <a:lnTo>
                      <a:pt x="253" y="1"/>
                    </a:lnTo>
                    <a:cubicBezTo>
                      <a:pt x="170" y="857"/>
                      <a:pt x="111" y="1714"/>
                      <a:pt x="56" y="2574"/>
                    </a:cubicBezTo>
                    <a:cubicBezTo>
                      <a:pt x="40" y="2787"/>
                      <a:pt x="25" y="3004"/>
                      <a:pt x="16" y="3217"/>
                    </a:cubicBezTo>
                    <a:cubicBezTo>
                      <a:pt x="1" y="3430"/>
                      <a:pt x="8" y="3660"/>
                      <a:pt x="36" y="3880"/>
                    </a:cubicBezTo>
                    <a:cubicBezTo>
                      <a:pt x="79" y="4097"/>
                      <a:pt x="134" y="4319"/>
                      <a:pt x="249" y="4520"/>
                    </a:cubicBezTo>
                    <a:cubicBezTo>
                      <a:pt x="364" y="4713"/>
                      <a:pt x="529" y="4911"/>
                      <a:pt x="782" y="4982"/>
                    </a:cubicBezTo>
                    <a:cubicBezTo>
                      <a:pt x="827" y="4995"/>
                      <a:pt x="874" y="5001"/>
                      <a:pt x="921" y="5001"/>
                    </a:cubicBezTo>
                    <a:cubicBezTo>
                      <a:pt x="1000" y="5001"/>
                      <a:pt x="1080" y="4983"/>
                      <a:pt x="1153" y="4953"/>
                    </a:cubicBezTo>
                    <a:cubicBezTo>
                      <a:pt x="1216" y="4942"/>
                      <a:pt x="1263" y="4899"/>
                      <a:pt x="1315" y="4867"/>
                    </a:cubicBezTo>
                    <a:cubicBezTo>
                      <a:pt x="1369" y="4840"/>
                      <a:pt x="1409" y="4796"/>
                      <a:pt x="1449" y="4756"/>
                    </a:cubicBezTo>
                    <a:cubicBezTo>
                      <a:pt x="1622" y="4594"/>
                      <a:pt x="1725" y="4394"/>
                      <a:pt x="1824" y="4192"/>
                    </a:cubicBezTo>
                    <a:cubicBezTo>
                      <a:pt x="2009" y="3789"/>
                      <a:pt x="2112" y="3363"/>
                      <a:pt x="2187" y="2937"/>
                    </a:cubicBezTo>
                    <a:cubicBezTo>
                      <a:pt x="2337" y="2085"/>
                      <a:pt x="2424" y="1228"/>
                      <a:pt x="2487" y="368"/>
                    </a:cubicBezTo>
                    <a:lnTo>
                      <a:pt x="2487" y="368"/>
                    </a:lnTo>
                    <a:cubicBezTo>
                      <a:pt x="2345" y="1221"/>
                      <a:pt x="2214" y="2069"/>
                      <a:pt x="2037" y="2906"/>
                    </a:cubicBezTo>
                    <a:cubicBezTo>
                      <a:pt x="1943" y="3324"/>
                      <a:pt x="1843" y="3738"/>
                      <a:pt x="1662" y="4117"/>
                    </a:cubicBezTo>
                    <a:cubicBezTo>
                      <a:pt x="1567" y="4299"/>
                      <a:pt x="1464" y="4485"/>
                      <a:pt x="1318" y="4618"/>
                    </a:cubicBezTo>
                    <a:cubicBezTo>
                      <a:pt x="1207" y="4729"/>
                      <a:pt x="1069" y="4802"/>
                      <a:pt x="931" y="4802"/>
                    </a:cubicBezTo>
                    <a:cubicBezTo>
                      <a:pt x="897" y="4802"/>
                      <a:pt x="863" y="4797"/>
                      <a:pt x="830" y="4788"/>
                    </a:cubicBezTo>
                    <a:cubicBezTo>
                      <a:pt x="659" y="4745"/>
                      <a:pt x="517" y="4594"/>
                      <a:pt x="415" y="4425"/>
                    </a:cubicBezTo>
                    <a:cubicBezTo>
                      <a:pt x="312" y="4252"/>
                      <a:pt x="261" y="4050"/>
                      <a:pt x="218" y="3849"/>
                    </a:cubicBezTo>
                    <a:cubicBezTo>
                      <a:pt x="147" y="3447"/>
                      <a:pt x="209" y="3012"/>
                      <a:pt x="209" y="2582"/>
                    </a:cubicBezTo>
                    <a:cubicBezTo>
                      <a:pt x="233" y="1722"/>
                      <a:pt x="253" y="862"/>
                      <a:pt x="2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4"/>
              <p:cNvSpPr/>
              <p:nvPr/>
            </p:nvSpPr>
            <p:spPr>
              <a:xfrm>
                <a:off x="4968856" y="4071450"/>
                <a:ext cx="1660590" cy="482691"/>
              </a:xfrm>
              <a:custGeom>
                <a:rect b="b" l="l" r="r" t="t"/>
                <a:pathLst>
                  <a:path extrusionOk="0" h="7148" w="24592">
                    <a:moveTo>
                      <a:pt x="19617" y="0"/>
                    </a:moveTo>
                    <a:cubicBezTo>
                      <a:pt x="17852" y="0"/>
                      <a:pt x="15423" y="435"/>
                      <a:pt x="15423" y="435"/>
                    </a:cubicBezTo>
                    <a:lnTo>
                      <a:pt x="2033" y="2298"/>
                    </a:lnTo>
                    <a:lnTo>
                      <a:pt x="0" y="7148"/>
                    </a:lnTo>
                    <a:cubicBezTo>
                      <a:pt x="0" y="7148"/>
                      <a:pt x="12830" y="3095"/>
                      <a:pt x="15490" y="2396"/>
                    </a:cubicBezTo>
                    <a:cubicBezTo>
                      <a:pt x="16488" y="3162"/>
                      <a:pt x="19480" y="3731"/>
                      <a:pt x="19480" y="3731"/>
                    </a:cubicBezTo>
                    <a:cubicBezTo>
                      <a:pt x="19480" y="3731"/>
                      <a:pt x="18679" y="4358"/>
                      <a:pt x="19346" y="4689"/>
                    </a:cubicBezTo>
                    <a:cubicBezTo>
                      <a:pt x="19488" y="4761"/>
                      <a:pt x="19639" y="4793"/>
                      <a:pt x="19798" y="4793"/>
                    </a:cubicBezTo>
                    <a:cubicBezTo>
                      <a:pt x="20380" y="4793"/>
                      <a:pt x="21059" y="4364"/>
                      <a:pt x="21737" y="3893"/>
                    </a:cubicBezTo>
                    <a:cubicBezTo>
                      <a:pt x="22602" y="3296"/>
                      <a:pt x="22136" y="2230"/>
                      <a:pt x="22136" y="2230"/>
                    </a:cubicBezTo>
                    <a:lnTo>
                      <a:pt x="22136" y="2230"/>
                    </a:lnTo>
                    <a:lnTo>
                      <a:pt x="22934" y="2764"/>
                    </a:lnTo>
                    <a:cubicBezTo>
                      <a:pt x="23477" y="3035"/>
                      <a:pt x="24043" y="3330"/>
                      <a:pt x="24328" y="3330"/>
                    </a:cubicBezTo>
                    <a:cubicBezTo>
                      <a:pt x="24531" y="3330"/>
                      <a:pt x="24591" y="3180"/>
                      <a:pt x="24397" y="2764"/>
                    </a:cubicBezTo>
                    <a:cubicBezTo>
                      <a:pt x="23932" y="1765"/>
                      <a:pt x="22271" y="372"/>
                      <a:pt x="20668" y="76"/>
                    </a:cubicBezTo>
                    <a:cubicBezTo>
                      <a:pt x="20374" y="22"/>
                      <a:pt x="20012" y="0"/>
                      <a:pt x="19617" y="0"/>
                    </a:cubicBezTo>
                    <a:close/>
                  </a:path>
                </a:pathLst>
              </a:custGeom>
              <a:solidFill>
                <a:srgbClr val="FFC7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4"/>
              <p:cNvSpPr/>
              <p:nvPr/>
            </p:nvSpPr>
            <p:spPr>
              <a:xfrm>
                <a:off x="2841934" y="3307982"/>
                <a:ext cx="417106" cy="1098344"/>
              </a:xfrm>
              <a:custGeom>
                <a:rect b="b" l="l" r="r" t="t"/>
                <a:pathLst>
                  <a:path extrusionOk="0" h="16265" w="6177">
                    <a:moveTo>
                      <a:pt x="5624" y="0"/>
                    </a:moveTo>
                    <a:cubicBezTo>
                      <a:pt x="5624" y="0"/>
                      <a:pt x="1678" y="10680"/>
                      <a:pt x="1137" y="12740"/>
                    </a:cubicBezTo>
                    <a:cubicBezTo>
                      <a:pt x="0" y="13935"/>
                      <a:pt x="900" y="16264"/>
                      <a:pt x="900" y="16264"/>
                    </a:cubicBezTo>
                    <a:lnTo>
                      <a:pt x="6177" y="13339"/>
                    </a:lnTo>
                    <a:lnTo>
                      <a:pt x="6078" y="11307"/>
                    </a:lnTo>
                    <a:lnTo>
                      <a:pt x="5383" y="11307"/>
                    </a:lnTo>
                    <a:lnTo>
                      <a:pt x="6078" y="8134"/>
                    </a:lnTo>
                    <a:lnTo>
                      <a:pt x="5624" y="0"/>
                    </a:lnTo>
                    <a:close/>
                  </a:path>
                </a:pathLst>
              </a:custGeom>
              <a:solidFill>
                <a:srgbClr val="09232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4"/>
              <p:cNvSpPr/>
              <p:nvPr/>
            </p:nvSpPr>
            <p:spPr>
              <a:xfrm>
                <a:off x="3197130" y="3857185"/>
                <a:ext cx="62934" cy="351619"/>
              </a:xfrm>
              <a:custGeom>
                <a:rect b="b" l="l" r="r" t="t"/>
                <a:pathLst>
                  <a:path extrusionOk="0" h="5207" w="932">
                    <a:moveTo>
                      <a:pt x="818" y="1"/>
                    </a:moveTo>
                    <a:lnTo>
                      <a:pt x="818" y="1"/>
                    </a:lnTo>
                    <a:cubicBezTo>
                      <a:pt x="660" y="518"/>
                      <a:pt x="526" y="1043"/>
                      <a:pt x="392" y="1567"/>
                    </a:cubicBezTo>
                    <a:cubicBezTo>
                      <a:pt x="261" y="2097"/>
                      <a:pt x="139" y="2621"/>
                      <a:pt x="24" y="3154"/>
                    </a:cubicBezTo>
                    <a:lnTo>
                      <a:pt x="1" y="3272"/>
                    </a:lnTo>
                    <a:lnTo>
                      <a:pt x="123" y="3272"/>
                    </a:lnTo>
                    <a:cubicBezTo>
                      <a:pt x="328" y="3269"/>
                      <a:pt x="531" y="3268"/>
                      <a:pt x="736" y="3266"/>
                    </a:cubicBezTo>
                    <a:lnTo>
                      <a:pt x="736" y="3266"/>
                    </a:lnTo>
                    <a:cubicBezTo>
                      <a:pt x="753" y="3576"/>
                      <a:pt x="785" y="3882"/>
                      <a:pt x="810" y="4192"/>
                    </a:cubicBezTo>
                    <a:cubicBezTo>
                      <a:pt x="833" y="4532"/>
                      <a:pt x="873" y="4867"/>
                      <a:pt x="917" y="5206"/>
                    </a:cubicBezTo>
                    <a:cubicBezTo>
                      <a:pt x="924" y="4867"/>
                      <a:pt x="932" y="4527"/>
                      <a:pt x="924" y="4188"/>
                    </a:cubicBezTo>
                    <a:cubicBezTo>
                      <a:pt x="920" y="3849"/>
                      <a:pt x="920" y="3509"/>
                      <a:pt x="908" y="3170"/>
                    </a:cubicBezTo>
                    <a:lnTo>
                      <a:pt x="904" y="3088"/>
                    </a:lnTo>
                    <a:lnTo>
                      <a:pt x="818" y="3083"/>
                    </a:lnTo>
                    <a:cubicBezTo>
                      <a:pt x="626" y="3080"/>
                      <a:pt x="436" y="3077"/>
                      <a:pt x="244" y="3076"/>
                    </a:cubicBezTo>
                    <a:lnTo>
                      <a:pt x="244" y="3076"/>
                    </a:lnTo>
                    <a:cubicBezTo>
                      <a:pt x="353" y="2586"/>
                      <a:pt x="455" y="2096"/>
                      <a:pt x="549" y="1603"/>
                    </a:cubicBezTo>
                    <a:cubicBezTo>
                      <a:pt x="648" y="1070"/>
                      <a:pt x="747" y="538"/>
                      <a:pt x="818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4"/>
              <p:cNvSpPr/>
              <p:nvPr/>
            </p:nvSpPr>
            <p:spPr>
              <a:xfrm>
                <a:off x="2902709" y="4208734"/>
                <a:ext cx="1693812" cy="588642"/>
              </a:xfrm>
              <a:custGeom>
                <a:rect b="b" l="l" r="r" t="t"/>
                <a:pathLst>
                  <a:path extrusionOk="0" h="8717" w="25084">
                    <a:moveTo>
                      <a:pt x="5277" y="0"/>
                    </a:moveTo>
                    <a:lnTo>
                      <a:pt x="0" y="2925"/>
                    </a:lnTo>
                    <a:lnTo>
                      <a:pt x="16646" y="4492"/>
                    </a:lnTo>
                    <a:cubicBezTo>
                      <a:pt x="16646" y="4492"/>
                      <a:pt x="19768" y="8572"/>
                      <a:pt x="19874" y="8639"/>
                    </a:cubicBezTo>
                    <a:cubicBezTo>
                      <a:pt x="19936" y="8678"/>
                      <a:pt x="20490" y="8717"/>
                      <a:pt x="21100" y="8717"/>
                    </a:cubicBezTo>
                    <a:cubicBezTo>
                      <a:pt x="21547" y="8717"/>
                      <a:pt x="22024" y="8696"/>
                      <a:pt x="22361" y="8639"/>
                    </a:cubicBezTo>
                    <a:cubicBezTo>
                      <a:pt x="23158" y="8505"/>
                      <a:pt x="23632" y="7909"/>
                      <a:pt x="23632" y="7909"/>
                    </a:cubicBezTo>
                    <a:cubicBezTo>
                      <a:pt x="23632" y="7909"/>
                      <a:pt x="24277" y="8086"/>
                      <a:pt x="24707" y="8086"/>
                    </a:cubicBezTo>
                    <a:cubicBezTo>
                      <a:pt x="24922" y="8086"/>
                      <a:pt x="25084" y="8042"/>
                      <a:pt x="25084" y="7909"/>
                    </a:cubicBezTo>
                    <a:cubicBezTo>
                      <a:pt x="25084" y="7510"/>
                      <a:pt x="24022" y="6646"/>
                      <a:pt x="23024" y="5714"/>
                    </a:cubicBezTo>
                    <a:cubicBezTo>
                      <a:pt x="22029" y="4783"/>
                      <a:pt x="18331" y="2925"/>
                      <a:pt x="18331" y="2925"/>
                    </a:cubicBezTo>
                    <a:lnTo>
                      <a:pt x="5277" y="0"/>
                    </a:lnTo>
                    <a:close/>
                  </a:path>
                </a:pathLst>
              </a:custGeom>
              <a:solidFill>
                <a:srgbClr val="FFC7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4"/>
              <p:cNvSpPr/>
              <p:nvPr/>
            </p:nvSpPr>
            <p:spPr>
              <a:xfrm>
                <a:off x="3521736" y="3898039"/>
                <a:ext cx="51725" cy="91163"/>
              </a:xfrm>
              <a:custGeom>
                <a:rect b="b" l="l" r="r" t="t"/>
                <a:pathLst>
                  <a:path extrusionOk="0" h="1350" w="766">
                    <a:moveTo>
                      <a:pt x="383" y="0"/>
                    </a:moveTo>
                    <a:cubicBezTo>
                      <a:pt x="170" y="0"/>
                      <a:pt x="1" y="304"/>
                      <a:pt x="1" y="674"/>
                    </a:cubicBezTo>
                    <a:cubicBezTo>
                      <a:pt x="1" y="1046"/>
                      <a:pt x="170" y="1350"/>
                      <a:pt x="383" y="1350"/>
                    </a:cubicBezTo>
                    <a:cubicBezTo>
                      <a:pt x="596" y="1350"/>
                      <a:pt x="766" y="1046"/>
                      <a:pt x="766" y="674"/>
                    </a:cubicBezTo>
                    <a:cubicBezTo>
                      <a:pt x="766" y="304"/>
                      <a:pt x="596" y="0"/>
                      <a:pt x="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24"/>
              <p:cNvSpPr/>
              <p:nvPr/>
            </p:nvSpPr>
            <p:spPr>
              <a:xfrm>
                <a:off x="4163453" y="4018171"/>
                <a:ext cx="51792" cy="90960"/>
              </a:xfrm>
              <a:custGeom>
                <a:rect b="b" l="l" r="r" t="t"/>
                <a:pathLst>
                  <a:path extrusionOk="0" h="1347" w="767">
                    <a:moveTo>
                      <a:pt x="384" y="1"/>
                    </a:moveTo>
                    <a:cubicBezTo>
                      <a:pt x="175" y="1"/>
                      <a:pt x="0" y="301"/>
                      <a:pt x="0" y="675"/>
                    </a:cubicBezTo>
                    <a:cubicBezTo>
                      <a:pt x="0" y="1046"/>
                      <a:pt x="175" y="1347"/>
                      <a:pt x="384" y="1347"/>
                    </a:cubicBezTo>
                    <a:cubicBezTo>
                      <a:pt x="597" y="1347"/>
                      <a:pt x="767" y="1046"/>
                      <a:pt x="767" y="675"/>
                    </a:cubicBezTo>
                    <a:cubicBezTo>
                      <a:pt x="767" y="301"/>
                      <a:pt x="597" y="1"/>
                      <a:pt x="3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4"/>
              <p:cNvSpPr/>
              <p:nvPr/>
            </p:nvSpPr>
            <p:spPr>
              <a:xfrm>
                <a:off x="2976517" y="4065035"/>
                <a:ext cx="230803" cy="77117"/>
              </a:xfrm>
              <a:custGeom>
                <a:rect b="b" l="l" r="r" t="t"/>
                <a:pathLst>
                  <a:path extrusionOk="0" h="1142" w="3418">
                    <a:moveTo>
                      <a:pt x="3359" y="1"/>
                    </a:moveTo>
                    <a:lnTo>
                      <a:pt x="0" y="1141"/>
                    </a:lnTo>
                    <a:lnTo>
                      <a:pt x="3417" y="190"/>
                    </a:lnTo>
                    <a:lnTo>
                      <a:pt x="3359" y="1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4"/>
              <p:cNvSpPr/>
              <p:nvPr/>
            </p:nvSpPr>
            <p:spPr>
              <a:xfrm>
                <a:off x="4812124" y="4186045"/>
                <a:ext cx="175161" cy="179692"/>
              </a:xfrm>
              <a:custGeom>
                <a:rect b="b" l="l" r="r" t="t"/>
                <a:pathLst>
                  <a:path extrusionOk="0" h="2661" w="2594">
                    <a:moveTo>
                      <a:pt x="2594" y="1"/>
                    </a:moveTo>
                    <a:lnTo>
                      <a:pt x="2594" y="1"/>
                    </a:lnTo>
                    <a:cubicBezTo>
                      <a:pt x="2104" y="391"/>
                      <a:pt x="1658" y="822"/>
                      <a:pt x="1224" y="1264"/>
                    </a:cubicBezTo>
                    <a:cubicBezTo>
                      <a:pt x="794" y="1706"/>
                      <a:pt x="376" y="2163"/>
                      <a:pt x="1" y="2661"/>
                    </a:cubicBezTo>
                    <a:cubicBezTo>
                      <a:pt x="490" y="2274"/>
                      <a:pt x="932" y="1844"/>
                      <a:pt x="1366" y="1402"/>
                    </a:cubicBezTo>
                    <a:cubicBezTo>
                      <a:pt x="1796" y="956"/>
                      <a:pt x="2215" y="502"/>
                      <a:pt x="2594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4"/>
              <p:cNvSpPr/>
              <p:nvPr/>
            </p:nvSpPr>
            <p:spPr>
              <a:xfrm>
                <a:off x="3787458" y="3373821"/>
                <a:ext cx="171988" cy="288615"/>
              </a:xfrm>
              <a:custGeom>
                <a:rect b="b" l="l" r="r" t="t"/>
                <a:pathLst>
                  <a:path extrusionOk="0" h="4274" w="2547">
                    <a:moveTo>
                      <a:pt x="486" y="0"/>
                    </a:moveTo>
                    <a:cubicBezTo>
                      <a:pt x="375" y="683"/>
                      <a:pt x="293" y="1370"/>
                      <a:pt x="209" y="2053"/>
                    </a:cubicBezTo>
                    <a:cubicBezTo>
                      <a:pt x="135" y="2739"/>
                      <a:pt x="71" y="3426"/>
                      <a:pt x="12" y="4113"/>
                    </a:cubicBezTo>
                    <a:lnTo>
                      <a:pt x="0" y="4274"/>
                    </a:lnTo>
                    <a:lnTo>
                      <a:pt x="0" y="4274"/>
                    </a:lnTo>
                    <a:lnTo>
                      <a:pt x="146" y="4211"/>
                    </a:lnTo>
                    <a:cubicBezTo>
                      <a:pt x="549" y="4029"/>
                      <a:pt x="951" y="3840"/>
                      <a:pt x="1354" y="3650"/>
                    </a:cubicBezTo>
                    <a:cubicBezTo>
                      <a:pt x="1752" y="3461"/>
                      <a:pt x="2151" y="3264"/>
                      <a:pt x="2546" y="3058"/>
                    </a:cubicBezTo>
                    <a:lnTo>
                      <a:pt x="2546" y="3058"/>
                    </a:lnTo>
                    <a:cubicBezTo>
                      <a:pt x="2127" y="3208"/>
                      <a:pt x="1714" y="3366"/>
                      <a:pt x="1302" y="3532"/>
                    </a:cubicBezTo>
                    <a:cubicBezTo>
                      <a:pt x="938" y="3674"/>
                      <a:pt x="577" y="3820"/>
                      <a:pt x="218" y="3971"/>
                    </a:cubicBezTo>
                    <a:lnTo>
                      <a:pt x="218" y="3971"/>
                    </a:lnTo>
                    <a:cubicBezTo>
                      <a:pt x="283" y="3338"/>
                      <a:pt x="339" y="2704"/>
                      <a:pt x="383" y="2068"/>
                    </a:cubicBezTo>
                    <a:cubicBezTo>
                      <a:pt x="426" y="1381"/>
                      <a:pt x="470" y="691"/>
                      <a:pt x="486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24"/>
              <p:cNvSpPr/>
              <p:nvPr/>
            </p:nvSpPr>
            <p:spPr>
              <a:xfrm>
                <a:off x="4026776" y="3463566"/>
                <a:ext cx="118913" cy="274637"/>
              </a:xfrm>
              <a:custGeom>
                <a:rect b="b" l="l" r="r" t="t"/>
                <a:pathLst>
                  <a:path extrusionOk="0" h="4067" w="1761">
                    <a:moveTo>
                      <a:pt x="1760" y="1"/>
                    </a:moveTo>
                    <a:lnTo>
                      <a:pt x="1760" y="1"/>
                    </a:lnTo>
                    <a:cubicBezTo>
                      <a:pt x="1646" y="309"/>
                      <a:pt x="1540" y="620"/>
                      <a:pt x="1441" y="932"/>
                    </a:cubicBezTo>
                    <a:cubicBezTo>
                      <a:pt x="1342" y="1245"/>
                      <a:pt x="1235" y="1556"/>
                      <a:pt x="1145" y="1872"/>
                    </a:cubicBezTo>
                    <a:cubicBezTo>
                      <a:pt x="983" y="2417"/>
                      <a:pt x="829" y="2964"/>
                      <a:pt x="685" y="3514"/>
                    </a:cubicBezTo>
                    <a:lnTo>
                      <a:pt x="685" y="3514"/>
                    </a:lnTo>
                    <a:cubicBezTo>
                      <a:pt x="594" y="3301"/>
                      <a:pt x="498" y="3089"/>
                      <a:pt x="407" y="2874"/>
                    </a:cubicBezTo>
                    <a:cubicBezTo>
                      <a:pt x="277" y="2582"/>
                      <a:pt x="139" y="2290"/>
                      <a:pt x="0" y="2002"/>
                    </a:cubicBezTo>
                    <a:lnTo>
                      <a:pt x="0" y="2002"/>
                    </a:lnTo>
                    <a:cubicBezTo>
                      <a:pt x="91" y="2310"/>
                      <a:pt x="190" y="2618"/>
                      <a:pt x="296" y="2917"/>
                    </a:cubicBezTo>
                    <a:cubicBezTo>
                      <a:pt x="407" y="3217"/>
                      <a:pt x="509" y="3525"/>
                      <a:pt x="624" y="3821"/>
                    </a:cubicBezTo>
                    <a:lnTo>
                      <a:pt x="715" y="4066"/>
                    </a:lnTo>
                    <a:lnTo>
                      <a:pt x="789" y="3813"/>
                    </a:lnTo>
                    <a:cubicBezTo>
                      <a:pt x="979" y="3186"/>
                      <a:pt x="1157" y="2554"/>
                      <a:pt x="1319" y="1919"/>
                    </a:cubicBezTo>
                    <a:cubicBezTo>
                      <a:pt x="1405" y="1604"/>
                      <a:pt x="1476" y="1283"/>
                      <a:pt x="1551" y="964"/>
                    </a:cubicBezTo>
                    <a:cubicBezTo>
                      <a:pt x="1630" y="644"/>
                      <a:pt x="1698" y="325"/>
                      <a:pt x="1760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24"/>
              <p:cNvSpPr/>
              <p:nvPr/>
            </p:nvSpPr>
            <p:spPr>
              <a:xfrm>
                <a:off x="4291958" y="2884786"/>
                <a:ext cx="114321" cy="233242"/>
              </a:xfrm>
              <a:custGeom>
                <a:rect b="b" l="l" r="r" t="t"/>
                <a:pathLst>
                  <a:path extrusionOk="0" h="3454" w="1693">
                    <a:moveTo>
                      <a:pt x="48" y="0"/>
                    </a:moveTo>
                    <a:lnTo>
                      <a:pt x="48" y="0"/>
                    </a:lnTo>
                    <a:cubicBezTo>
                      <a:pt x="435" y="419"/>
                      <a:pt x="842" y="819"/>
                      <a:pt x="1245" y="1218"/>
                    </a:cubicBezTo>
                    <a:lnTo>
                      <a:pt x="1245" y="1218"/>
                    </a:lnTo>
                    <a:cubicBezTo>
                      <a:pt x="1309" y="1902"/>
                      <a:pt x="1391" y="2587"/>
                      <a:pt x="1479" y="3267"/>
                    </a:cubicBezTo>
                    <a:lnTo>
                      <a:pt x="1479" y="3267"/>
                    </a:lnTo>
                    <a:cubicBezTo>
                      <a:pt x="1381" y="3272"/>
                      <a:pt x="1281" y="3274"/>
                      <a:pt x="1181" y="3274"/>
                    </a:cubicBezTo>
                    <a:cubicBezTo>
                      <a:pt x="1114" y="3274"/>
                      <a:pt x="1046" y="3273"/>
                      <a:pt x="979" y="3272"/>
                    </a:cubicBezTo>
                    <a:cubicBezTo>
                      <a:pt x="778" y="3264"/>
                      <a:pt x="576" y="3252"/>
                      <a:pt x="387" y="3197"/>
                    </a:cubicBezTo>
                    <a:cubicBezTo>
                      <a:pt x="296" y="3173"/>
                      <a:pt x="205" y="3133"/>
                      <a:pt x="146" y="3075"/>
                    </a:cubicBezTo>
                    <a:cubicBezTo>
                      <a:pt x="115" y="3043"/>
                      <a:pt x="99" y="3007"/>
                      <a:pt x="95" y="2968"/>
                    </a:cubicBezTo>
                    <a:cubicBezTo>
                      <a:pt x="95" y="2925"/>
                      <a:pt x="95" y="2873"/>
                      <a:pt x="106" y="2830"/>
                    </a:cubicBezTo>
                    <a:cubicBezTo>
                      <a:pt x="122" y="2739"/>
                      <a:pt x="197" y="2672"/>
                      <a:pt x="292" y="2652"/>
                    </a:cubicBezTo>
                    <a:cubicBezTo>
                      <a:pt x="324" y="2645"/>
                      <a:pt x="358" y="2642"/>
                      <a:pt x="392" y="2642"/>
                    </a:cubicBezTo>
                    <a:cubicBezTo>
                      <a:pt x="458" y="2642"/>
                      <a:pt x="527" y="2654"/>
                      <a:pt x="592" y="2672"/>
                    </a:cubicBezTo>
                    <a:cubicBezTo>
                      <a:pt x="508" y="2633"/>
                      <a:pt x="417" y="2607"/>
                      <a:pt x="324" y="2607"/>
                    </a:cubicBezTo>
                    <a:cubicBezTo>
                      <a:pt x="312" y="2607"/>
                      <a:pt x="300" y="2608"/>
                      <a:pt x="288" y="2609"/>
                    </a:cubicBezTo>
                    <a:cubicBezTo>
                      <a:pt x="177" y="2617"/>
                      <a:pt x="68" y="2696"/>
                      <a:pt x="32" y="2807"/>
                    </a:cubicBezTo>
                    <a:cubicBezTo>
                      <a:pt x="12" y="2862"/>
                      <a:pt x="4" y="2913"/>
                      <a:pt x="4" y="2972"/>
                    </a:cubicBezTo>
                    <a:cubicBezTo>
                      <a:pt x="0" y="3035"/>
                      <a:pt x="24" y="3098"/>
                      <a:pt x="63" y="3146"/>
                    </a:cubicBezTo>
                    <a:cubicBezTo>
                      <a:pt x="146" y="3237"/>
                      <a:pt x="248" y="3284"/>
                      <a:pt x="352" y="3319"/>
                    </a:cubicBezTo>
                    <a:cubicBezTo>
                      <a:pt x="552" y="3390"/>
                      <a:pt x="762" y="3422"/>
                      <a:pt x="971" y="3437"/>
                    </a:cubicBezTo>
                    <a:cubicBezTo>
                      <a:pt x="1108" y="3448"/>
                      <a:pt x="1248" y="3453"/>
                      <a:pt x="1388" y="3453"/>
                    </a:cubicBezTo>
                    <a:cubicBezTo>
                      <a:pt x="1457" y="3453"/>
                      <a:pt x="1526" y="3452"/>
                      <a:pt x="1594" y="3450"/>
                    </a:cubicBezTo>
                    <a:lnTo>
                      <a:pt x="1693" y="3446"/>
                    </a:lnTo>
                    <a:lnTo>
                      <a:pt x="1681" y="3343"/>
                    </a:lnTo>
                    <a:cubicBezTo>
                      <a:pt x="1602" y="2617"/>
                      <a:pt x="1512" y="1894"/>
                      <a:pt x="1401" y="1173"/>
                    </a:cubicBezTo>
                    <a:lnTo>
                      <a:pt x="1397" y="1141"/>
                    </a:lnTo>
                    <a:lnTo>
                      <a:pt x="1377" y="1121"/>
                    </a:lnTo>
                    <a:cubicBezTo>
                      <a:pt x="939" y="742"/>
                      <a:pt x="505" y="359"/>
                      <a:pt x="48" y="0"/>
                    </a:cubicBezTo>
                    <a:close/>
                  </a:path>
                </a:pathLst>
              </a:custGeom>
              <a:solidFill>
                <a:srgbClr val="CE83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4"/>
              <p:cNvSpPr/>
              <p:nvPr/>
            </p:nvSpPr>
            <p:spPr>
              <a:xfrm>
                <a:off x="4145625" y="3075281"/>
                <a:ext cx="137009" cy="111219"/>
              </a:xfrm>
              <a:custGeom>
                <a:rect b="b" l="l" r="r" t="t"/>
                <a:pathLst>
                  <a:path extrusionOk="0" h="1647" w="2029">
                    <a:moveTo>
                      <a:pt x="0" y="1"/>
                    </a:moveTo>
                    <a:lnTo>
                      <a:pt x="0" y="1"/>
                    </a:lnTo>
                    <a:cubicBezTo>
                      <a:pt x="20" y="123"/>
                      <a:pt x="51" y="241"/>
                      <a:pt x="80" y="364"/>
                    </a:cubicBezTo>
                    <a:cubicBezTo>
                      <a:pt x="111" y="483"/>
                      <a:pt x="162" y="596"/>
                      <a:pt x="210" y="711"/>
                    </a:cubicBezTo>
                    <a:cubicBezTo>
                      <a:pt x="253" y="829"/>
                      <a:pt x="324" y="933"/>
                      <a:pt x="383" y="1043"/>
                    </a:cubicBezTo>
                    <a:cubicBezTo>
                      <a:pt x="419" y="1098"/>
                      <a:pt x="462" y="1146"/>
                      <a:pt x="501" y="1197"/>
                    </a:cubicBezTo>
                    <a:cubicBezTo>
                      <a:pt x="541" y="1244"/>
                      <a:pt x="581" y="1295"/>
                      <a:pt x="632" y="1339"/>
                    </a:cubicBezTo>
                    <a:cubicBezTo>
                      <a:pt x="811" y="1514"/>
                      <a:pt x="1063" y="1647"/>
                      <a:pt x="1327" y="1647"/>
                    </a:cubicBezTo>
                    <a:cubicBezTo>
                      <a:pt x="1331" y="1647"/>
                      <a:pt x="1335" y="1647"/>
                      <a:pt x="1339" y="1647"/>
                    </a:cubicBezTo>
                    <a:cubicBezTo>
                      <a:pt x="1343" y="1647"/>
                      <a:pt x="1347" y="1647"/>
                      <a:pt x="1352" y="1647"/>
                    </a:cubicBezTo>
                    <a:cubicBezTo>
                      <a:pt x="1611" y="1647"/>
                      <a:pt x="1854" y="1537"/>
                      <a:pt x="2029" y="1367"/>
                    </a:cubicBezTo>
                    <a:lnTo>
                      <a:pt x="2029" y="1367"/>
                    </a:lnTo>
                    <a:cubicBezTo>
                      <a:pt x="1850" y="1453"/>
                      <a:pt x="1657" y="1500"/>
                      <a:pt x="1472" y="1500"/>
                    </a:cubicBezTo>
                    <a:cubicBezTo>
                      <a:pt x="1430" y="1500"/>
                      <a:pt x="1387" y="1498"/>
                      <a:pt x="1346" y="1492"/>
                    </a:cubicBezTo>
                    <a:cubicBezTo>
                      <a:pt x="1125" y="1465"/>
                      <a:pt x="927" y="1350"/>
                      <a:pt x="766" y="1193"/>
                    </a:cubicBezTo>
                    <a:cubicBezTo>
                      <a:pt x="679" y="1122"/>
                      <a:pt x="616" y="1023"/>
                      <a:pt x="537" y="937"/>
                    </a:cubicBezTo>
                    <a:cubicBezTo>
                      <a:pt x="478" y="838"/>
                      <a:pt x="403" y="743"/>
                      <a:pt x="348" y="640"/>
                    </a:cubicBezTo>
                    <a:cubicBezTo>
                      <a:pt x="293" y="534"/>
                      <a:pt x="222" y="435"/>
                      <a:pt x="170" y="325"/>
                    </a:cubicBezTo>
                    <a:cubicBezTo>
                      <a:pt x="119" y="218"/>
                      <a:pt x="64" y="108"/>
                      <a:pt x="0" y="1"/>
                    </a:cubicBezTo>
                    <a:close/>
                  </a:path>
                </a:pathLst>
              </a:custGeom>
              <a:solidFill>
                <a:srgbClr val="CE83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4"/>
              <p:cNvSpPr/>
              <p:nvPr/>
            </p:nvSpPr>
            <p:spPr>
              <a:xfrm>
                <a:off x="4091806" y="2700097"/>
                <a:ext cx="122356" cy="77590"/>
              </a:xfrm>
              <a:custGeom>
                <a:rect b="b" l="l" r="r" t="t"/>
                <a:pathLst>
                  <a:path extrusionOk="0" h="1149" w="1812">
                    <a:moveTo>
                      <a:pt x="1808" y="1"/>
                    </a:moveTo>
                    <a:cubicBezTo>
                      <a:pt x="1768" y="1"/>
                      <a:pt x="848" y="20"/>
                      <a:pt x="1" y="865"/>
                    </a:cubicBezTo>
                    <a:lnTo>
                      <a:pt x="280" y="1149"/>
                    </a:lnTo>
                    <a:cubicBezTo>
                      <a:pt x="1010" y="422"/>
                      <a:pt x="1804" y="399"/>
                      <a:pt x="1812" y="399"/>
                    </a:cubicBezTo>
                    <a:lnTo>
                      <a:pt x="1808" y="1"/>
                    </a:lnTo>
                    <a:close/>
                  </a:path>
                </a:pathLst>
              </a:custGeom>
              <a:solidFill>
                <a:srgbClr val="09232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4"/>
              <p:cNvSpPr/>
              <p:nvPr/>
            </p:nvSpPr>
            <p:spPr>
              <a:xfrm>
                <a:off x="4312486" y="2699422"/>
                <a:ext cx="107703" cy="49498"/>
              </a:xfrm>
              <a:custGeom>
                <a:rect b="b" l="l" r="r" t="t"/>
                <a:pathLst>
                  <a:path extrusionOk="0" h="733" w="1595">
                    <a:moveTo>
                      <a:pt x="216" y="1"/>
                    </a:moveTo>
                    <a:cubicBezTo>
                      <a:pt x="91" y="1"/>
                      <a:pt x="10" y="9"/>
                      <a:pt x="0" y="11"/>
                    </a:cubicBezTo>
                    <a:lnTo>
                      <a:pt x="43" y="409"/>
                    </a:lnTo>
                    <a:cubicBezTo>
                      <a:pt x="45" y="407"/>
                      <a:pt x="109" y="401"/>
                      <a:pt x="211" y="401"/>
                    </a:cubicBezTo>
                    <a:cubicBezTo>
                      <a:pt x="469" y="401"/>
                      <a:pt x="972" y="444"/>
                      <a:pt x="1354" y="732"/>
                    </a:cubicBezTo>
                    <a:lnTo>
                      <a:pt x="1594" y="413"/>
                    </a:lnTo>
                    <a:cubicBezTo>
                      <a:pt x="1121" y="55"/>
                      <a:pt x="529" y="1"/>
                      <a:pt x="216" y="1"/>
                    </a:cubicBezTo>
                    <a:close/>
                  </a:path>
                </a:pathLst>
              </a:custGeom>
              <a:solidFill>
                <a:srgbClr val="09232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4"/>
              <p:cNvSpPr/>
              <p:nvPr/>
            </p:nvSpPr>
            <p:spPr>
              <a:xfrm>
                <a:off x="4214098" y="2830899"/>
                <a:ext cx="30454" cy="53955"/>
              </a:xfrm>
              <a:custGeom>
                <a:rect b="b" l="l" r="r" t="t"/>
                <a:pathLst>
                  <a:path extrusionOk="0" h="799" w="451">
                    <a:moveTo>
                      <a:pt x="226" y="1"/>
                    </a:moveTo>
                    <a:cubicBezTo>
                      <a:pt x="99" y="1"/>
                      <a:pt x="1" y="179"/>
                      <a:pt x="1" y="399"/>
                    </a:cubicBezTo>
                    <a:cubicBezTo>
                      <a:pt x="1" y="616"/>
                      <a:pt x="99" y="798"/>
                      <a:pt x="226" y="798"/>
                    </a:cubicBezTo>
                    <a:cubicBezTo>
                      <a:pt x="348" y="798"/>
                      <a:pt x="450" y="616"/>
                      <a:pt x="450" y="399"/>
                    </a:cubicBezTo>
                    <a:cubicBezTo>
                      <a:pt x="450" y="179"/>
                      <a:pt x="348" y="1"/>
                      <a:pt x="226" y="1"/>
                    </a:cubicBezTo>
                    <a:close/>
                  </a:path>
                </a:pathLst>
              </a:custGeom>
              <a:solidFill>
                <a:srgbClr val="09232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4"/>
              <p:cNvSpPr/>
              <p:nvPr/>
            </p:nvSpPr>
            <p:spPr>
              <a:xfrm>
                <a:off x="4347668" y="2821917"/>
                <a:ext cx="30657" cy="53820"/>
              </a:xfrm>
              <a:custGeom>
                <a:rect b="b" l="l" r="r" t="t"/>
                <a:pathLst>
                  <a:path extrusionOk="0" h="797" w="454">
                    <a:moveTo>
                      <a:pt x="225" y="0"/>
                    </a:moveTo>
                    <a:cubicBezTo>
                      <a:pt x="103" y="0"/>
                      <a:pt x="0" y="177"/>
                      <a:pt x="0" y="399"/>
                    </a:cubicBezTo>
                    <a:cubicBezTo>
                      <a:pt x="0" y="620"/>
                      <a:pt x="103" y="797"/>
                      <a:pt x="225" y="797"/>
                    </a:cubicBezTo>
                    <a:cubicBezTo>
                      <a:pt x="351" y="797"/>
                      <a:pt x="454" y="620"/>
                      <a:pt x="454" y="399"/>
                    </a:cubicBezTo>
                    <a:cubicBezTo>
                      <a:pt x="454" y="177"/>
                      <a:pt x="351" y="0"/>
                      <a:pt x="225" y="0"/>
                    </a:cubicBezTo>
                    <a:close/>
                  </a:path>
                </a:pathLst>
              </a:custGeom>
              <a:solidFill>
                <a:srgbClr val="09232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4"/>
              <p:cNvSpPr/>
              <p:nvPr/>
            </p:nvSpPr>
            <p:spPr>
              <a:xfrm>
                <a:off x="3831419" y="2909973"/>
                <a:ext cx="137009" cy="69081"/>
              </a:xfrm>
              <a:custGeom>
                <a:rect b="b" l="l" r="r" t="t"/>
                <a:pathLst>
                  <a:path extrusionOk="0" h="1023" w="2029">
                    <a:moveTo>
                      <a:pt x="1053" y="0"/>
                    </a:moveTo>
                    <a:cubicBezTo>
                      <a:pt x="942" y="0"/>
                      <a:pt x="830" y="21"/>
                      <a:pt x="726" y="61"/>
                    </a:cubicBezTo>
                    <a:cubicBezTo>
                      <a:pt x="553" y="124"/>
                      <a:pt x="407" y="239"/>
                      <a:pt x="285" y="365"/>
                    </a:cubicBezTo>
                    <a:cubicBezTo>
                      <a:pt x="163" y="496"/>
                      <a:pt x="68" y="645"/>
                      <a:pt x="1" y="807"/>
                    </a:cubicBezTo>
                    <a:cubicBezTo>
                      <a:pt x="95" y="661"/>
                      <a:pt x="210" y="531"/>
                      <a:pt x="332" y="416"/>
                    </a:cubicBezTo>
                    <a:cubicBezTo>
                      <a:pt x="458" y="302"/>
                      <a:pt x="604" y="215"/>
                      <a:pt x="762" y="164"/>
                    </a:cubicBezTo>
                    <a:cubicBezTo>
                      <a:pt x="852" y="134"/>
                      <a:pt x="946" y="118"/>
                      <a:pt x="1040" y="118"/>
                    </a:cubicBezTo>
                    <a:cubicBezTo>
                      <a:pt x="1108" y="118"/>
                      <a:pt x="1176" y="126"/>
                      <a:pt x="1243" y="144"/>
                    </a:cubicBezTo>
                    <a:cubicBezTo>
                      <a:pt x="1323" y="152"/>
                      <a:pt x="1398" y="192"/>
                      <a:pt x="1476" y="219"/>
                    </a:cubicBezTo>
                    <a:cubicBezTo>
                      <a:pt x="1533" y="243"/>
                      <a:pt x="1587" y="276"/>
                      <a:pt x="1643" y="306"/>
                    </a:cubicBezTo>
                    <a:lnTo>
                      <a:pt x="1643" y="306"/>
                    </a:lnTo>
                    <a:cubicBezTo>
                      <a:pt x="1598" y="360"/>
                      <a:pt x="1560" y="422"/>
                      <a:pt x="1540" y="492"/>
                    </a:cubicBezTo>
                    <a:cubicBezTo>
                      <a:pt x="1516" y="587"/>
                      <a:pt x="1528" y="689"/>
                      <a:pt x="1575" y="771"/>
                    </a:cubicBezTo>
                    <a:cubicBezTo>
                      <a:pt x="1659" y="929"/>
                      <a:pt x="1828" y="1022"/>
                      <a:pt x="1990" y="1022"/>
                    </a:cubicBezTo>
                    <a:cubicBezTo>
                      <a:pt x="2003" y="1022"/>
                      <a:pt x="2016" y="1022"/>
                      <a:pt x="2029" y="1020"/>
                    </a:cubicBezTo>
                    <a:cubicBezTo>
                      <a:pt x="1851" y="1004"/>
                      <a:pt x="1702" y="890"/>
                      <a:pt x="1638" y="744"/>
                    </a:cubicBezTo>
                    <a:cubicBezTo>
                      <a:pt x="1607" y="669"/>
                      <a:pt x="1602" y="590"/>
                      <a:pt x="1631" y="519"/>
                    </a:cubicBezTo>
                    <a:cubicBezTo>
                      <a:pt x="1654" y="448"/>
                      <a:pt x="1706" y="385"/>
                      <a:pt x="1764" y="330"/>
                    </a:cubicBezTo>
                    <a:lnTo>
                      <a:pt x="1816" y="283"/>
                    </a:lnTo>
                    <a:lnTo>
                      <a:pt x="1757" y="247"/>
                    </a:lnTo>
                    <a:cubicBezTo>
                      <a:pt x="1607" y="148"/>
                      <a:pt x="1449" y="61"/>
                      <a:pt x="1267" y="26"/>
                    </a:cubicBezTo>
                    <a:cubicBezTo>
                      <a:pt x="1198" y="9"/>
                      <a:pt x="1126" y="0"/>
                      <a:pt x="1053" y="0"/>
                    </a:cubicBezTo>
                    <a:close/>
                  </a:path>
                </a:pathLst>
              </a:custGeom>
              <a:solidFill>
                <a:srgbClr val="CE83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4"/>
              <p:cNvSpPr/>
              <p:nvPr/>
            </p:nvSpPr>
            <p:spPr>
              <a:xfrm>
                <a:off x="3988421" y="3055361"/>
                <a:ext cx="88256" cy="126345"/>
              </a:xfrm>
              <a:custGeom>
                <a:rect b="b" l="l" r="r" t="t"/>
                <a:pathLst>
                  <a:path extrusionOk="0" h="1871" w="1307">
                    <a:moveTo>
                      <a:pt x="0" y="0"/>
                    </a:moveTo>
                    <a:lnTo>
                      <a:pt x="0" y="0"/>
                    </a:lnTo>
                    <a:cubicBezTo>
                      <a:pt x="182" y="336"/>
                      <a:pt x="390" y="655"/>
                      <a:pt x="603" y="967"/>
                    </a:cubicBezTo>
                    <a:cubicBezTo>
                      <a:pt x="714" y="1124"/>
                      <a:pt x="825" y="1279"/>
                      <a:pt x="943" y="1429"/>
                    </a:cubicBezTo>
                    <a:cubicBezTo>
                      <a:pt x="1058" y="1578"/>
                      <a:pt x="1176" y="1729"/>
                      <a:pt x="1306" y="1871"/>
                    </a:cubicBezTo>
                    <a:cubicBezTo>
                      <a:pt x="1215" y="1697"/>
                      <a:pt x="1117" y="1536"/>
                      <a:pt x="1018" y="1374"/>
                    </a:cubicBezTo>
                    <a:cubicBezTo>
                      <a:pt x="916" y="1212"/>
                      <a:pt x="809" y="1057"/>
                      <a:pt x="703" y="900"/>
                    </a:cubicBezTo>
                    <a:cubicBezTo>
                      <a:pt x="481" y="588"/>
                      <a:pt x="257" y="284"/>
                      <a:pt x="0" y="0"/>
                    </a:cubicBezTo>
                    <a:close/>
                  </a:path>
                </a:pathLst>
              </a:custGeom>
              <a:solidFill>
                <a:srgbClr val="CE83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4"/>
              <p:cNvSpPr/>
              <p:nvPr/>
            </p:nvSpPr>
            <p:spPr>
              <a:xfrm>
                <a:off x="6133710" y="4109063"/>
                <a:ext cx="289482" cy="149170"/>
              </a:xfrm>
              <a:custGeom>
                <a:rect b="b" l="l" r="r" t="t"/>
                <a:pathLst>
                  <a:path extrusionOk="0" h="2209" w="4287">
                    <a:moveTo>
                      <a:pt x="1863" y="1"/>
                    </a:moveTo>
                    <a:lnTo>
                      <a:pt x="1863" y="1"/>
                    </a:lnTo>
                    <a:cubicBezTo>
                      <a:pt x="2281" y="87"/>
                      <a:pt x="2691" y="201"/>
                      <a:pt x="3094" y="336"/>
                    </a:cubicBezTo>
                    <a:cubicBezTo>
                      <a:pt x="3296" y="403"/>
                      <a:pt x="3493" y="478"/>
                      <a:pt x="3686" y="565"/>
                    </a:cubicBezTo>
                    <a:cubicBezTo>
                      <a:pt x="3781" y="608"/>
                      <a:pt x="3872" y="655"/>
                      <a:pt x="3955" y="711"/>
                    </a:cubicBezTo>
                    <a:cubicBezTo>
                      <a:pt x="4037" y="766"/>
                      <a:pt x="4121" y="837"/>
                      <a:pt x="4140" y="912"/>
                    </a:cubicBezTo>
                    <a:cubicBezTo>
                      <a:pt x="4163" y="983"/>
                      <a:pt x="4112" y="1050"/>
                      <a:pt x="4030" y="1101"/>
                    </a:cubicBezTo>
                    <a:cubicBezTo>
                      <a:pt x="3950" y="1149"/>
                      <a:pt x="3852" y="1176"/>
                      <a:pt x="3753" y="1196"/>
                    </a:cubicBezTo>
                    <a:cubicBezTo>
                      <a:pt x="3552" y="1228"/>
                      <a:pt x="3335" y="1228"/>
                      <a:pt x="3126" y="1236"/>
                    </a:cubicBezTo>
                    <a:cubicBezTo>
                      <a:pt x="3018" y="1238"/>
                      <a:pt x="2910" y="1239"/>
                      <a:pt x="2801" y="1239"/>
                    </a:cubicBezTo>
                    <a:cubicBezTo>
                      <a:pt x="2486" y="1239"/>
                      <a:pt x="2169" y="1231"/>
                      <a:pt x="1855" y="1216"/>
                    </a:cubicBezTo>
                    <a:lnTo>
                      <a:pt x="1808" y="1216"/>
                    </a:lnTo>
                    <a:lnTo>
                      <a:pt x="1792" y="1259"/>
                    </a:lnTo>
                    <a:cubicBezTo>
                      <a:pt x="1737" y="1418"/>
                      <a:pt x="1642" y="1579"/>
                      <a:pt x="1520" y="1709"/>
                    </a:cubicBezTo>
                    <a:cubicBezTo>
                      <a:pt x="1398" y="1839"/>
                      <a:pt x="1247" y="1942"/>
                      <a:pt x="1081" y="2017"/>
                    </a:cubicBezTo>
                    <a:cubicBezTo>
                      <a:pt x="916" y="2092"/>
                      <a:pt x="738" y="2136"/>
                      <a:pt x="557" y="2163"/>
                    </a:cubicBezTo>
                    <a:cubicBezTo>
                      <a:pt x="466" y="2175"/>
                      <a:pt x="371" y="2175"/>
                      <a:pt x="280" y="2183"/>
                    </a:cubicBezTo>
                    <a:lnTo>
                      <a:pt x="1" y="2175"/>
                    </a:lnTo>
                    <a:lnTo>
                      <a:pt x="280" y="2207"/>
                    </a:lnTo>
                    <a:cubicBezTo>
                      <a:pt x="341" y="2207"/>
                      <a:pt x="403" y="2208"/>
                      <a:pt x="466" y="2208"/>
                    </a:cubicBezTo>
                    <a:cubicBezTo>
                      <a:pt x="497" y="2208"/>
                      <a:pt x="529" y="2208"/>
                      <a:pt x="560" y="2207"/>
                    </a:cubicBezTo>
                    <a:cubicBezTo>
                      <a:pt x="746" y="2190"/>
                      <a:pt x="935" y="2159"/>
                      <a:pt x="1114" y="2088"/>
                    </a:cubicBezTo>
                    <a:cubicBezTo>
                      <a:pt x="1287" y="2017"/>
                      <a:pt x="1453" y="1915"/>
                      <a:pt x="1591" y="1777"/>
                    </a:cubicBezTo>
                    <a:cubicBezTo>
                      <a:pt x="1718" y="1653"/>
                      <a:pt x="1824" y="1509"/>
                      <a:pt x="1890" y="1337"/>
                    </a:cubicBezTo>
                    <a:lnTo>
                      <a:pt x="1890" y="1337"/>
                    </a:lnTo>
                    <a:cubicBezTo>
                      <a:pt x="2302" y="1359"/>
                      <a:pt x="2714" y="1374"/>
                      <a:pt x="3130" y="1374"/>
                    </a:cubicBezTo>
                    <a:cubicBezTo>
                      <a:pt x="3343" y="1370"/>
                      <a:pt x="3556" y="1362"/>
                      <a:pt x="3777" y="1327"/>
                    </a:cubicBezTo>
                    <a:cubicBezTo>
                      <a:pt x="3888" y="1303"/>
                      <a:pt x="3994" y="1271"/>
                      <a:pt x="4097" y="1208"/>
                    </a:cubicBezTo>
                    <a:cubicBezTo>
                      <a:pt x="4148" y="1181"/>
                      <a:pt x="4199" y="1137"/>
                      <a:pt x="4234" y="1081"/>
                    </a:cubicBezTo>
                    <a:cubicBezTo>
                      <a:pt x="4267" y="1023"/>
                      <a:pt x="4287" y="939"/>
                      <a:pt x="4258" y="877"/>
                    </a:cubicBezTo>
                    <a:cubicBezTo>
                      <a:pt x="4215" y="746"/>
                      <a:pt x="4112" y="675"/>
                      <a:pt x="4021" y="612"/>
                    </a:cubicBezTo>
                    <a:cubicBezTo>
                      <a:pt x="3931" y="549"/>
                      <a:pt x="3828" y="505"/>
                      <a:pt x="3730" y="462"/>
                    </a:cubicBezTo>
                    <a:cubicBezTo>
                      <a:pt x="3529" y="383"/>
                      <a:pt x="3323" y="316"/>
                      <a:pt x="3118" y="257"/>
                    </a:cubicBezTo>
                    <a:cubicBezTo>
                      <a:pt x="2708" y="134"/>
                      <a:pt x="2289" y="52"/>
                      <a:pt x="1863" y="1"/>
                    </a:cubicBezTo>
                    <a:close/>
                  </a:path>
                </a:pathLst>
              </a:custGeom>
              <a:solidFill>
                <a:srgbClr val="CE83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4"/>
              <p:cNvSpPr/>
              <p:nvPr/>
            </p:nvSpPr>
            <p:spPr>
              <a:xfrm>
                <a:off x="6305095" y="4222037"/>
                <a:ext cx="107906" cy="137622"/>
              </a:xfrm>
              <a:custGeom>
                <a:rect b="b" l="l" r="r" t="t"/>
                <a:pathLst>
                  <a:path extrusionOk="0" h="2038" w="1598">
                    <a:moveTo>
                      <a:pt x="762" y="0"/>
                    </a:moveTo>
                    <a:lnTo>
                      <a:pt x="762" y="0"/>
                    </a:lnTo>
                    <a:cubicBezTo>
                      <a:pt x="937" y="243"/>
                      <a:pt x="1123" y="479"/>
                      <a:pt x="1311" y="713"/>
                    </a:cubicBezTo>
                    <a:lnTo>
                      <a:pt x="1311" y="713"/>
                    </a:lnTo>
                    <a:cubicBezTo>
                      <a:pt x="1247" y="702"/>
                      <a:pt x="1183" y="697"/>
                      <a:pt x="1119" y="697"/>
                    </a:cubicBezTo>
                    <a:cubicBezTo>
                      <a:pt x="942" y="697"/>
                      <a:pt x="766" y="737"/>
                      <a:pt x="603" y="814"/>
                    </a:cubicBezTo>
                    <a:cubicBezTo>
                      <a:pt x="332" y="944"/>
                      <a:pt x="142" y="1180"/>
                      <a:pt x="31" y="1461"/>
                    </a:cubicBezTo>
                    <a:cubicBezTo>
                      <a:pt x="8" y="1536"/>
                      <a:pt x="0" y="1627"/>
                      <a:pt x="31" y="1705"/>
                    </a:cubicBezTo>
                    <a:cubicBezTo>
                      <a:pt x="63" y="1789"/>
                      <a:pt x="126" y="1847"/>
                      <a:pt x="189" y="1891"/>
                    </a:cubicBezTo>
                    <a:cubicBezTo>
                      <a:pt x="323" y="1970"/>
                      <a:pt x="470" y="1998"/>
                      <a:pt x="607" y="2018"/>
                    </a:cubicBezTo>
                    <a:cubicBezTo>
                      <a:pt x="716" y="2031"/>
                      <a:pt x="825" y="2037"/>
                      <a:pt x="932" y="2037"/>
                    </a:cubicBezTo>
                    <a:cubicBezTo>
                      <a:pt x="1106" y="2037"/>
                      <a:pt x="1278" y="2022"/>
                      <a:pt x="1448" y="1998"/>
                    </a:cubicBezTo>
                    <a:cubicBezTo>
                      <a:pt x="1168" y="1998"/>
                      <a:pt x="891" y="1982"/>
                      <a:pt x="623" y="1931"/>
                    </a:cubicBezTo>
                    <a:cubicBezTo>
                      <a:pt x="489" y="1903"/>
                      <a:pt x="355" y="1863"/>
                      <a:pt x="257" y="1792"/>
                    </a:cubicBezTo>
                    <a:cubicBezTo>
                      <a:pt x="146" y="1725"/>
                      <a:pt x="110" y="1615"/>
                      <a:pt x="150" y="1501"/>
                    </a:cubicBezTo>
                    <a:cubicBezTo>
                      <a:pt x="248" y="1271"/>
                      <a:pt x="438" y="1051"/>
                      <a:pt x="663" y="932"/>
                    </a:cubicBezTo>
                    <a:cubicBezTo>
                      <a:pt x="813" y="854"/>
                      <a:pt x="985" y="819"/>
                      <a:pt x="1155" y="819"/>
                    </a:cubicBezTo>
                    <a:cubicBezTo>
                      <a:pt x="1249" y="819"/>
                      <a:pt x="1343" y="829"/>
                      <a:pt x="1432" y="849"/>
                    </a:cubicBezTo>
                    <a:lnTo>
                      <a:pt x="1598" y="885"/>
                    </a:lnTo>
                    <a:lnTo>
                      <a:pt x="1598" y="885"/>
                    </a:lnTo>
                    <a:lnTo>
                      <a:pt x="1488" y="767"/>
                    </a:lnTo>
                    <a:cubicBezTo>
                      <a:pt x="1251" y="506"/>
                      <a:pt x="1010" y="249"/>
                      <a:pt x="762" y="0"/>
                    </a:cubicBezTo>
                    <a:close/>
                  </a:path>
                </a:pathLst>
              </a:custGeom>
              <a:solidFill>
                <a:srgbClr val="CE83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4"/>
              <p:cNvSpPr/>
              <p:nvPr/>
            </p:nvSpPr>
            <p:spPr>
              <a:xfrm>
                <a:off x="6402876" y="4189759"/>
                <a:ext cx="60841" cy="32346"/>
              </a:xfrm>
              <a:custGeom>
                <a:rect b="b" l="l" r="r" t="t"/>
                <a:pathLst>
                  <a:path extrusionOk="0" h="479" w="901">
                    <a:moveTo>
                      <a:pt x="0" y="1"/>
                    </a:moveTo>
                    <a:cubicBezTo>
                      <a:pt x="59" y="64"/>
                      <a:pt x="130" y="116"/>
                      <a:pt x="201" y="167"/>
                    </a:cubicBezTo>
                    <a:cubicBezTo>
                      <a:pt x="268" y="218"/>
                      <a:pt x="343" y="261"/>
                      <a:pt x="419" y="301"/>
                    </a:cubicBezTo>
                    <a:cubicBezTo>
                      <a:pt x="494" y="341"/>
                      <a:pt x="569" y="376"/>
                      <a:pt x="651" y="407"/>
                    </a:cubicBezTo>
                    <a:cubicBezTo>
                      <a:pt x="731" y="436"/>
                      <a:pt x="813" y="467"/>
                      <a:pt x="900" y="478"/>
                    </a:cubicBezTo>
                    <a:cubicBezTo>
                      <a:pt x="840" y="416"/>
                      <a:pt x="769" y="360"/>
                      <a:pt x="703" y="313"/>
                    </a:cubicBezTo>
                    <a:cubicBezTo>
                      <a:pt x="632" y="261"/>
                      <a:pt x="556" y="218"/>
                      <a:pt x="481" y="179"/>
                    </a:cubicBezTo>
                    <a:cubicBezTo>
                      <a:pt x="407" y="139"/>
                      <a:pt x="332" y="99"/>
                      <a:pt x="248" y="72"/>
                    </a:cubicBezTo>
                    <a:cubicBezTo>
                      <a:pt x="170" y="41"/>
                      <a:pt x="87" y="13"/>
                      <a:pt x="0" y="1"/>
                    </a:cubicBezTo>
                    <a:close/>
                  </a:path>
                </a:pathLst>
              </a:custGeom>
              <a:solidFill>
                <a:srgbClr val="CE83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4"/>
              <p:cNvSpPr/>
              <p:nvPr/>
            </p:nvSpPr>
            <p:spPr>
              <a:xfrm>
                <a:off x="6284297" y="4318534"/>
                <a:ext cx="17354" cy="9386"/>
              </a:xfrm>
              <a:custGeom>
                <a:rect b="b" l="l" r="r" t="t"/>
                <a:pathLst>
                  <a:path extrusionOk="0" h="139" w="257">
                    <a:moveTo>
                      <a:pt x="126" y="1"/>
                    </a:moveTo>
                    <a:cubicBezTo>
                      <a:pt x="106" y="1"/>
                      <a:pt x="83" y="4"/>
                      <a:pt x="63" y="16"/>
                    </a:cubicBezTo>
                    <a:cubicBezTo>
                      <a:pt x="39" y="28"/>
                      <a:pt x="20" y="39"/>
                      <a:pt x="0" y="72"/>
                    </a:cubicBezTo>
                    <a:cubicBezTo>
                      <a:pt x="20" y="99"/>
                      <a:pt x="39" y="110"/>
                      <a:pt x="63" y="123"/>
                    </a:cubicBezTo>
                    <a:cubicBezTo>
                      <a:pt x="83" y="134"/>
                      <a:pt x="106" y="139"/>
                      <a:pt x="126" y="139"/>
                    </a:cubicBezTo>
                    <a:cubicBezTo>
                      <a:pt x="150" y="139"/>
                      <a:pt x="170" y="134"/>
                      <a:pt x="193" y="123"/>
                    </a:cubicBezTo>
                    <a:cubicBezTo>
                      <a:pt x="213" y="110"/>
                      <a:pt x="237" y="99"/>
                      <a:pt x="257" y="72"/>
                    </a:cubicBezTo>
                    <a:cubicBezTo>
                      <a:pt x="237" y="39"/>
                      <a:pt x="213" y="28"/>
                      <a:pt x="193" y="16"/>
                    </a:cubicBezTo>
                    <a:cubicBezTo>
                      <a:pt x="170" y="4"/>
                      <a:pt x="150" y="1"/>
                      <a:pt x="126" y="1"/>
                    </a:cubicBezTo>
                    <a:close/>
                  </a:path>
                </a:pathLst>
              </a:custGeom>
              <a:solidFill>
                <a:srgbClr val="CE83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4"/>
              <p:cNvSpPr/>
              <p:nvPr/>
            </p:nvSpPr>
            <p:spPr>
              <a:xfrm>
                <a:off x="6301584" y="4257219"/>
                <a:ext cx="28293" cy="32886"/>
              </a:xfrm>
              <a:custGeom>
                <a:rect b="b" l="l" r="r" t="t"/>
                <a:pathLst>
                  <a:path extrusionOk="0" h="487" w="419">
                    <a:moveTo>
                      <a:pt x="1" y="0"/>
                    </a:moveTo>
                    <a:cubicBezTo>
                      <a:pt x="12" y="60"/>
                      <a:pt x="40" y="107"/>
                      <a:pt x="63" y="158"/>
                    </a:cubicBezTo>
                    <a:cubicBezTo>
                      <a:pt x="91" y="206"/>
                      <a:pt x="123" y="246"/>
                      <a:pt x="158" y="289"/>
                    </a:cubicBezTo>
                    <a:cubicBezTo>
                      <a:pt x="194" y="328"/>
                      <a:pt x="229" y="368"/>
                      <a:pt x="277" y="399"/>
                    </a:cubicBezTo>
                    <a:cubicBezTo>
                      <a:pt x="320" y="431"/>
                      <a:pt x="364" y="462"/>
                      <a:pt x="419" y="486"/>
                    </a:cubicBezTo>
                    <a:cubicBezTo>
                      <a:pt x="407" y="426"/>
                      <a:pt x="384" y="375"/>
                      <a:pt x="356" y="328"/>
                    </a:cubicBezTo>
                    <a:cubicBezTo>
                      <a:pt x="332" y="281"/>
                      <a:pt x="296" y="237"/>
                      <a:pt x="265" y="198"/>
                    </a:cubicBezTo>
                    <a:cubicBezTo>
                      <a:pt x="225" y="158"/>
                      <a:pt x="190" y="119"/>
                      <a:pt x="147" y="87"/>
                    </a:cubicBezTo>
                    <a:cubicBezTo>
                      <a:pt x="103" y="52"/>
                      <a:pt x="56" y="20"/>
                      <a:pt x="1" y="0"/>
                    </a:cubicBezTo>
                    <a:close/>
                  </a:path>
                </a:pathLst>
              </a:custGeom>
              <a:solidFill>
                <a:srgbClr val="CE83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" name="Google Shape;280;p24"/>
            <p:cNvGrpSpPr/>
            <p:nvPr/>
          </p:nvGrpSpPr>
          <p:grpSpPr>
            <a:xfrm>
              <a:off x="1266377" y="3590563"/>
              <a:ext cx="1613419" cy="1436252"/>
              <a:chOff x="1266377" y="3450263"/>
              <a:chExt cx="1613419" cy="1436252"/>
            </a:xfrm>
          </p:grpSpPr>
          <p:sp>
            <p:nvSpPr>
              <p:cNvPr id="281" name="Google Shape;281;p24"/>
              <p:cNvSpPr/>
              <p:nvPr/>
            </p:nvSpPr>
            <p:spPr>
              <a:xfrm>
                <a:off x="1306893" y="4142017"/>
                <a:ext cx="1044419" cy="744497"/>
              </a:xfrm>
              <a:custGeom>
                <a:rect b="b" l="l" r="r" t="t"/>
                <a:pathLst>
                  <a:path extrusionOk="0" h="11025" w="15467">
                    <a:moveTo>
                      <a:pt x="15288" y="0"/>
                    </a:moveTo>
                    <a:cubicBezTo>
                      <a:pt x="15287" y="0"/>
                      <a:pt x="15286" y="1"/>
                      <a:pt x="15285" y="1"/>
                    </a:cubicBezTo>
                    <a:cubicBezTo>
                      <a:pt x="15088" y="124"/>
                      <a:pt x="1" y="988"/>
                      <a:pt x="1" y="988"/>
                    </a:cubicBezTo>
                    <a:lnTo>
                      <a:pt x="467" y="11024"/>
                    </a:lnTo>
                    <a:lnTo>
                      <a:pt x="13561" y="11024"/>
                    </a:lnTo>
                    <a:cubicBezTo>
                      <a:pt x="13561" y="11024"/>
                      <a:pt x="15466" y="0"/>
                      <a:pt x="15288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4"/>
              <p:cNvSpPr/>
              <p:nvPr/>
            </p:nvSpPr>
            <p:spPr>
              <a:xfrm>
                <a:off x="2189549" y="3857185"/>
                <a:ext cx="690247" cy="1029330"/>
              </a:xfrm>
              <a:custGeom>
                <a:rect b="b" l="l" r="r" t="t"/>
                <a:pathLst>
                  <a:path extrusionOk="0" h="15243" w="10222">
                    <a:moveTo>
                      <a:pt x="1583" y="1"/>
                    </a:moveTo>
                    <a:lnTo>
                      <a:pt x="0" y="15242"/>
                    </a:lnTo>
                    <a:lnTo>
                      <a:pt x="9725" y="15242"/>
                    </a:lnTo>
                    <a:lnTo>
                      <a:pt x="10222" y="11651"/>
                    </a:lnTo>
                    <a:lnTo>
                      <a:pt x="1583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4"/>
              <p:cNvSpPr/>
              <p:nvPr/>
            </p:nvSpPr>
            <p:spPr>
              <a:xfrm>
                <a:off x="1266377" y="3857185"/>
                <a:ext cx="1030036" cy="351619"/>
              </a:xfrm>
              <a:custGeom>
                <a:rect b="b" l="l" r="r" t="t"/>
                <a:pathLst>
                  <a:path extrusionOk="0" h="5207" w="15254">
                    <a:moveTo>
                      <a:pt x="15254" y="1"/>
                    </a:moveTo>
                    <a:lnTo>
                      <a:pt x="1" y="605"/>
                    </a:lnTo>
                    <a:lnTo>
                      <a:pt x="1" y="5206"/>
                    </a:lnTo>
                    <a:lnTo>
                      <a:pt x="14713" y="5206"/>
                    </a:lnTo>
                    <a:lnTo>
                      <a:pt x="15254" y="1"/>
                    </a:lnTo>
                    <a:close/>
                  </a:path>
                </a:pathLst>
              </a:custGeom>
              <a:solidFill>
                <a:srgbClr val="09232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4"/>
              <p:cNvSpPr/>
              <p:nvPr/>
            </p:nvSpPr>
            <p:spPr>
              <a:xfrm>
                <a:off x="1428173" y="3450263"/>
                <a:ext cx="829079" cy="234593"/>
              </a:xfrm>
              <a:custGeom>
                <a:rect b="b" l="l" r="r" t="t"/>
                <a:pathLst>
                  <a:path extrusionOk="0" h="3474" w="12278">
                    <a:moveTo>
                      <a:pt x="12277" y="1"/>
                    </a:moveTo>
                    <a:lnTo>
                      <a:pt x="0" y="198"/>
                    </a:lnTo>
                    <a:lnTo>
                      <a:pt x="0" y="3473"/>
                    </a:lnTo>
                    <a:lnTo>
                      <a:pt x="11989" y="3473"/>
                    </a:lnTo>
                    <a:lnTo>
                      <a:pt x="12277" y="1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4"/>
              <p:cNvSpPr/>
              <p:nvPr/>
            </p:nvSpPr>
            <p:spPr>
              <a:xfrm>
                <a:off x="1742042" y="3684787"/>
                <a:ext cx="81638" cy="194346"/>
              </a:xfrm>
              <a:custGeom>
                <a:rect b="b" l="l" r="r" t="t"/>
                <a:pathLst>
                  <a:path extrusionOk="0" h="2878" w="1209">
                    <a:moveTo>
                      <a:pt x="1" y="0"/>
                    </a:moveTo>
                    <a:lnTo>
                      <a:pt x="1" y="2878"/>
                    </a:lnTo>
                    <a:lnTo>
                      <a:pt x="1031" y="2878"/>
                    </a:lnTo>
                    <a:lnTo>
                      <a:pt x="1209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6" name="Google Shape;286;p24"/>
            <p:cNvSpPr/>
            <p:nvPr/>
          </p:nvSpPr>
          <p:spPr>
            <a:xfrm>
              <a:off x="1226130" y="5026743"/>
              <a:ext cx="6404331" cy="116756"/>
            </a:xfrm>
            <a:custGeom>
              <a:rect b="b" l="l" r="r" t="t"/>
              <a:pathLst>
                <a:path extrusionOk="0" h="1729" w="94843">
                  <a:moveTo>
                    <a:pt x="0" y="0"/>
                  </a:moveTo>
                  <a:lnTo>
                    <a:pt x="0" y="1729"/>
                  </a:lnTo>
                  <a:lnTo>
                    <a:pt x="94843" y="1729"/>
                  </a:lnTo>
                  <a:lnTo>
                    <a:pt x="94843" y="0"/>
                  </a:lnTo>
                  <a:close/>
                </a:path>
              </a:pathLst>
            </a:custGeom>
            <a:solidFill>
              <a:srgbClr val="0923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24"/>
          <p:cNvSpPr txBox="1"/>
          <p:nvPr>
            <p:ph idx="1" type="subTitle"/>
          </p:nvPr>
        </p:nvSpPr>
        <p:spPr>
          <a:xfrm>
            <a:off x="7139548" y="4257700"/>
            <a:ext cx="2538000" cy="65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Delivery: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28/05/24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6049975" y="0"/>
            <a:ext cx="3094025" cy="309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49475"/>
            <a:ext cx="3094025" cy="309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4" name="Google Shape;294;p25"/>
          <p:cNvGrpSpPr/>
          <p:nvPr/>
        </p:nvGrpSpPr>
        <p:grpSpPr>
          <a:xfrm>
            <a:off x="1400619" y="0"/>
            <a:ext cx="2931132" cy="2486120"/>
            <a:chOff x="319500" y="0"/>
            <a:chExt cx="2555700" cy="2301750"/>
          </a:xfrm>
        </p:grpSpPr>
        <p:sp>
          <p:nvSpPr>
            <p:cNvPr id="295" name="Google Shape;295;p25"/>
            <p:cNvSpPr/>
            <p:nvPr/>
          </p:nvSpPr>
          <p:spPr>
            <a:xfrm>
              <a:off x="319500" y="363150"/>
              <a:ext cx="2555700" cy="1938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8" name="Google Shape;298;p25"/>
            <p:cNvGrpSpPr/>
            <p:nvPr/>
          </p:nvGrpSpPr>
          <p:grpSpPr>
            <a:xfrm>
              <a:off x="2582400" y="0"/>
              <a:ext cx="46887" cy="641924"/>
              <a:chOff x="2783050" y="0"/>
              <a:chExt cx="46887" cy="641924"/>
            </a:xfrm>
          </p:grpSpPr>
          <p:sp>
            <p:nvSpPr>
              <p:cNvPr id="299" name="Google Shape;299;p25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25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1" name="Google Shape;301;p25"/>
          <p:cNvGrpSpPr/>
          <p:nvPr/>
        </p:nvGrpSpPr>
        <p:grpSpPr>
          <a:xfrm>
            <a:off x="4812245" y="0"/>
            <a:ext cx="2931132" cy="2486120"/>
            <a:chOff x="3294150" y="0"/>
            <a:chExt cx="2555700" cy="2301750"/>
          </a:xfrm>
        </p:grpSpPr>
        <p:sp>
          <p:nvSpPr>
            <p:cNvPr id="302" name="Google Shape;302;p25"/>
            <p:cNvSpPr/>
            <p:nvPr/>
          </p:nvSpPr>
          <p:spPr>
            <a:xfrm>
              <a:off x="3294150" y="363150"/>
              <a:ext cx="2555700" cy="1938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5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5" name="Google Shape;305;p25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306" name="Google Shape;306;p25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25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8" name="Google Shape;308;p25"/>
          <p:cNvSpPr txBox="1"/>
          <p:nvPr>
            <p:ph idx="1" type="subTitle"/>
          </p:nvPr>
        </p:nvSpPr>
        <p:spPr>
          <a:xfrm>
            <a:off x="1852181" y="1415995"/>
            <a:ext cx="2070600" cy="7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structure, variables, goals, data sources and </a:t>
            </a:r>
            <a:r>
              <a:rPr lang="en">
                <a:solidFill>
                  <a:schemeClr val="lt1"/>
                </a:solidFill>
              </a:rPr>
              <a:t>topics addressed</a:t>
            </a:r>
            <a:r>
              <a:rPr lang="en"/>
              <a:t> </a:t>
            </a:r>
            <a:endParaRPr/>
          </a:p>
        </p:txBody>
      </p:sp>
      <p:sp>
        <p:nvSpPr>
          <p:cNvPr id="309" name="Google Shape;309;p25"/>
          <p:cNvSpPr txBox="1"/>
          <p:nvPr>
            <p:ph idx="2" type="subTitle"/>
          </p:nvPr>
        </p:nvSpPr>
        <p:spPr>
          <a:xfrm>
            <a:off x="5279119" y="1291963"/>
            <a:ext cx="1997400" cy="7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 of the preprocessing steps</a:t>
            </a:r>
            <a:endParaRPr/>
          </a:p>
        </p:txBody>
      </p:sp>
      <p:grpSp>
        <p:nvGrpSpPr>
          <p:cNvPr id="310" name="Google Shape;310;p25"/>
          <p:cNvGrpSpPr/>
          <p:nvPr/>
        </p:nvGrpSpPr>
        <p:grpSpPr>
          <a:xfrm>
            <a:off x="1400619" y="2403753"/>
            <a:ext cx="2931132" cy="2486120"/>
            <a:chOff x="319500" y="0"/>
            <a:chExt cx="2555700" cy="2301750"/>
          </a:xfrm>
        </p:grpSpPr>
        <p:sp>
          <p:nvSpPr>
            <p:cNvPr id="311" name="Google Shape;311;p25"/>
            <p:cNvSpPr/>
            <p:nvPr/>
          </p:nvSpPr>
          <p:spPr>
            <a:xfrm>
              <a:off x="319500" y="363150"/>
              <a:ext cx="2555700" cy="1938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5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4" name="Google Shape;314;p25"/>
            <p:cNvGrpSpPr/>
            <p:nvPr/>
          </p:nvGrpSpPr>
          <p:grpSpPr>
            <a:xfrm>
              <a:off x="2582400" y="0"/>
              <a:ext cx="46887" cy="641924"/>
              <a:chOff x="2783050" y="0"/>
              <a:chExt cx="46887" cy="641924"/>
            </a:xfrm>
          </p:grpSpPr>
          <p:sp>
            <p:nvSpPr>
              <p:cNvPr id="315" name="Google Shape;315;p25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25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7" name="Google Shape;317;p25"/>
          <p:cNvGrpSpPr/>
          <p:nvPr/>
        </p:nvGrpSpPr>
        <p:grpSpPr>
          <a:xfrm>
            <a:off x="4812245" y="2403753"/>
            <a:ext cx="2931132" cy="2486120"/>
            <a:chOff x="3294150" y="0"/>
            <a:chExt cx="2555700" cy="2301750"/>
          </a:xfrm>
        </p:grpSpPr>
        <p:sp>
          <p:nvSpPr>
            <p:cNvPr id="318" name="Google Shape;318;p25"/>
            <p:cNvSpPr/>
            <p:nvPr/>
          </p:nvSpPr>
          <p:spPr>
            <a:xfrm>
              <a:off x="3294150" y="363150"/>
              <a:ext cx="2555700" cy="1938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1" name="Google Shape;321;p25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322" name="Google Shape;322;p25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5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4" name="Google Shape;324;p25"/>
          <p:cNvSpPr txBox="1"/>
          <p:nvPr>
            <p:ph idx="4" type="subTitle"/>
          </p:nvPr>
        </p:nvSpPr>
        <p:spPr>
          <a:xfrm>
            <a:off x="1852181" y="3917258"/>
            <a:ext cx="2070600" cy="7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 and bivariate  descriptive analysis and of some variables</a:t>
            </a:r>
            <a:endParaRPr/>
          </a:p>
        </p:txBody>
      </p:sp>
      <p:sp>
        <p:nvSpPr>
          <p:cNvPr id="325" name="Google Shape;325;p25"/>
          <p:cNvSpPr txBox="1"/>
          <p:nvPr>
            <p:ph idx="5" type="subTitle"/>
          </p:nvPr>
        </p:nvSpPr>
        <p:spPr>
          <a:xfrm>
            <a:off x="5279137" y="3819231"/>
            <a:ext cx="1997400" cy="7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 process of our data</a:t>
            </a:r>
            <a:endParaRPr/>
          </a:p>
        </p:txBody>
      </p:sp>
      <p:sp>
        <p:nvSpPr>
          <p:cNvPr id="326" name="Google Shape;326;p25"/>
          <p:cNvSpPr txBox="1"/>
          <p:nvPr>
            <p:ph type="ctrTitle"/>
          </p:nvPr>
        </p:nvSpPr>
        <p:spPr>
          <a:xfrm>
            <a:off x="1618780" y="740336"/>
            <a:ext cx="2537400" cy="62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INTRODUCTION</a:t>
            </a:r>
            <a:endParaRPr/>
          </a:p>
        </p:txBody>
      </p:sp>
      <p:sp>
        <p:nvSpPr>
          <p:cNvPr id="327" name="Google Shape;327;p25"/>
          <p:cNvSpPr txBox="1"/>
          <p:nvPr>
            <p:ph idx="7" type="ctrTitle"/>
          </p:nvPr>
        </p:nvSpPr>
        <p:spPr>
          <a:xfrm>
            <a:off x="4960224" y="740336"/>
            <a:ext cx="2635200" cy="62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PREPROCESSING</a:t>
            </a:r>
            <a:endParaRPr/>
          </a:p>
        </p:txBody>
      </p:sp>
      <p:sp>
        <p:nvSpPr>
          <p:cNvPr id="328" name="Google Shape;328;p25"/>
          <p:cNvSpPr txBox="1"/>
          <p:nvPr>
            <p:ph idx="9" type="ctrTitle"/>
          </p:nvPr>
        </p:nvSpPr>
        <p:spPr>
          <a:xfrm>
            <a:off x="1618775" y="3382475"/>
            <a:ext cx="2537400" cy="62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DESCRIPTIVE ANALYSIS</a:t>
            </a:r>
            <a:endParaRPr/>
          </a:p>
        </p:txBody>
      </p:sp>
      <p:sp>
        <p:nvSpPr>
          <p:cNvPr id="329" name="Google Shape;329;p25"/>
          <p:cNvSpPr txBox="1"/>
          <p:nvPr>
            <p:ph idx="13" type="ctrTitle"/>
          </p:nvPr>
        </p:nvSpPr>
        <p:spPr>
          <a:xfrm>
            <a:off x="5187027" y="3144637"/>
            <a:ext cx="2181600" cy="62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SAMPLING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49475"/>
            <a:ext cx="3094025" cy="309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6049975" y="0"/>
            <a:ext cx="3094025" cy="309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26"/>
          <p:cNvGrpSpPr/>
          <p:nvPr/>
        </p:nvGrpSpPr>
        <p:grpSpPr>
          <a:xfrm>
            <a:off x="1400619" y="0"/>
            <a:ext cx="2931132" cy="2486120"/>
            <a:chOff x="319500" y="0"/>
            <a:chExt cx="2555700" cy="2301750"/>
          </a:xfrm>
        </p:grpSpPr>
        <p:sp>
          <p:nvSpPr>
            <p:cNvPr id="337" name="Google Shape;337;p26"/>
            <p:cNvSpPr/>
            <p:nvPr/>
          </p:nvSpPr>
          <p:spPr>
            <a:xfrm>
              <a:off x="319500" y="363150"/>
              <a:ext cx="2555700" cy="1938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0" name="Google Shape;340;p26"/>
            <p:cNvGrpSpPr/>
            <p:nvPr/>
          </p:nvGrpSpPr>
          <p:grpSpPr>
            <a:xfrm>
              <a:off x="2582400" y="0"/>
              <a:ext cx="46887" cy="641924"/>
              <a:chOff x="2783050" y="0"/>
              <a:chExt cx="46887" cy="641924"/>
            </a:xfrm>
          </p:grpSpPr>
          <p:sp>
            <p:nvSpPr>
              <p:cNvPr id="341" name="Google Shape;341;p26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6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3" name="Google Shape;343;p26"/>
          <p:cNvGrpSpPr/>
          <p:nvPr/>
        </p:nvGrpSpPr>
        <p:grpSpPr>
          <a:xfrm>
            <a:off x="4812245" y="0"/>
            <a:ext cx="2931132" cy="2486120"/>
            <a:chOff x="3294150" y="0"/>
            <a:chExt cx="2555700" cy="2301750"/>
          </a:xfrm>
        </p:grpSpPr>
        <p:sp>
          <p:nvSpPr>
            <p:cNvPr id="344" name="Google Shape;344;p26"/>
            <p:cNvSpPr/>
            <p:nvPr/>
          </p:nvSpPr>
          <p:spPr>
            <a:xfrm>
              <a:off x="3294150" y="363150"/>
              <a:ext cx="2555700" cy="1938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7" name="Google Shape;347;p26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0" name="Google Shape;350;p26"/>
          <p:cNvSpPr txBox="1"/>
          <p:nvPr>
            <p:ph idx="1" type="subTitle"/>
          </p:nvPr>
        </p:nvSpPr>
        <p:spPr>
          <a:xfrm>
            <a:off x="1817825" y="1505275"/>
            <a:ext cx="2139300" cy="7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arameter, statistic, procedure, results and interpretation for each CI</a:t>
            </a:r>
            <a:endParaRPr/>
          </a:p>
        </p:txBody>
      </p:sp>
      <p:sp>
        <p:nvSpPr>
          <p:cNvPr id="351" name="Google Shape;351;p26"/>
          <p:cNvSpPr txBox="1"/>
          <p:nvPr>
            <p:ph idx="2" type="subTitle"/>
          </p:nvPr>
        </p:nvSpPr>
        <p:spPr>
          <a:xfrm>
            <a:off x="5232925" y="1364325"/>
            <a:ext cx="2089800" cy="7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Fictitious</a:t>
            </a:r>
            <a:r>
              <a:rPr lang="en"/>
              <a:t> scenario with a question, justification</a:t>
            </a:r>
            <a:r>
              <a:rPr lang="en"/>
              <a:t> of the test</a:t>
            </a:r>
            <a:r>
              <a:rPr lang="en"/>
              <a:t>, statistics and results for each H</a:t>
            </a:r>
            <a:r>
              <a:rPr lang="en"/>
              <a:t>T</a:t>
            </a:r>
            <a:endParaRPr/>
          </a:p>
        </p:txBody>
      </p:sp>
      <p:grpSp>
        <p:nvGrpSpPr>
          <p:cNvPr id="352" name="Google Shape;352;p26"/>
          <p:cNvGrpSpPr/>
          <p:nvPr/>
        </p:nvGrpSpPr>
        <p:grpSpPr>
          <a:xfrm>
            <a:off x="1400619" y="2403753"/>
            <a:ext cx="2931132" cy="2486120"/>
            <a:chOff x="319500" y="0"/>
            <a:chExt cx="2555700" cy="2301750"/>
          </a:xfrm>
        </p:grpSpPr>
        <p:sp>
          <p:nvSpPr>
            <p:cNvPr id="353" name="Google Shape;353;p26"/>
            <p:cNvSpPr/>
            <p:nvPr/>
          </p:nvSpPr>
          <p:spPr>
            <a:xfrm>
              <a:off x="319500" y="363150"/>
              <a:ext cx="2555700" cy="1938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6" name="Google Shape;356;p26"/>
            <p:cNvGrpSpPr/>
            <p:nvPr/>
          </p:nvGrpSpPr>
          <p:grpSpPr>
            <a:xfrm>
              <a:off x="2582400" y="0"/>
              <a:ext cx="46887" cy="641924"/>
              <a:chOff x="2783050" y="0"/>
              <a:chExt cx="46887" cy="641924"/>
            </a:xfrm>
          </p:grpSpPr>
          <p:sp>
            <p:nvSpPr>
              <p:cNvPr id="357" name="Google Shape;357;p26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6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9" name="Google Shape;359;p26"/>
          <p:cNvGrpSpPr/>
          <p:nvPr/>
        </p:nvGrpSpPr>
        <p:grpSpPr>
          <a:xfrm>
            <a:off x="4812245" y="2403753"/>
            <a:ext cx="2931132" cy="2486120"/>
            <a:chOff x="3294150" y="0"/>
            <a:chExt cx="2555700" cy="2301750"/>
          </a:xfrm>
        </p:grpSpPr>
        <p:sp>
          <p:nvSpPr>
            <p:cNvPr id="360" name="Google Shape;360;p26"/>
            <p:cNvSpPr/>
            <p:nvPr/>
          </p:nvSpPr>
          <p:spPr>
            <a:xfrm>
              <a:off x="3294150" y="363150"/>
              <a:ext cx="2555700" cy="1938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3" name="Google Shape;363;p26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364" name="Google Shape;364;p26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6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6" name="Google Shape;366;p26"/>
          <p:cNvSpPr txBox="1"/>
          <p:nvPr>
            <p:ph idx="4" type="subTitle"/>
          </p:nvPr>
        </p:nvSpPr>
        <p:spPr>
          <a:xfrm>
            <a:off x="1852181" y="3821483"/>
            <a:ext cx="2070600" cy="7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esults and interpretation of the regression model</a:t>
            </a:r>
            <a:endParaRPr/>
          </a:p>
        </p:txBody>
      </p:sp>
      <p:sp>
        <p:nvSpPr>
          <p:cNvPr id="367" name="Google Shape;367;p26"/>
          <p:cNvSpPr txBox="1"/>
          <p:nvPr>
            <p:ph idx="5" type="subTitle"/>
          </p:nvPr>
        </p:nvSpPr>
        <p:spPr>
          <a:xfrm>
            <a:off x="5279124" y="3869356"/>
            <a:ext cx="1997400" cy="7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omparison and synthesis of the discussion, c</a:t>
            </a:r>
            <a:r>
              <a:rPr lang="en"/>
              <a:t>onclusion</a:t>
            </a:r>
            <a:r>
              <a:rPr lang="en"/>
              <a:t> and scheduling</a:t>
            </a:r>
            <a:endParaRPr/>
          </a:p>
        </p:txBody>
      </p:sp>
      <p:sp>
        <p:nvSpPr>
          <p:cNvPr id="368" name="Google Shape;368;p26"/>
          <p:cNvSpPr txBox="1"/>
          <p:nvPr>
            <p:ph type="ctrTitle"/>
          </p:nvPr>
        </p:nvSpPr>
        <p:spPr>
          <a:xfrm>
            <a:off x="1569875" y="740325"/>
            <a:ext cx="2635200" cy="62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r>
              <a:rPr lang="en"/>
              <a:t>. CONFIDENCE INTERVAL</a:t>
            </a:r>
            <a:endParaRPr/>
          </a:p>
        </p:txBody>
      </p:sp>
      <p:sp>
        <p:nvSpPr>
          <p:cNvPr id="369" name="Google Shape;369;p26"/>
          <p:cNvSpPr txBox="1"/>
          <p:nvPr>
            <p:ph idx="7" type="ctrTitle"/>
          </p:nvPr>
        </p:nvSpPr>
        <p:spPr>
          <a:xfrm>
            <a:off x="4960224" y="702011"/>
            <a:ext cx="2635200" cy="62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r>
              <a:rPr lang="en"/>
              <a:t>. HYPOTHESIS TEST</a:t>
            </a:r>
            <a:endParaRPr/>
          </a:p>
        </p:txBody>
      </p:sp>
      <p:sp>
        <p:nvSpPr>
          <p:cNvPr id="370" name="Google Shape;370;p26"/>
          <p:cNvSpPr txBox="1"/>
          <p:nvPr>
            <p:ph idx="9" type="ctrTitle"/>
          </p:nvPr>
        </p:nvSpPr>
        <p:spPr>
          <a:xfrm>
            <a:off x="1522788" y="3144625"/>
            <a:ext cx="2686800" cy="62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REGRESSION MODEL</a:t>
            </a:r>
            <a:endParaRPr/>
          </a:p>
        </p:txBody>
      </p:sp>
      <p:sp>
        <p:nvSpPr>
          <p:cNvPr id="371" name="Google Shape;371;p26"/>
          <p:cNvSpPr txBox="1"/>
          <p:nvPr>
            <p:ph idx="13" type="ctrTitle"/>
          </p:nvPr>
        </p:nvSpPr>
        <p:spPr>
          <a:xfrm>
            <a:off x="5187027" y="3144637"/>
            <a:ext cx="2181600" cy="62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r>
              <a:rPr lang="en"/>
              <a:t>. CONCLUSION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27"/>
          <p:cNvGrpSpPr/>
          <p:nvPr/>
        </p:nvGrpSpPr>
        <p:grpSpPr>
          <a:xfrm>
            <a:off x="314000" y="2020325"/>
            <a:ext cx="8510400" cy="1625025"/>
            <a:chOff x="314000" y="2020325"/>
            <a:chExt cx="8510400" cy="1625025"/>
          </a:xfrm>
        </p:grpSpPr>
        <p:sp>
          <p:nvSpPr>
            <p:cNvPr id="377" name="Google Shape;377;p27"/>
            <p:cNvSpPr/>
            <p:nvPr/>
          </p:nvSpPr>
          <p:spPr>
            <a:xfrm>
              <a:off x="314000" y="2542250"/>
              <a:ext cx="8510400" cy="1103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8" name="Google Shape;378;p27"/>
            <p:cNvGrpSpPr/>
            <p:nvPr/>
          </p:nvGrpSpPr>
          <p:grpSpPr>
            <a:xfrm>
              <a:off x="3524825" y="2020325"/>
              <a:ext cx="2076362" cy="641924"/>
              <a:chOff x="3527575" y="0"/>
              <a:chExt cx="2076362" cy="641924"/>
            </a:xfrm>
          </p:grpSpPr>
          <p:sp>
            <p:nvSpPr>
              <p:cNvPr id="379" name="Google Shape;379;p27"/>
              <p:cNvSpPr/>
              <p:nvPr/>
            </p:nvSpPr>
            <p:spPr>
              <a:xfrm>
                <a:off x="3527575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7"/>
              <p:cNvSpPr/>
              <p:nvPr/>
            </p:nvSpPr>
            <p:spPr>
              <a:xfrm>
                <a:off x="3547295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1" name="Google Shape;381;p27"/>
              <p:cNvGrpSpPr/>
              <p:nvPr/>
            </p:nvGrpSpPr>
            <p:grpSpPr>
              <a:xfrm>
                <a:off x="5557050" y="0"/>
                <a:ext cx="46887" cy="641924"/>
                <a:chOff x="2783050" y="0"/>
                <a:chExt cx="46887" cy="641924"/>
              </a:xfrm>
            </p:grpSpPr>
            <p:sp>
              <p:nvSpPr>
                <p:cNvPr id="382" name="Google Shape;382;p27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" name="Google Shape;383;p27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84" name="Google Shape;384;p27"/>
          <p:cNvGrpSpPr/>
          <p:nvPr/>
        </p:nvGrpSpPr>
        <p:grpSpPr>
          <a:xfrm>
            <a:off x="3291400" y="0"/>
            <a:ext cx="2555700" cy="2301750"/>
            <a:chOff x="3294150" y="0"/>
            <a:chExt cx="2555700" cy="2301750"/>
          </a:xfrm>
        </p:grpSpPr>
        <p:sp>
          <p:nvSpPr>
            <p:cNvPr id="385" name="Google Shape;385;p27"/>
            <p:cNvSpPr/>
            <p:nvPr/>
          </p:nvSpPr>
          <p:spPr>
            <a:xfrm>
              <a:off x="3294150" y="363150"/>
              <a:ext cx="2555700" cy="193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7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8" name="Google Shape;388;p27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389" name="Google Shape;389;p27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7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1" name="Google Shape;391;p27"/>
          <p:cNvSpPr/>
          <p:nvPr/>
        </p:nvSpPr>
        <p:spPr>
          <a:xfrm>
            <a:off x="4440650" y="0"/>
            <a:ext cx="262800" cy="2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7"/>
          <p:cNvSpPr txBox="1"/>
          <p:nvPr>
            <p:ph type="ctrTitle"/>
          </p:nvPr>
        </p:nvSpPr>
        <p:spPr>
          <a:xfrm>
            <a:off x="1678462" y="2542250"/>
            <a:ext cx="5797500" cy="11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93" name="Google Shape;393;p27"/>
          <p:cNvSpPr txBox="1"/>
          <p:nvPr>
            <p:ph idx="1" type="subTitle"/>
          </p:nvPr>
        </p:nvSpPr>
        <p:spPr>
          <a:xfrm>
            <a:off x="1678462" y="3740150"/>
            <a:ext cx="5797500" cy="39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atabase structure, variables and topics addressed </a:t>
            </a:r>
            <a:endParaRPr/>
          </a:p>
        </p:txBody>
      </p:sp>
      <p:sp>
        <p:nvSpPr>
          <p:cNvPr id="394" name="Google Shape;394;p27"/>
          <p:cNvSpPr txBox="1"/>
          <p:nvPr>
            <p:ph idx="2" type="title"/>
          </p:nvPr>
        </p:nvSpPr>
        <p:spPr>
          <a:xfrm>
            <a:off x="3783712" y="877525"/>
            <a:ext cx="1587000" cy="10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8"/>
          <p:cNvSpPr txBox="1"/>
          <p:nvPr>
            <p:ph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DATABASE</a:t>
            </a:r>
            <a:endParaRPr b="0"/>
          </a:p>
        </p:txBody>
      </p:sp>
      <p:grpSp>
        <p:nvGrpSpPr>
          <p:cNvPr id="400" name="Google Shape;400;p28"/>
          <p:cNvGrpSpPr/>
          <p:nvPr/>
        </p:nvGrpSpPr>
        <p:grpSpPr>
          <a:xfrm>
            <a:off x="-12" y="2124075"/>
            <a:ext cx="1826182" cy="3019429"/>
            <a:chOff x="6589688" y="2066700"/>
            <a:chExt cx="1826182" cy="3019429"/>
          </a:xfrm>
        </p:grpSpPr>
        <p:sp>
          <p:nvSpPr>
            <p:cNvPr id="401" name="Google Shape;401;p28"/>
            <p:cNvSpPr/>
            <p:nvPr/>
          </p:nvSpPr>
          <p:spPr>
            <a:xfrm>
              <a:off x="6589688" y="4822085"/>
              <a:ext cx="1682084" cy="264044"/>
            </a:xfrm>
            <a:custGeom>
              <a:rect b="b" l="l" r="r" t="t"/>
              <a:pathLst>
                <a:path extrusionOk="0" h="6446" w="41064">
                  <a:moveTo>
                    <a:pt x="20534" y="1"/>
                  </a:moveTo>
                  <a:cubicBezTo>
                    <a:pt x="9191" y="1"/>
                    <a:pt x="0" y="1445"/>
                    <a:pt x="0" y="3225"/>
                  </a:cubicBezTo>
                  <a:cubicBezTo>
                    <a:pt x="0" y="5004"/>
                    <a:pt x="9191" y="6445"/>
                    <a:pt x="20534" y="6445"/>
                  </a:cubicBezTo>
                  <a:cubicBezTo>
                    <a:pt x="31872" y="6445"/>
                    <a:pt x="41063" y="5004"/>
                    <a:pt x="41063" y="3225"/>
                  </a:cubicBezTo>
                  <a:cubicBezTo>
                    <a:pt x="41063" y="1445"/>
                    <a:pt x="31872" y="1"/>
                    <a:pt x="20534" y="1"/>
                  </a:cubicBezTo>
                  <a:close/>
                </a:path>
              </a:pathLst>
            </a:custGeom>
            <a:solidFill>
              <a:srgbClr val="092329">
                <a:alpha val="12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7811880" y="4006533"/>
              <a:ext cx="290752" cy="254623"/>
            </a:xfrm>
            <a:custGeom>
              <a:rect b="b" l="l" r="r" t="t"/>
              <a:pathLst>
                <a:path extrusionOk="0" h="6216" w="7098">
                  <a:moveTo>
                    <a:pt x="3635" y="0"/>
                  </a:moveTo>
                  <a:lnTo>
                    <a:pt x="3635" y="0"/>
                  </a:lnTo>
                  <a:cubicBezTo>
                    <a:pt x="2223" y="1350"/>
                    <a:pt x="1264" y="3170"/>
                    <a:pt x="944" y="5099"/>
                  </a:cubicBezTo>
                  <a:lnTo>
                    <a:pt x="1" y="5751"/>
                  </a:lnTo>
                  <a:cubicBezTo>
                    <a:pt x="446" y="6080"/>
                    <a:pt x="974" y="6216"/>
                    <a:pt x="1521" y="6216"/>
                  </a:cubicBezTo>
                  <a:cubicBezTo>
                    <a:pt x="2260" y="6216"/>
                    <a:pt x="3035" y="5969"/>
                    <a:pt x="3695" y="5620"/>
                  </a:cubicBezTo>
                  <a:cubicBezTo>
                    <a:pt x="4848" y="5013"/>
                    <a:pt x="5861" y="4128"/>
                    <a:pt x="7097" y="3718"/>
                  </a:cubicBezTo>
                  <a:cubicBezTo>
                    <a:pt x="6961" y="3707"/>
                    <a:pt x="6825" y="3702"/>
                    <a:pt x="6690" y="3702"/>
                  </a:cubicBezTo>
                  <a:cubicBezTo>
                    <a:pt x="5458" y="3702"/>
                    <a:pt x="4249" y="4132"/>
                    <a:pt x="3079" y="4551"/>
                  </a:cubicBezTo>
                  <a:cubicBezTo>
                    <a:pt x="3932" y="3718"/>
                    <a:pt x="4895" y="2996"/>
                    <a:pt x="5932" y="2408"/>
                  </a:cubicBezTo>
                  <a:lnTo>
                    <a:pt x="5932" y="2408"/>
                  </a:lnTo>
                  <a:cubicBezTo>
                    <a:pt x="4365" y="2747"/>
                    <a:pt x="3056" y="3781"/>
                    <a:pt x="1808" y="4787"/>
                  </a:cubicBezTo>
                  <a:cubicBezTo>
                    <a:pt x="3043" y="3541"/>
                    <a:pt x="4188" y="2203"/>
                    <a:pt x="5234" y="789"/>
                  </a:cubicBezTo>
                  <a:lnTo>
                    <a:pt x="5234" y="789"/>
                  </a:lnTo>
                  <a:cubicBezTo>
                    <a:pt x="3655" y="1623"/>
                    <a:pt x="2278" y="2838"/>
                    <a:pt x="1256" y="4302"/>
                  </a:cubicBezTo>
                  <a:cubicBezTo>
                    <a:pt x="1883" y="2783"/>
                    <a:pt x="2684" y="1339"/>
                    <a:pt x="36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8"/>
            <p:cNvSpPr/>
            <p:nvPr/>
          </p:nvSpPr>
          <p:spPr>
            <a:xfrm>
              <a:off x="7494586" y="3872342"/>
              <a:ext cx="364075" cy="454069"/>
            </a:xfrm>
            <a:custGeom>
              <a:rect b="b" l="l" r="r" t="t"/>
              <a:pathLst>
                <a:path extrusionOk="0" h="11085" w="8888">
                  <a:moveTo>
                    <a:pt x="4562" y="1"/>
                  </a:moveTo>
                  <a:cubicBezTo>
                    <a:pt x="3299" y="1"/>
                    <a:pt x="3876" y="2570"/>
                    <a:pt x="5174" y="4914"/>
                  </a:cubicBezTo>
                  <a:cubicBezTo>
                    <a:pt x="4365" y="4169"/>
                    <a:pt x="3687" y="3859"/>
                    <a:pt x="3347" y="3859"/>
                  </a:cubicBezTo>
                  <a:cubicBezTo>
                    <a:pt x="2838" y="3859"/>
                    <a:pt x="3085" y="4553"/>
                    <a:pt x="4783" y="5530"/>
                  </a:cubicBezTo>
                  <a:cubicBezTo>
                    <a:pt x="4407" y="5496"/>
                    <a:pt x="4065" y="5480"/>
                    <a:pt x="3756" y="5480"/>
                  </a:cubicBezTo>
                  <a:cubicBezTo>
                    <a:pt x="0" y="5480"/>
                    <a:pt x="1040" y="7794"/>
                    <a:pt x="2838" y="7827"/>
                  </a:cubicBezTo>
                  <a:cubicBezTo>
                    <a:pt x="1523" y="9155"/>
                    <a:pt x="1451" y="9540"/>
                    <a:pt x="1809" y="9540"/>
                  </a:cubicBezTo>
                  <a:cubicBezTo>
                    <a:pt x="2303" y="9540"/>
                    <a:pt x="3618" y="8807"/>
                    <a:pt x="3619" y="8806"/>
                  </a:cubicBezTo>
                  <a:lnTo>
                    <a:pt x="3619" y="8806"/>
                  </a:lnTo>
                  <a:cubicBezTo>
                    <a:pt x="3617" y="8807"/>
                    <a:pt x="5" y="10838"/>
                    <a:pt x="2119" y="11071"/>
                  </a:cubicBezTo>
                  <a:cubicBezTo>
                    <a:pt x="2202" y="11080"/>
                    <a:pt x="2285" y="11084"/>
                    <a:pt x="2369" y="11084"/>
                  </a:cubicBezTo>
                  <a:cubicBezTo>
                    <a:pt x="4425" y="11084"/>
                    <a:pt x="6709" y="8403"/>
                    <a:pt x="6709" y="8403"/>
                  </a:cubicBezTo>
                  <a:lnTo>
                    <a:pt x="8887" y="9315"/>
                  </a:lnTo>
                  <a:cubicBezTo>
                    <a:pt x="8887" y="9315"/>
                    <a:pt x="8433" y="1686"/>
                    <a:pt x="7851" y="1686"/>
                  </a:cubicBezTo>
                  <a:cubicBezTo>
                    <a:pt x="7844" y="1686"/>
                    <a:pt x="7837" y="1687"/>
                    <a:pt x="7829" y="1690"/>
                  </a:cubicBezTo>
                  <a:cubicBezTo>
                    <a:pt x="7270" y="1882"/>
                    <a:pt x="7562" y="5209"/>
                    <a:pt x="7590" y="5519"/>
                  </a:cubicBezTo>
                  <a:lnTo>
                    <a:pt x="7590" y="5519"/>
                  </a:lnTo>
                  <a:cubicBezTo>
                    <a:pt x="7557" y="5169"/>
                    <a:pt x="7111" y="949"/>
                    <a:pt x="5174" y="147"/>
                  </a:cubicBezTo>
                  <a:cubicBezTo>
                    <a:pt x="4935" y="47"/>
                    <a:pt x="4732" y="1"/>
                    <a:pt x="4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8082026" y="3749005"/>
              <a:ext cx="216364" cy="497162"/>
            </a:xfrm>
            <a:custGeom>
              <a:rect b="b" l="l" r="r" t="t"/>
              <a:pathLst>
                <a:path extrusionOk="0" h="12137" w="5282">
                  <a:moveTo>
                    <a:pt x="3530" y="0"/>
                  </a:moveTo>
                  <a:cubicBezTo>
                    <a:pt x="3262" y="0"/>
                    <a:pt x="2975" y="216"/>
                    <a:pt x="2699" y="604"/>
                  </a:cubicBezTo>
                  <a:cubicBezTo>
                    <a:pt x="1393" y="2451"/>
                    <a:pt x="0" y="12136"/>
                    <a:pt x="0" y="12136"/>
                  </a:cubicBezTo>
                  <a:lnTo>
                    <a:pt x="4187" y="11489"/>
                  </a:lnTo>
                  <a:cubicBezTo>
                    <a:pt x="5282" y="3052"/>
                    <a:pt x="4537" y="0"/>
                    <a:pt x="3530" y="0"/>
                  </a:cubicBezTo>
                  <a:close/>
                </a:path>
              </a:pathLst>
            </a:custGeom>
            <a:solidFill>
              <a:srgbClr val="DC8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8166244" y="3863453"/>
              <a:ext cx="88807" cy="29698"/>
            </a:xfrm>
            <a:custGeom>
              <a:rect b="b" l="l" r="r" t="t"/>
              <a:pathLst>
                <a:path extrusionOk="0" h="725" w="2168">
                  <a:moveTo>
                    <a:pt x="1073" y="1"/>
                  </a:moveTo>
                  <a:cubicBezTo>
                    <a:pt x="418" y="1"/>
                    <a:pt x="0" y="546"/>
                    <a:pt x="0" y="546"/>
                  </a:cubicBezTo>
                  <a:cubicBezTo>
                    <a:pt x="0" y="546"/>
                    <a:pt x="362" y="724"/>
                    <a:pt x="969" y="724"/>
                  </a:cubicBezTo>
                  <a:cubicBezTo>
                    <a:pt x="1302" y="724"/>
                    <a:pt x="1707" y="671"/>
                    <a:pt x="2167" y="506"/>
                  </a:cubicBezTo>
                  <a:cubicBezTo>
                    <a:pt x="1761" y="128"/>
                    <a:pt x="1389" y="1"/>
                    <a:pt x="1073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8144903" y="3974173"/>
              <a:ext cx="100604" cy="33548"/>
            </a:xfrm>
            <a:custGeom>
              <a:rect b="b" l="l" r="r" t="t"/>
              <a:pathLst>
                <a:path extrusionOk="0" h="819" w="2456">
                  <a:moveTo>
                    <a:pt x="1213" y="0"/>
                  </a:moveTo>
                  <a:cubicBezTo>
                    <a:pt x="472" y="0"/>
                    <a:pt x="0" y="617"/>
                    <a:pt x="0" y="617"/>
                  </a:cubicBezTo>
                  <a:cubicBezTo>
                    <a:pt x="0" y="617"/>
                    <a:pt x="411" y="819"/>
                    <a:pt x="1100" y="819"/>
                  </a:cubicBezTo>
                  <a:cubicBezTo>
                    <a:pt x="1476" y="819"/>
                    <a:pt x="1935" y="759"/>
                    <a:pt x="2455" y="574"/>
                  </a:cubicBezTo>
                  <a:cubicBezTo>
                    <a:pt x="1993" y="145"/>
                    <a:pt x="1572" y="0"/>
                    <a:pt x="1213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8"/>
            <p:cNvSpPr/>
            <p:nvPr/>
          </p:nvSpPr>
          <p:spPr>
            <a:xfrm>
              <a:off x="8122578" y="4078380"/>
              <a:ext cx="122437" cy="40799"/>
            </a:xfrm>
            <a:custGeom>
              <a:rect b="b" l="l" r="r" t="t"/>
              <a:pathLst>
                <a:path extrusionOk="0" h="996" w="2989">
                  <a:moveTo>
                    <a:pt x="1477" y="0"/>
                  </a:moveTo>
                  <a:cubicBezTo>
                    <a:pt x="576" y="0"/>
                    <a:pt x="1" y="749"/>
                    <a:pt x="1" y="749"/>
                  </a:cubicBezTo>
                  <a:cubicBezTo>
                    <a:pt x="1" y="749"/>
                    <a:pt x="501" y="996"/>
                    <a:pt x="1342" y="996"/>
                  </a:cubicBezTo>
                  <a:cubicBezTo>
                    <a:pt x="1799" y="996"/>
                    <a:pt x="2356" y="923"/>
                    <a:pt x="2988" y="698"/>
                  </a:cubicBezTo>
                  <a:cubicBezTo>
                    <a:pt x="2427" y="176"/>
                    <a:pt x="1914" y="0"/>
                    <a:pt x="1477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8"/>
            <p:cNvSpPr/>
            <p:nvPr/>
          </p:nvSpPr>
          <p:spPr>
            <a:xfrm>
              <a:off x="7815280" y="3035326"/>
              <a:ext cx="345519" cy="1007063"/>
            </a:xfrm>
            <a:custGeom>
              <a:rect b="b" l="l" r="r" t="t"/>
              <a:pathLst>
                <a:path extrusionOk="0" h="24585" w="8435">
                  <a:moveTo>
                    <a:pt x="0" y="0"/>
                  </a:moveTo>
                  <a:lnTo>
                    <a:pt x="1370" y="10628"/>
                  </a:lnTo>
                  <a:lnTo>
                    <a:pt x="4579" y="20743"/>
                  </a:lnTo>
                  <a:cubicBezTo>
                    <a:pt x="3801" y="21066"/>
                    <a:pt x="3936" y="22645"/>
                    <a:pt x="3936" y="22645"/>
                  </a:cubicBezTo>
                  <a:cubicBezTo>
                    <a:pt x="3936" y="22645"/>
                    <a:pt x="3320" y="23126"/>
                    <a:pt x="3616" y="23876"/>
                  </a:cubicBezTo>
                  <a:cubicBezTo>
                    <a:pt x="3796" y="24333"/>
                    <a:pt x="4045" y="24422"/>
                    <a:pt x="4213" y="24422"/>
                  </a:cubicBezTo>
                  <a:cubicBezTo>
                    <a:pt x="4320" y="24422"/>
                    <a:pt x="4393" y="24386"/>
                    <a:pt x="4393" y="24386"/>
                  </a:cubicBezTo>
                  <a:cubicBezTo>
                    <a:pt x="4393" y="24386"/>
                    <a:pt x="4638" y="24577"/>
                    <a:pt x="4885" y="24577"/>
                  </a:cubicBezTo>
                  <a:cubicBezTo>
                    <a:pt x="5030" y="24577"/>
                    <a:pt x="5176" y="24511"/>
                    <a:pt x="5273" y="24302"/>
                  </a:cubicBezTo>
                  <a:cubicBezTo>
                    <a:pt x="5421" y="24451"/>
                    <a:pt x="5609" y="24585"/>
                    <a:pt x="5800" y="24585"/>
                  </a:cubicBezTo>
                  <a:cubicBezTo>
                    <a:pt x="5991" y="24585"/>
                    <a:pt x="6185" y="24451"/>
                    <a:pt x="6346" y="24062"/>
                  </a:cubicBezTo>
                  <a:cubicBezTo>
                    <a:pt x="6443" y="24098"/>
                    <a:pt x="6528" y="24115"/>
                    <a:pt x="6604" y="24115"/>
                  </a:cubicBezTo>
                  <a:cubicBezTo>
                    <a:pt x="7307" y="24115"/>
                    <a:pt x="7175" y="22696"/>
                    <a:pt x="7175" y="22696"/>
                  </a:cubicBezTo>
                  <a:cubicBezTo>
                    <a:pt x="7175" y="22696"/>
                    <a:pt x="8435" y="22242"/>
                    <a:pt x="7953" y="21572"/>
                  </a:cubicBezTo>
                  <a:cubicBezTo>
                    <a:pt x="7468" y="20905"/>
                    <a:pt x="5692" y="20707"/>
                    <a:pt x="5692" y="20707"/>
                  </a:cubicBezTo>
                  <a:lnTo>
                    <a:pt x="4007" y="10115"/>
                  </a:lnTo>
                  <a:lnTo>
                    <a:pt x="2779" y="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8"/>
            <p:cNvSpPr/>
            <p:nvPr/>
          </p:nvSpPr>
          <p:spPr>
            <a:xfrm>
              <a:off x="8044545" y="3924650"/>
              <a:ext cx="64680" cy="46861"/>
            </a:xfrm>
            <a:custGeom>
              <a:rect b="b" l="l" r="r" t="t"/>
              <a:pathLst>
                <a:path extrusionOk="0" h="1144" w="1579">
                  <a:moveTo>
                    <a:pt x="1134" y="0"/>
                  </a:moveTo>
                  <a:cubicBezTo>
                    <a:pt x="1093" y="0"/>
                    <a:pt x="1051" y="2"/>
                    <a:pt x="1010" y="7"/>
                  </a:cubicBezTo>
                  <a:cubicBezTo>
                    <a:pt x="876" y="23"/>
                    <a:pt x="738" y="54"/>
                    <a:pt x="607" y="105"/>
                  </a:cubicBezTo>
                  <a:cubicBezTo>
                    <a:pt x="478" y="156"/>
                    <a:pt x="355" y="227"/>
                    <a:pt x="241" y="318"/>
                  </a:cubicBezTo>
                  <a:cubicBezTo>
                    <a:pt x="186" y="366"/>
                    <a:pt x="138" y="421"/>
                    <a:pt x="91" y="476"/>
                  </a:cubicBezTo>
                  <a:cubicBezTo>
                    <a:pt x="44" y="539"/>
                    <a:pt x="0" y="634"/>
                    <a:pt x="20" y="733"/>
                  </a:cubicBezTo>
                  <a:cubicBezTo>
                    <a:pt x="39" y="832"/>
                    <a:pt x="106" y="894"/>
                    <a:pt x="170" y="941"/>
                  </a:cubicBezTo>
                  <a:cubicBezTo>
                    <a:pt x="233" y="989"/>
                    <a:pt x="299" y="1021"/>
                    <a:pt x="367" y="1048"/>
                  </a:cubicBezTo>
                  <a:cubicBezTo>
                    <a:pt x="501" y="1096"/>
                    <a:pt x="639" y="1127"/>
                    <a:pt x="778" y="1136"/>
                  </a:cubicBezTo>
                  <a:cubicBezTo>
                    <a:pt x="835" y="1141"/>
                    <a:pt x="894" y="1144"/>
                    <a:pt x="953" y="1144"/>
                  </a:cubicBezTo>
                  <a:cubicBezTo>
                    <a:pt x="1173" y="1144"/>
                    <a:pt x="1395" y="1104"/>
                    <a:pt x="1578" y="985"/>
                  </a:cubicBezTo>
                  <a:lnTo>
                    <a:pt x="1578" y="985"/>
                  </a:lnTo>
                  <a:cubicBezTo>
                    <a:pt x="1460" y="1025"/>
                    <a:pt x="1342" y="1041"/>
                    <a:pt x="1222" y="1041"/>
                  </a:cubicBezTo>
                  <a:cubicBezTo>
                    <a:pt x="1209" y="1041"/>
                    <a:pt x="1197" y="1041"/>
                    <a:pt x="1184" y="1041"/>
                  </a:cubicBezTo>
                  <a:cubicBezTo>
                    <a:pt x="1053" y="1041"/>
                    <a:pt x="924" y="1025"/>
                    <a:pt x="797" y="1005"/>
                  </a:cubicBezTo>
                  <a:cubicBezTo>
                    <a:pt x="667" y="977"/>
                    <a:pt x="541" y="946"/>
                    <a:pt x="426" y="894"/>
                  </a:cubicBezTo>
                  <a:cubicBezTo>
                    <a:pt x="316" y="851"/>
                    <a:pt x="201" y="772"/>
                    <a:pt x="190" y="697"/>
                  </a:cubicBezTo>
                  <a:cubicBezTo>
                    <a:pt x="181" y="666"/>
                    <a:pt x="190" y="622"/>
                    <a:pt x="225" y="579"/>
                  </a:cubicBezTo>
                  <a:cubicBezTo>
                    <a:pt x="261" y="528"/>
                    <a:pt x="304" y="484"/>
                    <a:pt x="347" y="440"/>
                  </a:cubicBezTo>
                  <a:cubicBezTo>
                    <a:pt x="438" y="358"/>
                    <a:pt x="549" y="287"/>
                    <a:pt x="663" y="227"/>
                  </a:cubicBezTo>
                  <a:cubicBezTo>
                    <a:pt x="778" y="172"/>
                    <a:pt x="900" y="121"/>
                    <a:pt x="1026" y="89"/>
                  </a:cubicBezTo>
                  <a:cubicBezTo>
                    <a:pt x="1113" y="65"/>
                    <a:pt x="1203" y="40"/>
                    <a:pt x="1294" y="40"/>
                  </a:cubicBezTo>
                  <a:cubicBezTo>
                    <a:pt x="1335" y="40"/>
                    <a:pt x="1376" y="45"/>
                    <a:pt x="1417" y="58"/>
                  </a:cubicBezTo>
                  <a:cubicBezTo>
                    <a:pt x="1361" y="14"/>
                    <a:pt x="1286" y="7"/>
                    <a:pt x="1219" y="3"/>
                  </a:cubicBezTo>
                  <a:cubicBezTo>
                    <a:pt x="1191" y="1"/>
                    <a:pt x="1163" y="0"/>
                    <a:pt x="1134" y="0"/>
                  </a:cubicBezTo>
                  <a:close/>
                </a:path>
              </a:pathLst>
            </a:custGeom>
            <a:solidFill>
              <a:srgbClr val="ED90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7473409" y="2137318"/>
              <a:ext cx="421135" cy="679404"/>
            </a:xfrm>
            <a:custGeom>
              <a:rect b="b" l="l" r="r" t="t"/>
              <a:pathLst>
                <a:path extrusionOk="0" h="16586" w="10281">
                  <a:moveTo>
                    <a:pt x="3461" y="0"/>
                  </a:moveTo>
                  <a:lnTo>
                    <a:pt x="3559" y="3363"/>
                  </a:lnTo>
                  <a:lnTo>
                    <a:pt x="3757" y="13477"/>
                  </a:lnTo>
                  <a:lnTo>
                    <a:pt x="0" y="14729"/>
                  </a:lnTo>
                  <a:cubicBezTo>
                    <a:pt x="1942" y="16128"/>
                    <a:pt x="3490" y="16585"/>
                    <a:pt x="4685" y="16585"/>
                  </a:cubicBezTo>
                  <a:cubicBezTo>
                    <a:pt x="6890" y="16585"/>
                    <a:pt x="7890" y="15026"/>
                    <a:pt x="7940" y="14953"/>
                  </a:cubicBezTo>
                  <a:lnTo>
                    <a:pt x="7940" y="14953"/>
                  </a:lnTo>
                  <a:lnTo>
                    <a:pt x="7940" y="14953"/>
                  </a:lnTo>
                  <a:cubicBezTo>
                    <a:pt x="7941" y="14951"/>
                    <a:pt x="7942" y="14950"/>
                    <a:pt x="7941" y="14950"/>
                  </a:cubicBezTo>
                  <a:lnTo>
                    <a:pt x="7941" y="14950"/>
                  </a:lnTo>
                  <a:cubicBezTo>
                    <a:pt x="7941" y="14950"/>
                    <a:pt x="7941" y="14951"/>
                    <a:pt x="7940" y="14953"/>
                  </a:cubicBezTo>
                  <a:lnTo>
                    <a:pt x="7940" y="14953"/>
                  </a:lnTo>
                  <a:lnTo>
                    <a:pt x="5505" y="13655"/>
                  </a:lnTo>
                  <a:lnTo>
                    <a:pt x="4811" y="8801"/>
                  </a:lnTo>
                  <a:lnTo>
                    <a:pt x="8501" y="9922"/>
                  </a:lnTo>
                  <a:cubicBezTo>
                    <a:pt x="10280" y="7384"/>
                    <a:pt x="9559" y="332"/>
                    <a:pt x="9559" y="332"/>
                  </a:cubicBezTo>
                  <a:cubicBezTo>
                    <a:pt x="8304" y="35"/>
                    <a:pt x="3461" y="0"/>
                    <a:pt x="3461" y="0"/>
                  </a:cubicBezTo>
                  <a:close/>
                </a:path>
              </a:pathLst>
            </a:custGeom>
            <a:solidFill>
              <a:srgbClr val="FBB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7621774" y="2339424"/>
              <a:ext cx="241433" cy="204321"/>
            </a:xfrm>
            <a:custGeom>
              <a:rect b="b" l="l" r="r" t="t"/>
              <a:pathLst>
                <a:path extrusionOk="0" h="4988" w="5894">
                  <a:moveTo>
                    <a:pt x="3300" y="0"/>
                  </a:moveTo>
                  <a:cubicBezTo>
                    <a:pt x="1683" y="0"/>
                    <a:pt x="502" y="1076"/>
                    <a:pt x="1" y="1633"/>
                  </a:cubicBezTo>
                  <a:lnTo>
                    <a:pt x="36" y="3504"/>
                  </a:lnTo>
                  <a:lnTo>
                    <a:pt x="1189" y="3867"/>
                  </a:lnTo>
                  <a:lnTo>
                    <a:pt x="4879" y="4988"/>
                  </a:lnTo>
                  <a:cubicBezTo>
                    <a:pt x="5416" y="4226"/>
                    <a:pt x="5724" y="3057"/>
                    <a:pt x="5893" y="1795"/>
                  </a:cubicBezTo>
                  <a:cubicBezTo>
                    <a:pt x="5487" y="978"/>
                    <a:pt x="4764" y="86"/>
                    <a:pt x="3533" y="8"/>
                  </a:cubicBezTo>
                  <a:cubicBezTo>
                    <a:pt x="3454" y="3"/>
                    <a:pt x="3376" y="0"/>
                    <a:pt x="33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7585400" y="2066700"/>
              <a:ext cx="369932" cy="285017"/>
            </a:xfrm>
            <a:custGeom>
              <a:rect b="b" l="l" r="r" t="t"/>
              <a:pathLst>
                <a:path extrusionOk="0" h="6958" w="9031">
                  <a:moveTo>
                    <a:pt x="3489" y="0"/>
                  </a:moveTo>
                  <a:cubicBezTo>
                    <a:pt x="2900" y="0"/>
                    <a:pt x="0" y="1890"/>
                    <a:pt x="0" y="1890"/>
                  </a:cubicBezTo>
                  <a:lnTo>
                    <a:pt x="498" y="6957"/>
                  </a:lnTo>
                  <a:lnTo>
                    <a:pt x="1220" y="6176"/>
                  </a:lnTo>
                  <a:lnTo>
                    <a:pt x="1023" y="1925"/>
                  </a:lnTo>
                  <a:lnTo>
                    <a:pt x="1023" y="1925"/>
                  </a:lnTo>
                  <a:cubicBezTo>
                    <a:pt x="1024" y="1925"/>
                    <a:pt x="5301" y="1989"/>
                    <a:pt x="6971" y="2186"/>
                  </a:cubicBezTo>
                  <a:cubicBezTo>
                    <a:pt x="7658" y="2267"/>
                    <a:pt x="8236" y="2327"/>
                    <a:pt x="8564" y="2327"/>
                  </a:cubicBezTo>
                  <a:cubicBezTo>
                    <a:pt x="9030" y="2327"/>
                    <a:pt x="8992" y="2206"/>
                    <a:pt x="8044" y="1859"/>
                  </a:cubicBezTo>
                  <a:cubicBezTo>
                    <a:pt x="6581" y="1323"/>
                    <a:pt x="6118" y="1298"/>
                    <a:pt x="6043" y="1298"/>
                  </a:cubicBezTo>
                  <a:cubicBezTo>
                    <a:pt x="6035" y="1298"/>
                    <a:pt x="6031" y="1298"/>
                    <a:pt x="6031" y="1298"/>
                  </a:cubicBezTo>
                  <a:cubicBezTo>
                    <a:pt x="6031" y="1298"/>
                    <a:pt x="7649" y="1101"/>
                    <a:pt x="5376" y="706"/>
                  </a:cubicBezTo>
                  <a:cubicBezTo>
                    <a:pt x="4990" y="651"/>
                    <a:pt x="4620" y="632"/>
                    <a:pt x="4297" y="632"/>
                  </a:cubicBezTo>
                  <a:cubicBezTo>
                    <a:pt x="3652" y="632"/>
                    <a:pt x="3197" y="706"/>
                    <a:pt x="3197" y="706"/>
                  </a:cubicBezTo>
                  <a:cubicBezTo>
                    <a:pt x="3197" y="706"/>
                    <a:pt x="3592" y="608"/>
                    <a:pt x="3592" y="78"/>
                  </a:cubicBezTo>
                  <a:cubicBezTo>
                    <a:pt x="3592" y="25"/>
                    <a:pt x="3555" y="0"/>
                    <a:pt x="34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8"/>
            <p:cNvSpPr/>
            <p:nvPr/>
          </p:nvSpPr>
          <p:spPr>
            <a:xfrm>
              <a:off x="7537105" y="2278719"/>
              <a:ext cx="111213" cy="102324"/>
            </a:xfrm>
            <a:custGeom>
              <a:rect b="b" l="l" r="r" t="t"/>
              <a:pathLst>
                <a:path extrusionOk="0" h="2498" w="2715">
                  <a:moveTo>
                    <a:pt x="1550" y="1"/>
                  </a:moveTo>
                  <a:cubicBezTo>
                    <a:pt x="1327" y="1"/>
                    <a:pt x="1076" y="95"/>
                    <a:pt x="809" y="353"/>
                  </a:cubicBezTo>
                  <a:cubicBezTo>
                    <a:pt x="0" y="1135"/>
                    <a:pt x="1394" y="2497"/>
                    <a:pt x="2276" y="2497"/>
                  </a:cubicBezTo>
                  <a:cubicBezTo>
                    <a:pt x="2449" y="2497"/>
                    <a:pt x="2602" y="2445"/>
                    <a:pt x="2715" y="2326"/>
                  </a:cubicBezTo>
                  <a:lnTo>
                    <a:pt x="2529" y="736"/>
                  </a:lnTo>
                  <a:cubicBezTo>
                    <a:pt x="2529" y="658"/>
                    <a:pt x="2136" y="1"/>
                    <a:pt x="1550" y="1"/>
                  </a:cubicBezTo>
                  <a:close/>
                </a:path>
              </a:pathLst>
            </a:custGeom>
            <a:solidFill>
              <a:srgbClr val="FBB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8"/>
            <p:cNvSpPr/>
            <p:nvPr/>
          </p:nvSpPr>
          <p:spPr>
            <a:xfrm>
              <a:off x="7102701" y="3488447"/>
              <a:ext cx="768702" cy="1254640"/>
            </a:xfrm>
            <a:custGeom>
              <a:rect b="b" l="l" r="r" t="t"/>
              <a:pathLst>
                <a:path extrusionOk="0" h="30629" w="18766">
                  <a:moveTo>
                    <a:pt x="18766" y="0"/>
                  </a:moveTo>
                  <a:lnTo>
                    <a:pt x="8864" y="474"/>
                  </a:lnTo>
                  <a:lnTo>
                    <a:pt x="1" y="29989"/>
                  </a:lnTo>
                  <a:lnTo>
                    <a:pt x="1034" y="30628"/>
                  </a:lnTo>
                  <a:lnTo>
                    <a:pt x="12405" y="3244"/>
                  </a:lnTo>
                  <a:lnTo>
                    <a:pt x="15119" y="2849"/>
                  </a:lnTo>
                  <a:lnTo>
                    <a:pt x="15119" y="2849"/>
                  </a:lnTo>
                  <a:lnTo>
                    <a:pt x="9405" y="29938"/>
                  </a:lnTo>
                  <a:lnTo>
                    <a:pt x="9405" y="29938"/>
                  </a:lnTo>
                  <a:lnTo>
                    <a:pt x="11032" y="29003"/>
                  </a:lnTo>
                  <a:lnTo>
                    <a:pt x="187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8"/>
            <p:cNvSpPr/>
            <p:nvPr/>
          </p:nvSpPr>
          <p:spPr>
            <a:xfrm>
              <a:off x="7274046" y="2735936"/>
              <a:ext cx="673546" cy="818595"/>
            </a:xfrm>
            <a:custGeom>
              <a:rect b="b" l="l" r="r" t="t"/>
              <a:pathLst>
                <a:path extrusionOk="0" h="19984" w="16443">
                  <a:moveTo>
                    <a:pt x="5218" y="0"/>
                  </a:moveTo>
                  <a:cubicBezTo>
                    <a:pt x="4397" y="225"/>
                    <a:pt x="2720" y="841"/>
                    <a:pt x="2720" y="841"/>
                  </a:cubicBezTo>
                  <a:lnTo>
                    <a:pt x="1" y="8485"/>
                  </a:lnTo>
                  <a:cubicBezTo>
                    <a:pt x="1" y="8485"/>
                    <a:pt x="893" y="8236"/>
                    <a:pt x="1880" y="8236"/>
                  </a:cubicBezTo>
                  <a:cubicBezTo>
                    <a:pt x="2374" y="8236"/>
                    <a:pt x="2891" y="8298"/>
                    <a:pt x="3332" y="8485"/>
                  </a:cubicBezTo>
                  <a:cubicBezTo>
                    <a:pt x="3332" y="8485"/>
                    <a:pt x="2949" y="18075"/>
                    <a:pt x="2977" y="18845"/>
                  </a:cubicBezTo>
                  <a:cubicBezTo>
                    <a:pt x="4402" y="19643"/>
                    <a:pt x="6463" y="19984"/>
                    <a:pt x="8512" y="19984"/>
                  </a:cubicBezTo>
                  <a:cubicBezTo>
                    <a:pt x="11172" y="19984"/>
                    <a:pt x="13811" y="19410"/>
                    <a:pt x="15018" y="18521"/>
                  </a:cubicBezTo>
                  <a:cubicBezTo>
                    <a:pt x="14433" y="13107"/>
                    <a:pt x="13621" y="8280"/>
                    <a:pt x="13621" y="8280"/>
                  </a:cubicBezTo>
                  <a:cubicBezTo>
                    <a:pt x="13621" y="8280"/>
                    <a:pt x="15858" y="8051"/>
                    <a:pt x="16442" y="7215"/>
                  </a:cubicBezTo>
                  <a:lnTo>
                    <a:pt x="15069" y="1472"/>
                  </a:lnTo>
                  <a:lnTo>
                    <a:pt x="12314" y="40"/>
                  </a:lnTo>
                  <a:cubicBezTo>
                    <a:pt x="12314" y="40"/>
                    <a:pt x="11676" y="1637"/>
                    <a:pt x="9592" y="1637"/>
                  </a:cubicBezTo>
                  <a:cubicBezTo>
                    <a:pt x="8539" y="1637"/>
                    <a:pt x="7116" y="1229"/>
                    <a:pt x="5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8"/>
            <p:cNvSpPr/>
            <p:nvPr/>
          </p:nvSpPr>
          <p:spPr>
            <a:xfrm>
              <a:off x="7828551" y="2880122"/>
              <a:ext cx="24782" cy="166513"/>
            </a:xfrm>
            <a:custGeom>
              <a:rect b="b" l="l" r="r" t="t"/>
              <a:pathLst>
                <a:path extrusionOk="0" h="4065" w="605">
                  <a:moveTo>
                    <a:pt x="0" y="1"/>
                  </a:moveTo>
                  <a:cubicBezTo>
                    <a:pt x="32" y="687"/>
                    <a:pt x="115" y="1365"/>
                    <a:pt x="213" y="2045"/>
                  </a:cubicBezTo>
                  <a:cubicBezTo>
                    <a:pt x="316" y="2724"/>
                    <a:pt x="434" y="3398"/>
                    <a:pt x="605" y="4065"/>
                  </a:cubicBezTo>
                  <a:cubicBezTo>
                    <a:pt x="572" y="3378"/>
                    <a:pt x="490" y="2696"/>
                    <a:pt x="392" y="2021"/>
                  </a:cubicBezTo>
                  <a:cubicBezTo>
                    <a:pt x="288" y="1342"/>
                    <a:pt x="174" y="667"/>
                    <a:pt x="0" y="1"/>
                  </a:cubicBezTo>
                  <a:close/>
                </a:path>
              </a:pathLst>
            </a:custGeom>
            <a:solidFill>
              <a:srgbClr val="D3D1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8"/>
            <p:cNvSpPr/>
            <p:nvPr/>
          </p:nvSpPr>
          <p:spPr>
            <a:xfrm>
              <a:off x="6802653" y="4652994"/>
              <a:ext cx="393854" cy="338227"/>
            </a:xfrm>
            <a:custGeom>
              <a:rect b="b" l="l" r="r" t="t"/>
              <a:pathLst>
                <a:path extrusionOk="0" h="8257" w="9615">
                  <a:moveTo>
                    <a:pt x="6461" y="1"/>
                  </a:moveTo>
                  <a:lnTo>
                    <a:pt x="6461" y="1"/>
                  </a:lnTo>
                  <a:cubicBezTo>
                    <a:pt x="6694" y="1477"/>
                    <a:pt x="6991" y="2743"/>
                    <a:pt x="6991" y="2743"/>
                  </a:cubicBezTo>
                  <a:cubicBezTo>
                    <a:pt x="6991" y="2743"/>
                    <a:pt x="6689" y="2463"/>
                    <a:pt x="6561" y="2463"/>
                  </a:cubicBezTo>
                  <a:cubicBezTo>
                    <a:pt x="6478" y="2463"/>
                    <a:pt x="6468" y="2583"/>
                    <a:pt x="6667" y="2980"/>
                  </a:cubicBezTo>
                  <a:cubicBezTo>
                    <a:pt x="5810" y="3805"/>
                    <a:pt x="443" y="7491"/>
                    <a:pt x="1" y="8256"/>
                  </a:cubicBezTo>
                  <a:cubicBezTo>
                    <a:pt x="2124" y="8170"/>
                    <a:pt x="8643" y="5261"/>
                    <a:pt x="8643" y="5261"/>
                  </a:cubicBezTo>
                  <a:lnTo>
                    <a:pt x="8257" y="3864"/>
                  </a:lnTo>
                  <a:lnTo>
                    <a:pt x="9614" y="1828"/>
                  </a:lnTo>
                  <a:cubicBezTo>
                    <a:pt x="9614" y="1828"/>
                    <a:pt x="7583" y="533"/>
                    <a:pt x="64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8"/>
            <p:cNvSpPr/>
            <p:nvPr/>
          </p:nvSpPr>
          <p:spPr>
            <a:xfrm>
              <a:off x="7452518" y="4648939"/>
              <a:ext cx="380624" cy="265601"/>
            </a:xfrm>
            <a:custGeom>
              <a:rect b="b" l="l" r="r" t="t"/>
              <a:pathLst>
                <a:path extrusionOk="0" h="6484" w="9292">
                  <a:moveTo>
                    <a:pt x="4161" y="1"/>
                  </a:moveTo>
                  <a:cubicBezTo>
                    <a:pt x="2733" y="1"/>
                    <a:pt x="328" y="838"/>
                    <a:pt x="328" y="838"/>
                  </a:cubicBezTo>
                  <a:cubicBezTo>
                    <a:pt x="328" y="838"/>
                    <a:pt x="680" y="3344"/>
                    <a:pt x="842" y="3434"/>
                  </a:cubicBezTo>
                  <a:lnTo>
                    <a:pt x="0" y="5115"/>
                  </a:lnTo>
                  <a:cubicBezTo>
                    <a:pt x="4126" y="6294"/>
                    <a:pt x="6931" y="6484"/>
                    <a:pt x="8308" y="6484"/>
                  </a:cubicBezTo>
                  <a:cubicBezTo>
                    <a:pt x="8960" y="6484"/>
                    <a:pt x="9291" y="6441"/>
                    <a:pt x="9291" y="6441"/>
                  </a:cubicBezTo>
                  <a:cubicBezTo>
                    <a:pt x="9291" y="6441"/>
                    <a:pt x="5044" y="4228"/>
                    <a:pt x="2215" y="3107"/>
                  </a:cubicBezTo>
                  <a:cubicBezTo>
                    <a:pt x="2867" y="2577"/>
                    <a:pt x="2685" y="2471"/>
                    <a:pt x="2433" y="2471"/>
                  </a:cubicBezTo>
                  <a:cubicBezTo>
                    <a:pt x="2265" y="2471"/>
                    <a:pt x="2065" y="2519"/>
                    <a:pt x="2065" y="2519"/>
                  </a:cubicBezTo>
                  <a:cubicBezTo>
                    <a:pt x="2065" y="2519"/>
                    <a:pt x="2510" y="2195"/>
                    <a:pt x="4840" y="100"/>
                  </a:cubicBezTo>
                  <a:cubicBezTo>
                    <a:pt x="4663" y="30"/>
                    <a:pt x="4429" y="1"/>
                    <a:pt x="41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8"/>
            <p:cNvSpPr/>
            <p:nvPr/>
          </p:nvSpPr>
          <p:spPr>
            <a:xfrm>
              <a:off x="7646720" y="2837603"/>
              <a:ext cx="119774" cy="173968"/>
            </a:xfrm>
            <a:custGeom>
              <a:rect b="b" l="l" r="r" t="t"/>
              <a:pathLst>
                <a:path extrusionOk="0" h="4247" w="2924">
                  <a:moveTo>
                    <a:pt x="248" y="1"/>
                  </a:moveTo>
                  <a:lnTo>
                    <a:pt x="0" y="269"/>
                  </a:lnTo>
                  <a:lnTo>
                    <a:pt x="1160" y="1425"/>
                  </a:lnTo>
                  <a:lnTo>
                    <a:pt x="2332" y="4247"/>
                  </a:lnTo>
                  <a:lnTo>
                    <a:pt x="2789" y="4247"/>
                  </a:lnTo>
                  <a:lnTo>
                    <a:pt x="2924" y="4101"/>
                  </a:lnTo>
                  <a:lnTo>
                    <a:pt x="1499" y="1201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D3D1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8"/>
            <p:cNvSpPr/>
            <p:nvPr/>
          </p:nvSpPr>
          <p:spPr>
            <a:xfrm>
              <a:off x="7667365" y="2857306"/>
              <a:ext cx="85857" cy="134562"/>
            </a:xfrm>
            <a:custGeom>
              <a:rect b="b" l="l" r="r" t="t"/>
              <a:pathLst>
                <a:path extrusionOk="0" h="3285" w="2096">
                  <a:moveTo>
                    <a:pt x="1" y="1"/>
                  </a:moveTo>
                  <a:lnTo>
                    <a:pt x="817" y="798"/>
                  </a:lnTo>
                  <a:lnTo>
                    <a:pt x="817" y="798"/>
                  </a:lnTo>
                  <a:lnTo>
                    <a:pt x="1943" y="3284"/>
                  </a:lnTo>
                  <a:lnTo>
                    <a:pt x="2096" y="3210"/>
                  </a:lnTo>
                  <a:lnTo>
                    <a:pt x="857" y="767"/>
                  </a:lnTo>
                  <a:lnTo>
                    <a:pt x="857" y="762"/>
                  </a:lnTo>
                  <a:lnTo>
                    <a:pt x="853" y="7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8"/>
            <p:cNvSpPr/>
            <p:nvPr/>
          </p:nvSpPr>
          <p:spPr>
            <a:xfrm>
              <a:off x="7693048" y="2982936"/>
              <a:ext cx="240941" cy="264986"/>
            </a:xfrm>
            <a:custGeom>
              <a:rect b="b" l="l" r="r" t="t"/>
              <a:pathLst>
                <a:path extrusionOk="0" h="6469" w="5882">
                  <a:moveTo>
                    <a:pt x="3016" y="0"/>
                  </a:moveTo>
                  <a:cubicBezTo>
                    <a:pt x="1361" y="0"/>
                    <a:pt x="329" y="533"/>
                    <a:pt x="329" y="533"/>
                  </a:cubicBezTo>
                  <a:lnTo>
                    <a:pt x="1193" y="1646"/>
                  </a:lnTo>
                  <a:cubicBezTo>
                    <a:pt x="1193" y="1646"/>
                    <a:pt x="778" y="1749"/>
                    <a:pt x="388" y="3643"/>
                  </a:cubicBezTo>
                  <a:cubicBezTo>
                    <a:pt x="1" y="5538"/>
                    <a:pt x="1647" y="6469"/>
                    <a:pt x="2984" y="6469"/>
                  </a:cubicBezTo>
                  <a:cubicBezTo>
                    <a:pt x="4327" y="6469"/>
                    <a:pt x="5882" y="5881"/>
                    <a:pt x="5873" y="4053"/>
                  </a:cubicBezTo>
                  <a:cubicBezTo>
                    <a:pt x="5866" y="2230"/>
                    <a:pt x="4702" y="1646"/>
                    <a:pt x="4702" y="1646"/>
                  </a:cubicBezTo>
                  <a:lnTo>
                    <a:pt x="5396" y="360"/>
                  </a:lnTo>
                  <a:cubicBezTo>
                    <a:pt x="4513" y="94"/>
                    <a:pt x="3710" y="0"/>
                    <a:pt x="30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8"/>
            <p:cNvSpPr/>
            <p:nvPr/>
          </p:nvSpPr>
          <p:spPr>
            <a:xfrm>
              <a:off x="7721558" y="3041552"/>
              <a:ext cx="197562" cy="45059"/>
            </a:xfrm>
            <a:custGeom>
              <a:rect b="b" l="l" r="r" t="t"/>
              <a:pathLst>
                <a:path extrusionOk="0" h="1100" w="4823">
                  <a:moveTo>
                    <a:pt x="2049" y="1"/>
                  </a:moveTo>
                  <a:cubicBezTo>
                    <a:pt x="1529" y="1"/>
                    <a:pt x="979" y="54"/>
                    <a:pt x="497" y="215"/>
                  </a:cubicBezTo>
                  <a:cubicBezTo>
                    <a:pt x="465" y="235"/>
                    <a:pt x="438" y="258"/>
                    <a:pt x="406" y="278"/>
                  </a:cubicBezTo>
                  <a:cubicBezTo>
                    <a:pt x="315" y="369"/>
                    <a:pt x="166" y="578"/>
                    <a:pt x="0" y="1056"/>
                  </a:cubicBezTo>
                  <a:cubicBezTo>
                    <a:pt x="457" y="942"/>
                    <a:pt x="1310" y="776"/>
                    <a:pt x="2365" y="776"/>
                  </a:cubicBezTo>
                  <a:cubicBezTo>
                    <a:pt x="3107" y="776"/>
                    <a:pt x="3949" y="858"/>
                    <a:pt x="4822" y="1099"/>
                  </a:cubicBezTo>
                  <a:cubicBezTo>
                    <a:pt x="4581" y="650"/>
                    <a:pt x="4277" y="393"/>
                    <a:pt x="4116" y="282"/>
                  </a:cubicBezTo>
                  <a:lnTo>
                    <a:pt x="4006" y="215"/>
                  </a:lnTo>
                  <a:cubicBezTo>
                    <a:pt x="4006" y="215"/>
                    <a:pt x="3088" y="1"/>
                    <a:pt x="2049" y="1"/>
                  </a:cubicBezTo>
                  <a:close/>
                </a:path>
              </a:pathLst>
            </a:custGeom>
            <a:solidFill>
              <a:srgbClr val="D3D1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8"/>
            <p:cNvSpPr/>
            <p:nvPr/>
          </p:nvSpPr>
          <p:spPr>
            <a:xfrm>
              <a:off x="7243816" y="3011527"/>
              <a:ext cx="606859" cy="295585"/>
            </a:xfrm>
            <a:custGeom>
              <a:rect b="b" l="l" r="r" t="t"/>
              <a:pathLst>
                <a:path extrusionOk="0" h="7216" w="14815">
                  <a:moveTo>
                    <a:pt x="13964" y="0"/>
                  </a:moveTo>
                  <a:cubicBezTo>
                    <a:pt x="13960" y="0"/>
                    <a:pt x="13956" y="0"/>
                    <a:pt x="13951" y="1"/>
                  </a:cubicBezTo>
                  <a:cubicBezTo>
                    <a:pt x="13454" y="40"/>
                    <a:pt x="11020" y="348"/>
                    <a:pt x="10688" y="581"/>
                  </a:cubicBezTo>
                  <a:cubicBezTo>
                    <a:pt x="10352" y="818"/>
                    <a:pt x="10688" y="2973"/>
                    <a:pt x="10688" y="2973"/>
                  </a:cubicBezTo>
                  <a:lnTo>
                    <a:pt x="3430" y="3833"/>
                  </a:lnTo>
                  <a:lnTo>
                    <a:pt x="4070" y="1757"/>
                  </a:lnTo>
                  <a:cubicBezTo>
                    <a:pt x="3683" y="1579"/>
                    <a:pt x="3162" y="1524"/>
                    <a:pt x="2667" y="1524"/>
                  </a:cubicBezTo>
                  <a:cubicBezTo>
                    <a:pt x="1867" y="1524"/>
                    <a:pt x="1134" y="1667"/>
                    <a:pt x="1134" y="1667"/>
                  </a:cubicBezTo>
                  <a:lnTo>
                    <a:pt x="1" y="7215"/>
                  </a:lnTo>
                  <a:cubicBezTo>
                    <a:pt x="3012" y="7215"/>
                    <a:pt x="10882" y="3833"/>
                    <a:pt x="10882" y="3833"/>
                  </a:cubicBezTo>
                  <a:lnTo>
                    <a:pt x="11355" y="4062"/>
                  </a:lnTo>
                  <a:cubicBezTo>
                    <a:pt x="11355" y="4062"/>
                    <a:pt x="11383" y="3754"/>
                    <a:pt x="11355" y="2945"/>
                  </a:cubicBezTo>
                  <a:cubicBezTo>
                    <a:pt x="14815" y="2585"/>
                    <a:pt x="14460" y="0"/>
                    <a:pt x="13964" y="0"/>
                  </a:cubicBezTo>
                  <a:close/>
                </a:path>
              </a:pathLst>
            </a:custGeom>
            <a:solidFill>
              <a:srgbClr val="FBB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8"/>
            <p:cNvSpPr/>
            <p:nvPr/>
          </p:nvSpPr>
          <p:spPr>
            <a:xfrm>
              <a:off x="7410491" y="2895974"/>
              <a:ext cx="40471" cy="187526"/>
            </a:xfrm>
            <a:custGeom>
              <a:rect b="b" l="l" r="r" t="t"/>
              <a:pathLst>
                <a:path extrusionOk="0" h="4578" w="988">
                  <a:moveTo>
                    <a:pt x="988" y="0"/>
                  </a:moveTo>
                  <a:lnTo>
                    <a:pt x="988" y="0"/>
                  </a:lnTo>
                  <a:cubicBezTo>
                    <a:pt x="928" y="186"/>
                    <a:pt x="877" y="375"/>
                    <a:pt x="822" y="565"/>
                  </a:cubicBezTo>
                  <a:lnTo>
                    <a:pt x="671" y="1129"/>
                  </a:lnTo>
                  <a:cubicBezTo>
                    <a:pt x="577" y="1508"/>
                    <a:pt x="490" y="1891"/>
                    <a:pt x="407" y="2269"/>
                  </a:cubicBezTo>
                  <a:cubicBezTo>
                    <a:pt x="325" y="2652"/>
                    <a:pt x="245" y="3035"/>
                    <a:pt x="179" y="3417"/>
                  </a:cubicBezTo>
                  <a:cubicBezTo>
                    <a:pt x="112" y="3805"/>
                    <a:pt x="44" y="4187"/>
                    <a:pt x="1" y="4578"/>
                  </a:cubicBezTo>
                  <a:cubicBezTo>
                    <a:pt x="119" y="4204"/>
                    <a:pt x="218" y="3825"/>
                    <a:pt x="316" y="3450"/>
                  </a:cubicBezTo>
                  <a:cubicBezTo>
                    <a:pt x="416" y="3071"/>
                    <a:pt x="498" y="2688"/>
                    <a:pt x="585" y="2309"/>
                  </a:cubicBezTo>
                  <a:cubicBezTo>
                    <a:pt x="664" y="1926"/>
                    <a:pt x="742" y="1543"/>
                    <a:pt x="810" y="1160"/>
                  </a:cubicBezTo>
                  <a:lnTo>
                    <a:pt x="908" y="584"/>
                  </a:lnTo>
                  <a:cubicBezTo>
                    <a:pt x="937" y="386"/>
                    <a:pt x="968" y="197"/>
                    <a:pt x="988" y="0"/>
                  </a:cubicBezTo>
                  <a:close/>
                </a:path>
              </a:pathLst>
            </a:custGeom>
            <a:solidFill>
              <a:srgbClr val="D3D1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8"/>
            <p:cNvSpPr/>
            <p:nvPr/>
          </p:nvSpPr>
          <p:spPr>
            <a:xfrm>
              <a:off x="7754000" y="2240419"/>
              <a:ext cx="51613" cy="169339"/>
            </a:xfrm>
            <a:custGeom>
              <a:rect b="b" l="l" r="r" t="t"/>
              <a:pathLst>
                <a:path extrusionOk="0" h="4134" w="1260">
                  <a:moveTo>
                    <a:pt x="857" y="1"/>
                  </a:moveTo>
                  <a:lnTo>
                    <a:pt x="1" y="2188"/>
                  </a:lnTo>
                  <a:lnTo>
                    <a:pt x="1260" y="4133"/>
                  </a:lnTo>
                  <a:lnTo>
                    <a:pt x="857" y="1"/>
                  </a:lnTo>
                  <a:close/>
                </a:path>
              </a:pathLst>
            </a:custGeom>
            <a:solidFill>
              <a:srgbClr val="FBB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8"/>
            <p:cNvSpPr/>
            <p:nvPr/>
          </p:nvSpPr>
          <p:spPr>
            <a:xfrm>
              <a:off x="7754000" y="2240419"/>
              <a:ext cx="56160" cy="183225"/>
            </a:xfrm>
            <a:custGeom>
              <a:rect b="b" l="l" r="r" t="t"/>
              <a:pathLst>
                <a:path extrusionOk="0" h="4473" w="1371">
                  <a:moveTo>
                    <a:pt x="857" y="1"/>
                  </a:moveTo>
                  <a:cubicBezTo>
                    <a:pt x="866" y="348"/>
                    <a:pt x="881" y="691"/>
                    <a:pt x="904" y="1039"/>
                  </a:cubicBezTo>
                  <a:cubicBezTo>
                    <a:pt x="928" y="1383"/>
                    <a:pt x="948" y="1729"/>
                    <a:pt x="975" y="2073"/>
                  </a:cubicBezTo>
                  <a:cubicBezTo>
                    <a:pt x="1022" y="2649"/>
                    <a:pt x="1077" y="3225"/>
                    <a:pt x="1137" y="3799"/>
                  </a:cubicBezTo>
                  <a:lnTo>
                    <a:pt x="1137" y="3799"/>
                  </a:lnTo>
                  <a:cubicBezTo>
                    <a:pt x="985" y="3574"/>
                    <a:pt x="831" y="3352"/>
                    <a:pt x="676" y="3130"/>
                  </a:cubicBezTo>
                  <a:cubicBezTo>
                    <a:pt x="459" y="2811"/>
                    <a:pt x="234" y="2499"/>
                    <a:pt x="1" y="2188"/>
                  </a:cubicBezTo>
                  <a:lnTo>
                    <a:pt x="1" y="2188"/>
                  </a:lnTo>
                  <a:cubicBezTo>
                    <a:pt x="190" y="2523"/>
                    <a:pt x="383" y="2862"/>
                    <a:pt x="585" y="3190"/>
                  </a:cubicBezTo>
                  <a:cubicBezTo>
                    <a:pt x="782" y="3521"/>
                    <a:pt x="984" y="3853"/>
                    <a:pt x="1189" y="4181"/>
                  </a:cubicBezTo>
                  <a:lnTo>
                    <a:pt x="1370" y="4472"/>
                  </a:lnTo>
                  <a:lnTo>
                    <a:pt x="1343" y="4125"/>
                  </a:lnTo>
                  <a:cubicBezTo>
                    <a:pt x="1283" y="3434"/>
                    <a:pt x="1217" y="2748"/>
                    <a:pt x="1137" y="2057"/>
                  </a:cubicBezTo>
                  <a:cubicBezTo>
                    <a:pt x="1099" y="1714"/>
                    <a:pt x="1051" y="1370"/>
                    <a:pt x="1008" y="1028"/>
                  </a:cubicBezTo>
                  <a:cubicBezTo>
                    <a:pt x="964" y="684"/>
                    <a:pt x="913" y="341"/>
                    <a:pt x="857" y="1"/>
                  </a:cubicBezTo>
                  <a:close/>
                </a:path>
              </a:pathLst>
            </a:custGeom>
            <a:solidFill>
              <a:srgbClr val="ED90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8"/>
            <p:cNvSpPr/>
            <p:nvPr/>
          </p:nvSpPr>
          <p:spPr>
            <a:xfrm>
              <a:off x="7690673" y="2392265"/>
              <a:ext cx="51736" cy="31295"/>
            </a:xfrm>
            <a:custGeom>
              <a:rect b="b" l="l" r="r" t="t"/>
              <a:pathLst>
                <a:path extrusionOk="0" h="764" w="1263">
                  <a:moveTo>
                    <a:pt x="59" y="0"/>
                  </a:moveTo>
                  <a:cubicBezTo>
                    <a:pt x="16" y="150"/>
                    <a:pt x="0" y="308"/>
                    <a:pt x="47" y="474"/>
                  </a:cubicBezTo>
                  <a:cubicBezTo>
                    <a:pt x="71" y="556"/>
                    <a:pt x="122" y="643"/>
                    <a:pt x="201" y="698"/>
                  </a:cubicBezTo>
                  <a:cubicBezTo>
                    <a:pt x="273" y="747"/>
                    <a:pt x="355" y="764"/>
                    <a:pt x="430" y="764"/>
                  </a:cubicBezTo>
                  <a:cubicBezTo>
                    <a:pt x="446" y="764"/>
                    <a:pt x="462" y="763"/>
                    <a:pt x="477" y="762"/>
                  </a:cubicBezTo>
                  <a:cubicBezTo>
                    <a:pt x="656" y="742"/>
                    <a:pt x="798" y="663"/>
                    <a:pt x="927" y="572"/>
                  </a:cubicBezTo>
                  <a:cubicBezTo>
                    <a:pt x="1058" y="481"/>
                    <a:pt x="1172" y="375"/>
                    <a:pt x="1263" y="248"/>
                  </a:cubicBezTo>
                  <a:lnTo>
                    <a:pt x="1263" y="248"/>
                  </a:lnTo>
                  <a:cubicBezTo>
                    <a:pt x="1124" y="316"/>
                    <a:pt x="991" y="390"/>
                    <a:pt x="856" y="450"/>
                  </a:cubicBezTo>
                  <a:cubicBezTo>
                    <a:pt x="722" y="513"/>
                    <a:pt x="588" y="572"/>
                    <a:pt x="461" y="580"/>
                  </a:cubicBezTo>
                  <a:cubicBezTo>
                    <a:pt x="446" y="582"/>
                    <a:pt x="431" y="583"/>
                    <a:pt x="417" y="583"/>
                  </a:cubicBezTo>
                  <a:cubicBezTo>
                    <a:pt x="310" y="583"/>
                    <a:pt x="233" y="530"/>
                    <a:pt x="177" y="423"/>
                  </a:cubicBezTo>
                  <a:cubicBezTo>
                    <a:pt x="119" y="304"/>
                    <a:pt x="91" y="150"/>
                    <a:pt x="59" y="0"/>
                  </a:cubicBezTo>
                  <a:close/>
                </a:path>
              </a:pathLst>
            </a:custGeom>
            <a:solidFill>
              <a:srgbClr val="FBB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8"/>
            <p:cNvSpPr/>
            <p:nvPr/>
          </p:nvSpPr>
          <p:spPr>
            <a:xfrm>
              <a:off x="7585400" y="2298913"/>
              <a:ext cx="51449" cy="58781"/>
            </a:xfrm>
            <a:custGeom>
              <a:rect b="b" l="l" r="r" t="t"/>
              <a:pathLst>
                <a:path extrusionOk="0" h="1435" w="1256">
                  <a:moveTo>
                    <a:pt x="422" y="1"/>
                  </a:moveTo>
                  <a:cubicBezTo>
                    <a:pt x="411" y="1"/>
                    <a:pt x="399" y="1"/>
                    <a:pt x="388" y="2"/>
                  </a:cubicBezTo>
                  <a:cubicBezTo>
                    <a:pt x="210" y="21"/>
                    <a:pt x="80" y="139"/>
                    <a:pt x="0" y="270"/>
                  </a:cubicBezTo>
                  <a:cubicBezTo>
                    <a:pt x="113" y="177"/>
                    <a:pt x="246" y="111"/>
                    <a:pt x="371" y="111"/>
                  </a:cubicBezTo>
                  <a:cubicBezTo>
                    <a:pt x="378" y="111"/>
                    <a:pt x="385" y="112"/>
                    <a:pt x="392" y="112"/>
                  </a:cubicBezTo>
                  <a:cubicBezTo>
                    <a:pt x="521" y="124"/>
                    <a:pt x="621" y="219"/>
                    <a:pt x="707" y="325"/>
                  </a:cubicBezTo>
                  <a:cubicBezTo>
                    <a:pt x="787" y="444"/>
                    <a:pt x="858" y="570"/>
                    <a:pt x="913" y="708"/>
                  </a:cubicBezTo>
                  <a:cubicBezTo>
                    <a:pt x="956" y="804"/>
                    <a:pt x="991" y="908"/>
                    <a:pt x="1028" y="1011"/>
                  </a:cubicBezTo>
                  <a:lnTo>
                    <a:pt x="1028" y="1011"/>
                  </a:lnTo>
                  <a:cubicBezTo>
                    <a:pt x="1003" y="1009"/>
                    <a:pt x="978" y="1008"/>
                    <a:pt x="952" y="1008"/>
                  </a:cubicBezTo>
                  <a:cubicBezTo>
                    <a:pt x="916" y="1008"/>
                    <a:pt x="877" y="1016"/>
                    <a:pt x="838" y="1020"/>
                  </a:cubicBezTo>
                  <a:cubicBezTo>
                    <a:pt x="818" y="1028"/>
                    <a:pt x="798" y="1035"/>
                    <a:pt x="778" y="1044"/>
                  </a:cubicBezTo>
                  <a:cubicBezTo>
                    <a:pt x="754" y="1063"/>
                    <a:pt x="727" y="1079"/>
                    <a:pt x="723" y="1115"/>
                  </a:cubicBezTo>
                  <a:cubicBezTo>
                    <a:pt x="711" y="1181"/>
                    <a:pt x="743" y="1217"/>
                    <a:pt x="763" y="1245"/>
                  </a:cubicBezTo>
                  <a:cubicBezTo>
                    <a:pt x="787" y="1272"/>
                    <a:pt x="810" y="1296"/>
                    <a:pt x="838" y="1320"/>
                  </a:cubicBezTo>
                  <a:cubicBezTo>
                    <a:pt x="893" y="1363"/>
                    <a:pt x="948" y="1403"/>
                    <a:pt x="1007" y="1434"/>
                  </a:cubicBezTo>
                  <a:cubicBezTo>
                    <a:pt x="964" y="1383"/>
                    <a:pt x="920" y="1332"/>
                    <a:pt x="881" y="1281"/>
                  </a:cubicBezTo>
                  <a:cubicBezTo>
                    <a:pt x="861" y="1252"/>
                    <a:pt x="845" y="1225"/>
                    <a:pt x="829" y="1201"/>
                  </a:cubicBezTo>
                  <a:cubicBezTo>
                    <a:pt x="818" y="1174"/>
                    <a:pt x="814" y="1146"/>
                    <a:pt x="822" y="1146"/>
                  </a:cubicBezTo>
                  <a:cubicBezTo>
                    <a:pt x="818" y="1146"/>
                    <a:pt x="825" y="1146"/>
                    <a:pt x="825" y="1143"/>
                  </a:cubicBezTo>
                  <a:cubicBezTo>
                    <a:pt x="838" y="1143"/>
                    <a:pt x="849" y="1143"/>
                    <a:pt x="861" y="1139"/>
                  </a:cubicBezTo>
                  <a:cubicBezTo>
                    <a:pt x="875" y="1141"/>
                    <a:pt x="888" y="1141"/>
                    <a:pt x="902" y="1141"/>
                  </a:cubicBezTo>
                  <a:cubicBezTo>
                    <a:pt x="915" y="1141"/>
                    <a:pt x="930" y="1141"/>
                    <a:pt x="948" y="1143"/>
                  </a:cubicBezTo>
                  <a:cubicBezTo>
                    <a:pt x="1007" y="1150"/>
                    <a:pt x="1071" y="1166"/>
                    <a:pt x="1133" y="1178"/>
                  </a:cubicBezTo>
                  <a:lnTo>
                    <a:pt x="1255" y="1197"/>
                  </a:lnTo>
                  <a:lnTo>
                    <a:pt x="1220" y="1079"/>
                  </a:lnTo>
                  <a:cubicBezTo>
                    <a:pt x="1181" y="929"/>
                    <a:pt x="1142" y="779"/>
                    <a:pt x="1075" y="637"/>
                  </a:cubicBezTo>
                  <a:cubicBezTo>
                    <a:pt x="1051" y="562"/>
                    <a:pt x="1011" y="491"/>
                    <a:pt x="971" y="424"/>
                  </a:cubicBezTo>
                  <a:cubicBezTo>
                    <a:pt x="936" y="353"/>
                    <a:pt x="885" y="286"/>
                    <a:pt x="834" y="223"/>
                  </a:cubicBezTo>
                  <a:cubicBezTo>
                    <a:pt x="737" y="108"/>
                    <a:pt x="589" y="1"/>
                    <a:pt x="422" y="1"/>
                  </a:cubicBezTo>
                  <a:close/>
                </a:path>
              </a:pathLst>
            </a:custGeom>
            <a:solidFill>
              <a:srgbClr val="ED90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8"/>
            <p:cNvSpPr/>
            <p:nvPr/>
          </p:nvSpPr>
          <p:spPr>
            <a:xfrm>
              <a:off x="7742367" y="2244147"/>
              <a:ext cx="17860" cy="29452"/>
            </a:xfrm>
            <a:custGeom>
              <a:rect b="b" l="l" r="r" t="t"/>
              <a:pathLst>
                <a:path extrusionOk="0" h="719" w="436">
                  <a:moveTo>
                    <a:pt x="218" y="1"/>
                  </a:moveTo>
                  <a:cubicBezTo>
                    <a:pt x="99" y="1"/>
                    <a:pt x="1" y="163"/>
                    <a:pt x="1" y="360"/>
                  </a:cubicBezTo>
                  <a:cubicBezTo>
                    <a:pt x="1" y="558"/>
                    <a:pt x="99" y="719"/>
                    <a:pt x="218" y="719"/>
                  </a:cubicBezTo>
                  <a:cubicBezTo>
                    <a:pt x="336" y="719"/>
                    <a:pt x="435" y="558"/>
                    <a:pt x="435" y="360"/>
                  </a:cubicBezTo>
                  <a:cubicBezTo>
                    <a:pt x="435" y="163"/>
                    <a:pt x="33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8"/>
            <p:cNvSpPr/>
            <p:nvPr/>
          </p:nvSpPr>
          <p:spPr>
            <a:xfrm>
              <a:off x="7802499" y="2253404"/>
              <a:ext cx="17860" cy="29452"/>
            </a:xfrm>
            <a:custGeom>
              <a:rect b="b" l="l" r="r" t="t"/>
              <a:pathLst>
                <a:path extrusionOk="0" h="719" w="436">
                  <a:moveTo>
                    <a:pt x="218" y="0"/>
                  </a:moveTo>
                  <a:cubicBezTo>
                    <a:pt x="99" y="0"/>
                    <a:pt x="1" y="161"/>
                    <a:pt x="1" y="359"/>
                  </a:cubicBezTo>
                  <a:cubicBezTo>
                    <a:pt x="1" y="556"/>
                    <a:pt x="99" y="718"/>
                    <a:pt x="218" y="718"/>
                  </a:cubicBezTo>
                  <a:cubicBezTo>
                    <a:pt x="336" y="718"/>
                    <a:pt x="436" y="556"/>
                    <a:pt x="436" y="359"/>
                  </a:cubicBezTo>
                  <a:cubicBezTo>
                    <a:pt x="436" y="161"/>
                    <a:pt x="336" y="0"/>
                    <a:pt x="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8"/>
            <p:cNvSpPr/>
            <p:nvPr/>
          </p:nvSpPr>
          <p:spPr>
            <a:xfrm>
              <a:off x="7705501" y="2187742"/>
              <a:ext cx="64229" cy="21546"/>
            </a:xfrm>
            <a:custGeom>
              <a:rect b="b" l="l" r="r" t="t"/>
              <a:pathLst>
                <a:path extrusionOk="0" h="526" w="1568">
                  <a:moveTo>
                    <a:pt x="816" y="1"/>
                  </a:moveTo>
                  <a:cubicBezTo>
                    <a:pt x="584" y="1"/>
                    <a:pt x="307" y="132"/>
                    <a:pt x="1" y="525"/>
                  </a:cubicBezTo>
                  <a:lnTo>
                    <a:pt x="1567" y="525"/>
                  </a:lnTo>
                  <a:cubicBezTo>
                    <a:pt x="1567" y="525"/>
                    <a:pt x="1280" y="1"/>
                    <a:pt x="8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8"/>
            <p:cNvSpPr/>
            <p:nvPr/>
          </p:nvSpPr>
          <p:spPr>
            <a:xfrm>
              <a:off x="7802499" y="2197409"/>
              <a:ext cx="53743" cy="37767"/>
            </a:xfrm>
            <a:custGeom>
              <a:rect b="b" l="l" r="r" t="t"/>
              <a:pathLst>
                <a:path extrusionOk="0" h="922" w="1312">
                  <a:moveTo>
                    <a:pt x="720" y="0"/>
                  </a:moveTo>
                  <a:cubicBezTo>
                    <a:pt x="369" y="0"/>
                    <a:pt x="1" y="388"/>
                    <a:pt x="1" y="388"/>
                  </a:cubicBezTo>
                  <a:lnTo>
                    <a:pt x="1312" y="921"/>
                  </a:lnTo>
                  <a:cubicBezTo>
                    <a:pt x="1223" y="207"/>
                    <a:pt x="976" y="0"/>
                    <a:pt x="7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8"/>
            <p:cNvSpPr/>
            <p:nvPr/>
          </p:nvSpPr>
          <p:spPr>
            <a:xfrm>
              <a:off x="7890445" y="3941608"/>
              <a:ext cx="288458" cy="262365"/>
            </a:xfrm>
            <a:custGeom>
              <a:rect b="b" l="l" r="r" t="t"/>
              <a:pathLst>
                <a:path extrusionOk="0" h="6405" w="7042">
                  <a:moveTo>
                    <a:pt x="3513" y="1"/>
                  </a:moveTo>
                  <a:cubicBezTo>
                    <a:pt x="1629" y="1"/>
                    <a:pt x="292" y="3106"/>
                    <a:pt x="1" y="6405"/>
                  </a:cubicBezTo>
                  <a:lnTo>
                    <a:pt x="708" y="6405"/>
                  </a:lnTo>
                  <a:cubicBezTo>
                    <a:pt x="708" y="6266"/>
                    <a:pt x="1398" y="1408"/>
                    <a:pt x="2839" y="777"/>
                  </a:cubicBezTo>
                  <a:cubicBezTo>
                    <a:pt x="3093" y="665"/>
                    <a:pt x="3343" y="601"/>
                    <a:pt x="3587" y="601"/>
                  </a:cubicBezTo>
                  <a:cubicBezTo>
                    <a:pt x="4728" y="601"/>
                    <a:pt x="5720" y="2000"/>
                    <a:pt x="6225" y="6405"/>
                  </a:cubicBezTo>
                  <a:cubicBezTo>
                    <a:pt x="6415" y="6382"/>
                    <a:pt x="6570" y="6375"/>
                    <a:pt x="6691" y="6375"/>
                  </a:cubicBezTo>
                  <a:cubicBezTo>
                    <a:pt x="6933" y="6375"/>
                    <a:pt x="7041" y="6405"/>
                    <a:pt x="7041" y="6405"/>
                  </a:cubicBezTo>
                  <a:cubicBezTo>
                    <a:pt x="7041" y="6405"/>
                    <a:pt x="6268" y="796"/>
                    <a:pt x="4085" y="94"/>
                  </a:cubicBezTo>
                  <a:cubicBezTo>
                    <a:pt x="3890" y="31"/>
                    <a:pt x="3699" y="1"/>
                    <a:pt x="35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8"/>
            <p:cNvSpPr/>
            <p:nvPr/>
          </p:nvSpPr>
          <p:spPr>
            <a:xfrm>
              <a:off x="8142650" y="3856367"/>
              <a:ext cx="273220" cy="469471"/>
            </a:xfrm>
            <a:custGeom>
              <a:rect b="b" l="l" r="r" t="t"/>
              <a:pathLst>
                <a:path extrusionOk="0" h="11461" w="6670">
                  <a:moveTo>
                    <a:pt x="5264" y="1"/>
                  </a:moveTo>
                  <a:cubicBezTo>
                    <a:pt x="5017" y="1"/>
                    <a:pt x="4731" y="169"/>
                    <a:pt x="4432" y="477"/>
                  </a:cubicBezTo>
                  <a:cubicBezTo>
                    <a:pt x="2858" y="2104"/>
                    <a:pt x="1" y="11461"/>
                    <a:pt x="1" y="11461"/>
                  </a:cubicBezTo>
                  <a:lnTo>
                    <a:pt x="4235" y="11461"/>
                  </a:lnTo>
                  <a:cubicBezTo>
                    <a:pt x="6669" y="3077"/>
                    <a:pt x="6322" y="1"/>
                    <a:pt x="5264" y="1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8"/>
            <p:cNvSpPr/>
            <p:nvPr/>
          </p:nvSpPr>
          <p:spPr>
            <a:xfrm>
              <a:off x="8280856" y="3966759"/>
              <a:ext cx="88151" cy="30804"/>
            </a:xfrm>
            <a:custGeom>
              <a:rect b="b" l="l" r="r" t="t"/>
              <a:pathLst>
                <a:path extrusionOk="0" h="752" w="2152">
                  <a:moveTo>
                    <a:pt x="962" y="1"/>
                  </a:moveTo>
                  <a:cubicBezTo>
                    <a:pt x="406" y="1"/>
                    <a:pt x="0" y="387"/>
                    <a:pt x="0" y="387"/>
                  </a:cubicBezTo>
                  <a:cubicBezTo>
                    <a:pt x="0" y="387"/>
                    <a:pt x="521" y="751"/>
                    <a:pt x="1445" y="751"/>
                  </a:cubicBezTo>
                  <a:cubicBezTo>
                    <a:pt x="1659" y="751"/>
                    <a:pt x="1895" y="732"/>
                    <a:pt x="2151" y="683"/>
                  </a:cubicBezTo>
                  <a:cubicBezTo>
                    <a:pt x="1738" y="160"/>
                    <a:pt x="1319" y="1"/>
                    <a:pt x="962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8"/>
            <p:cNvSpPr/>
            <p:nvPr/>
          </p:nvSpPr>
          <p:spPr>
            <a:xfrm>
              <a:off x="8242556" y="4073629"/>
              <a:ext cx="99621" cy="34941"/>
            </a:xfrm>
            <a:custGeom>
              <a:rect b="b" l="l" r="r" t="t"/>
              <a:pathLst>
                <a:path extrusionOk="0" h="853" w="2432">
                  <a:moveTo>
                    <a:pt x="1087" y="1"/>
                  </a:moveTo>
                  <a:cubicBezTo>
                    <a:pt x="459" y="1"/>
                    <a:pt x="0" y="439"/>
                    <a:pt x="0" y="439"/>
                  </a:cubicBezTo>
                  <a:cubicBezTo>
                    <a:pt x="0" y="439"/>
                    <a:pt x="586" y="853"/>
                    <a:pt x="1627" y="853"/>
                  </a:cubicBezTo>
                  <a:cubicBezTo>
                    <a:pt x="1871" y="853"/>
                    <a:pt x="2140" y="830"/>
                    <a:pt x="2432" y="774"/>
                  </a:cubicBezTo>
                  <a:cubicBezTo>
                    <a:pt x="1964" y="181"/>
                    <a:pt x="1490" y="1"/>
                    <a:pt x="1087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8"/>
            <p:cNvSpPr/>
            <p:nvPr/>
          </p:nvSpPr>
          <p:spPr>
            <a:xfrm>
              <a:off x="8203765" y="4174723"/>
              <a:ext cx="121290" cy="42437"/>
            </a:xfrm>
            <a:custGeom>
              <a:rect b="b" l="l" r="r" t="t"/>
              <a:pathLst>
                <a:path extrusionOk="0" h="1036" w="2961">
                  <a:moveTo>
                    <a:pt x="1320" y="1"/>
                  </a:moveTo>
                  <a:cubicBezTo>
                    <a:pt x="556" y="1"/>
                    <a:pt x="0" y="532"/>
                    <a:pt x="0" y="532"/>
                  </a:cubicBezTo>
                  <a:cubicBezTo>
                    <a:pt x="0" y="532"/>
                    <a:pt x="715" y="1036"/>
                    <a:pt x="1987" y="1036"/>
                  </a:cubicBezTo>
                  <a:cubicBezTo>
                    <a:pt x="2282" y="1036"/>
                    <a:pt x="2607" y="1009"/>
                    <a:pt x="2960" y="942"/>
                  </a:cubicBezTo>
                  <a:cubicBezTo>
                    <a:pt x="2389" y="220"/>
                    <a:pt x="1811" y="1"/>
                    <a:pt x="1320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8"/>
            <p:cNvSpPr/>
            <p:nvPr/>
          </p:nvSpPr>
          <p:spPr>
            <a:xfrm>
              <a:off x="7953199" y="3926985"/>
              <a:ext cx="144557" cy="102898"/>
            </a:xfrm>
            <a:custGeom>
              <a:rect b="b" l="l" r="r" t="t"/>
              <a:pathLst>
                <a:path extrusionOk="0" h="2512" w="3529">
                  <a:moveTo>
                    <a:pt x="2011" y="1"/>
                  </a:moveTo>
                  <a:cubicBezTo>
                    <a:pt x="1895" y="1"/>
                    <a:pt x="1787" y="97"/>
                    <a:pt x="1721" y="380"/>
                  </a:cubicBezTo>
                  <a:cubicBezTo>
                    <a:pt x="1543" y="224"/>
                    <a:pt x="1401" y="165"/>
                    <a:pt x="1289" y="165"/>
                  </a:cubicBezTo>
                  <a:cubicBezTo>
                    <a:pt x="1003" y="165"/>
                    <a:pt x="910" y="552"/>
                    <a:pt x="904" y="719"/>
                  </a:cubicBezTo>
                  <a:cubicBezTo>
                    <a:pt x="877" y="704"/>
                    <a:pt x="848" y="697"/>
                    <a:pt x="820" y="697"/>
                  </a:cubicBezTo>
                  <a:cubicBezTo>
                    <a:pt x="601" y="697"/>
                    <a:pt x="375" y="1090"/>
                    <a:pt x="375" y="1090"/>
                  </a:cubicBezTo>
                  <a:cubicBezTo>
                    <a:pt x="375" y="1090"/>
                    <a:pt x="1" y="1895"/>
                    <a:pt x="375" y="2357"/>
                  </a:cubicBezTo>
                  <a:cubicBezTo>
                    <a:pt x="465" y="2469"/>
                    <a:pt x="559" y="2511"/>
                    <a:pt x="649" y="2511"/>
                  </a:cubicBezTo>
                  <a:cubicBezTo>
                    <a:pt x="930" y="2511"/>
                    <a:pt x="1172" y="2097"/>
                    <a:pt x="1172" y="2097"/>
                  </a:cubicBezTo>
                  <a:lnTo>
                    <a:pt x="3513" y="2017"/>
                  </a:lnTo>
                  <a:cubicBezTo>
                    <a:pt x="3513" y="2017"/>
                    <a:pt x="3529" y="826"/>
                    <a:pt x="3169" y="463"/>
                  </a:cubicBezTo>
                  <a:cubicBezTo>
                    <a:pt x="3045" y="340"/>
                    <a:pt x="2934" y="300"/>
                    <a:pt x="2842" y="300"/>
                  </a:cubicBezTo>
                  <a:cubicBezTo>
                    <a:pt x="2663" y="300"/>
                    <a:pt x="2553" y="451"/>
                    <a:pt x="2553" y="451"/>
                  </a:cubicBezTo>
                  <a:cubicBezTo>
                    <a:pt x="2553" y="451"/>
                    <a:pt x="2262" y="1"/>
                    <a:pt x="2011" y="1"/>
                  </a:cubicBezTo>
                  <a:close/>
                </a:path>
              </a:pathLst>
            </a:custGeom>
            <a:solidFill>
              <a:srgbClr val="FBB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7960286" y="3923421"/>
              <a:ext cx="137265" cy="100153"/>
            </a:xfrm>
            <a:custGeom>
              <a:rect b="b" l="l" r="r" t="t"/>
              <a:pathLst>
                <a:path extrusionOk="0" h="2445" w="3351">
                  <a:moveTo>
                    <a:pt x="1837" y="1"/>
                  </a:moveTo>
                  <a:cubicBezTo>
                    <a:pt x="1815" y="1"/>
                    <a:pt x="1793" y="4"/>
                    <a:pt x="1769" y="9"/>
                  </a:cubicBezTo>
                  <a:cubicBezTo>
                    <a:pt x="1698" y="24"/>
                    <a:pt x="1635" y="76"/>
                    <a:pt x="1599" y="128"/>
                  </a:cubicBezTo>
                  <a:cubicBezTo>
                    <a:pt x="1551" y="179"/>
                    <a:pt x="1540" y="234"/>
                    <a:pt x="1509" y="285"/>
                  </a:cubicBezTo>
                  <a:lnTo>
                    <a:pt x="1500" y="314"/>
                  </a:lnTo>
                  <a:lnTo>
                    <a:pt x="1500" y="314"/>
                  </a:lnTo>
                  <a:cubicBezTo>
                    <a:pt x="1448" y="276"/>
                    <a:pt x="1393" y="241"/>
                    <a:pt x="1331" y="214"/>
                  </a:cubicBezTo>
                  <a:cubicBezTo>
                    <a:pt x="1270" y="186"/>
                    <a:pt x="1195" y="164"/>
                    <a:pt x="1118" y="164"/>
                  </a:cubicBezTo>
                  <a:cubicBezTo>
                    <a:pt x="1065" y="164"/>
                    <a:pt x="1011" y="174"/>
                    <a:pt x="959" y="199"/>
                  </a:cubicBezTo>
                  <a:cubicBezTo>
                    <a:pt x="837" y="257"/>
                    <a:pt x="766" y="372"/>
                    <a:pt x="723" y="474"/>
                  </a:cubicBezTo>
                  <a:cubicBezTo>
                    <a:pt x="695" y="552"/>
                    <a:pt x="674" y="628"/>
                    <a:pt x="664" y="708"/>
                  </a:cubicBezTo>
                  <a:lnTo>
                    <a:pt x="664" y="708"/>
                  </a:lnTo>
                  <a:cubicBezTo>
                    <a:pt x="661" y="708"/>
                    <a:pt x="657" y="708"/>
                    <a:pt x="654" y="708"/>
                  </a:cubicBezTo>
                  <a:cubicBezTo>
                    <a:pt x="611" y="708"/>
                    <a:pt x="569" y="718"/>
                    <a:pt x="533" y="735"/>
                  </a:cubicBezTo>
                  <a:cubicBezTo>
                    <a:pt x="471" y="767"/>
                    <a:pt x="415" y="806"/>
                    <a:pt x="372" y="853"/>
                  </a:cubicBezTo>
                  <a:cubicBezTo>
                    <a:pt x="281" y="944"/>
                    <a:pt x="214" y="1039"/>
                    <a:pt x="151" y="1150"/>
                  </a:cubicBezTo>
                  <a:lnTo>
                    <a:pt x="147" y="1153"/>
                  </a:lnTo>
                  <a:cubicBezTo>
                    <a:pt x="103" y="1260"/>
                    <a:pt x="72" y="1366"/>
                    <a:pt x="48" y="1477"/>
                  </a:cubicBezTo>
                  <a:cubicBezTo>
                    <a:pt x="21" y="1587"/>
                    <a:pt x="5" y="1702"/>
                    <a:pt x="5" y="1813"/>
                  </a:cubicBezTo>
                  <a:cubicBezTo>
                    <a:pt x="1" y="1927"/>
                    <a:pt x="12" y="2042"/>
                    <a:pt x="41" y="2152"/>
                  </a:cubicBezTo>
                  <a:cubicBezTo>
                    <a:pt x="72" y="2259"/>
                    <a:pt x="127" y="2361"/>
                    <a:pt x="202" y="2444"/>
                  </a:cubicBezTo>
                  <a:cubicBezTo>
                    <a:pt x="76" y="2259"/>
                    <a:pt x="48" y="2033"/>
                    <a:pt x="76" y="1820"/>
                  </a:cubicBezTo>
                  <a:cubicBezTo>
                    <a:pt x="88" y="1710"/>
                    <a:pt x="112" y="1607"/>
                    <a:pt x="143" y="1505"/>
                  </a:cubicBezTo>
                  <a:cubicBezTo>
                    <a:pt x="170" y="1398"/>
                    <a:pt x="210" y="1295"/>
                    <a:pt x="254" y="1201"/>
                  </a:cubicBezTo>
                  <a:lnTo>
                    <a:pt x="254" y="1208"/>
                  </a:lnTo>
                  <a:cubicBezTo>
                    <a:pt x="312" y="1114"/>
                    <a:pt x="384" y="1024"/>
                    <a:pt x="467" y="952"/>
                  </a:cubicBezTo>
                  <a:cubicBezTo>
                    <a:pt x="506" y="917"/>
                    <a:pt x="549" y="889"/>
                    <a:pt x="589" y="873"/>
                  </a:cubicBezTo>
                  <a:cubicBezTo>
                    <a:pt x="611" y="865"/>
                    <a:pt x="630" y="862"/>
                    <a:pt x="648" y="862"/>
                  </a:cubicBezTo>
                  <a:cubicBezTo>
                    <a:pt x="666" y="862"/>
                    <a:pt x="681" y="865"/>
                    <a:pt x="695" y="873"/>
                  </a:cubicBezTo>
                  <a:lnTo>
                    <a:pt x="802" y="929"/>
                  </a:lnTo>
                  <a:lnTo>
                    <a:pt x="810" y="806"/>
                  </a:lnTo>
                  <a:cubicBezTo>
                    <a:pt x="822" y="629"/>
                    <a:pt x="901" y="415"/>
                    <a:pt x="1035" y="356"/>
                  </a:cubicBezTo>
                  <a:cubicBezTo>
                    <a:pt x="1059" y="344"/>
                    <a:pt x="1086" y="338"/>
                    <a:pt x="1115" y="338"/>
                  </a:cubicBezTo>
                  <a:cubicBezTo>
                    <a:pt x="1160" y="338"/>
                    <a:pt x="1209" y="352"/>
                    <a:pt x="1260" y="376"/>
                  </a:cubicBezTo>
                  <a:cubicBezTo>
                    <a:pt x="1338" y="412"/>
                    <a:pt x="1414" y="470"/>
                    <a:pt x="1489" y="534"/>
                  </a:cubicBezTo>
                  <a:lnTo>
                    <a:pt x="1595" y="621"/>
                  </a:lnTo>
                  <a:lnTo>
                    <a:pt x="1635" y="486"/>
                  </a:lnTo>
                  <a:lnTo>
                    <a:pt x="1678" y="352"/>
                  </a:lnTo>
                  <a:cubicBezTo>
                    <a:pt x="1698" y="317"/>
                    <a:pt x="1710" y="261"/>
                    <a:pt x="1737" y="237"/>
                  </a:cubicBezTo>
                  <a:cubicBezTo>
                    <a:pt x="1770" y="197"/>
                    <a:pt x="1800" y="179"/>
                    <a:pt x="1837" y="179"/>
                  </a:cubicBezTo>
                  <a:cubicBezTo>
                    <a:pt x="1857" y="179"/>
                    <a:pt x="1880" y="185"/>
                    <a:pt x="1907" y="195"/>
                  </a:cubicBezTo>
                  <a:cubicBezTo>
                    <a:pt x="1982" y="226"/>
                    <a:pt x="2057" y="289"/>
                    <a:pt x="2124" y="356"/>
                  </a:cubicBezTo>
                  <a:cubicBezTo>
                    <a:pt x="2191" y="423"/>
                    <a:pt x="2258" y="506"/>
                    <a:pt x="2309" y="581"/>
                  </a:cubicBezTo>
                  <a:lnTo>
                    <a:pt x="2376" y="676"/>
                  </a:lnTo>
                  <a:lnTo>
                    <a:pt x="2447" y="585"/>
                  </a:lnTo>
                  <a:cubicBezTo>
                    <a:pt x="2491" y="530"/>
                    <a:pt x="2566" y="479"/>
                    <a:pt x="2633" y="467"/>
                  </a:cubicBezTo>
                  <a:cubicBezTo>
                    <a:pt x="2645" y="465"/>
                    <a:pt x="2658" y="464"/>
                    <a:pt x="2670" y="464"/>
                  </a:cubicBezTo>
                  <a:cubicBezTo>
                    <a:pt x="2733" y="464"/>
                    <a:pt x="2795" y="487"/>
                    <a:pt x="2858" y="526"/>
                  </a:cubicBezTo>
                  <a:cubicBezTo>
                    <a:pt x="3008" y="621"/>
                    <a:pt x="3090" y="787"/>
                    <a:pt x="3150" y="968"/>
                  </a:cubicBezTo>
                  <a:cubicBezTo>
                    <a:pt x="3209" y="1146"/>
                    <a:pt x="3245" y="1335"/>
                    <a:pt x="3276" y="1528"/>
                  </a:cubicBezTo>
                  <a:cubicBezTo>
                    <a:pt x="3308" y="1718"/>
                    <a:pt x="3323" y="1911"/>
                    <a:pt x="3340" y="2104"/>
                  </a:cubicBezTo>
                  <a:cubicBezTo>
                    <a:pt x="3351" y="1911"/>
                    <a:pt x="3351" y="1718"/>
                    <a:pt x="3340" y="1521"/>
                  </a:cubicBezTo>
                  <a:cubicBezTo>
                    <a:pt x="3327" y="1327"/>
                    <a:pt x="3304" y="1130"/>
                    <a:pt x="3252" y="936"/>
                  </a:cubicBezTo>
                  <a:cubicBezTo>
                    <a:pt x="3225" y="842"/>
                    <a:pt x="3198" y="743"/>
                    <a:pt x="3146" y="652"/>
                  </a:cubicBezTo>
                  <a:cubicBezTo>
                    <a:pt x="3099" y="558"/>
                    <a:pt x="3019" y="474"/>
                    <a:pt x="2937" y="412"/>
                  </a:cubicBezTo>
                  <a:cubicBezTo>
                    <a:pt x="2866" y="357"/>
                    <a:pt x="2768" y="309"/>
                    <a:pt x="2665" y="309"/>
                  </a:cubicBezTo>
                  <a:cubicBezTo>
                    <a:pt x="2648" y="309"/>
                    <a:pt x="2630" y="310"/>
                    <a:pt x="2613" y="313"/>
                  </a:cubicBezTo>
                  <a:cubicBezTo>
                    <a:pt x="2529" y="326"/>
                    <a:pt x="2456" y="360"/>
                    <a:pt x="2393" y="412"/>
                  </a:cubicBezTo>
                  <a:lnTo>
                    <a:pt x="2393" y="412"/>
                  </a:lnTo>
                  <a:cubicBezTo>
                    <a:pt x="2349" y="350"/>
                    <a:pt x="2303" y="293"/>
                    <a:pt x="2250" y="237"/>
                  </a:cubicBezTo>
                  <a:cubicBezTo>
                    <a:pt x="2176" y="159"/>
                    <a:pt x="2092" y="80"/>
                    <a:pt x="1974" y="29"/>
                  </a:cubicBezTo>
                  <a:cubicBezTo>
                    <a:pt x="1946" y="17"/>
                    <a:pt x="1915" y="9"/>
                    <a:pt x="1879" y="5"/>
                  </a:cubicBezTo>
                  <a:cubicBezTo>
                    <a:pt x="1865" y="2"/>
                    <a:pt x="1851" y="1"/>
                    <a:pt x="1837" y="1"/>
                  </a:cubicBezTo>
                  <a:close/>
                </a:path>
              </a:pathLst>
            </a:custGeom>
            <a:solidFill>
              <a:srgbClr val="ED90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8"/>
            <p:cNvSpPr/>
            <p:nvPr/>
          </p:nvSpPr>
          <p:spPr>
            <a:xfrm>
              <a:off x="7752075" y="4192869"/>
              <a:ext cx="638769" cy="539558"/>
            </a:xfrm>
            <a:custGeom>
              <a:rect b="b" l="l" r="r" t="t"/>
              <a:pathLst>
                <a:path extrusionOk="0" h="13172" w="15594">
                  <a:moveTo>
                    <a:pt x="7905" y="0"/>
                  </a:moveTo>
                  <a:cubicBezTo>
                    <a:pt x="3356" y="0"/>
                    <a:pt x="423" y="578"/>
                    <a:pt x="423" y="578"/>
                  </a:cubicBezTo>
                  <a:cubicBezTo>
                    <a:pt x="0" y="3956"/>
                    <a:pt x="916" y="12998"/>
                    <a:pt x="916" y="12998"/>
                  </a:cubicBezTo>
                  <a:cubicBezTo>
                    <a:pt x="2841" y="13128"/>
                    <a:pt x="5005" y="13171"/>
                    <a:pt x="7036" y="13171"/>
                  </a:cubicBezTo>
                  <a:cubicBezTo>
                    <a:pt x="11097" y="13171"/>
                    <a:pt x="14623" y="12998"/>
                    <a:pt x="14623" y="12998"/>
                  </a:cubicBezTo>
                  <a:cubicBezTo>
                    <a:pt x="14623" y="12998"/>
                    <a:pt x="15594" y="4939"/>
                    <a:pt x="14749" y="436"/>
                  </a:cubicBezTo>
                  <a:cubicBezTo>
                    <a:pt x="12229" y="113"/>
                    <a:pt x="9910" y="0"/>
                    <a:pt x="79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8"/>
            <p:cNvSpPr/>
            <p:nvPr/>
          </p:nvSpPr>
          <p:spPr>
            <a:xfrm>
              <a:off x="8054212" y="3945131"/>
              <a:ext cx="21055" cy="75822"/>
            </a:xfrm>
            <a:custGeom>
              <a:rect b="b" l="l" r="r" t="t"/>
              <a:pathLst>
                <a:path extrusionOk="0" h="1851" w="514">
                  <a:moveTo>
                    <a:pt x="174" y="0"/>
                  </a:moveTo>
                  <a:lnTo>
                    <a:pt x="1" y="15"/>
                  </a:lnTo>
                  <a:cubicBezTo>
                    <a:pt x="48" y="335"/>
                    <a:pt x="107" y="647"/>
                    <a:pt x="182" y="959"/>
                  </a:cubicBezTo>
                  <a:cubicBezTo>
                    <a:pt x="222" y="1113"/>
                    <a:pt x="265" y="1266"/>
                    <a:pt x="316" y="1417"/>
                  </a:cubicBezTo>
                  <a:cubicBezTo>
                    <a:pt x="367" y="1567"/>
                    <a:pt x="427" y="1716"/>
                    <a:pt x="513" y="1851"/>
                  </a:cubicBezTo>
                  <a:cubicBezTo>
                    <a:pt x="439" y="1713"/>
                    <a:pt x="395" y="1559"/>
                    <a:pt x="356" y="1405"/>
                  </a:cubicBezTo>
                  <a:cubicBezTo>
                    <a:pt x="320" y="1251"/>
                    <a:pt x="289" y="1097"/>
                    <a:pt x="265" y="939"/>
                  </a:cubicBezTo>
                  <a:cubicBezTo>
                    <a:pt x="218" y="627"/>
                    <a:pt x="190" y="312"/>
                    <a:pt x="174" y="0"/>
                  </a:cubicBezTo>
                  <a:close/>
                </a:path>
              </a:pathLst>
            </a:custGeom>
            <a:solidFill>
              <a:srgbClr val="ED90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8"/>
            <p:cNvSpPr/>
            <p:nvPr/>
          </p:nvSpPr>
          <p:spPr>
            <a:xfrm>
              <a:off x="8020132" y="3942346"/>
              <a:ext cx="11183" cy="88479"/>
            </a:xfrm>
            <a:custGeom>
              <a:rect b="b" l="l" r="r" t="t"/>
              <a:pathLst>
                <a:path extrusionOk="0" h="2160" w="273">
                  <a:moveTo>
                    <a:pt x="0" y="1"/>
                  </a:moveTo>
                  <a:cubicBezTo>
                    <a:pt x="8" y="367"/>
                    <a:pt x="32" y="731"/>
                    <a:pt x="71" y="1090"/>
                  </a:cubicBezTo>
                  <a:cubicBezTo>
                    <a:pt x="110" y="1453"/>
                    <a:pt x="170" y="1812"/>
                    <a:pt x="272" y="2159"/>
                  </a:cubicBezTo>
                  <a:cubicBezTo>
                    <a:pt x="197" y="1804"/>
                    <a:pt x="170" y="1445"/>
                    <a:pt x="158" y="1086"/>
                  </a:cubicBezTo>
                  <a:cubicBezTo>
                    <a:pt x="146" y="727"/>
                    <a:pt x="150" y="364"/>
                    <a:pt x="174" y="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D90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8"/>
            <p:cNvSpPr/>
            <p:nvPr/>
          </p:nvSpPr>
          <p:spPr>
            <a:xfrm>
              <a:off x="7986788" y="3956232"/>
              <a:ext cx="8479" cy="77993"/>
            </a:xfrm>
            <a:custGeom>
              <a:rect b="b" l="l" r="r" t="t"/>
              <a:pathLst>
                <a:path extrusionOk="0" h="1904" w="207">
                  <a:moveTo>
                    <a:pt x="1" y="1"/>
                  </a:moveTo>
                  <a:cubicBezTo>
                    <a:pt x="13" y="321"/>
                    <a:pt x="28" y="640"/>
                    <a:pt x="57" y="957"/>
                  </a:cubicBezTo>
                  <a:cubicBezTo>
                    <a:pt x="72" y="1118"/>
                    <a:pt x="88" y="1276"/>
                    <a:pt x="108" y="1434"/>
                  </a:cubicBezTo>
                  <a:cubicBezTo>
                    <a:pt x="131" y="1591"/>
                    <a:pt x="155" y="1749"/>
                    <a:pt x="206" y="1904"/>
                  </a:cubicBezTo>
                  <a:cubicBezTo>
                    <a:pt x="170" y="1746"/>
                    <a:pt x="159" y="1587"/>
                    <a:pt x="151" y="1430"/>
                  </a:cubicBezTo>
                  <a:cubicBezTo>
                    <a:pt x="143" y="1272"/>
                    <a:pt x="143" y="1114"/>
                    <a:pt x="143" y="957"/>
                  </a:cubicBezTo>
                  <a:cubicBezTo>
                    <a:pt x="143" y="636"/>
                    <a:pt x="155" y="321"/>
                    <a:pt x="170" y="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D90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8"/>
            <p:cNvSpPr/>
            <p:nvPr/>
          </p:nvSpPr>
          <p:spPr>
            <a:xfrm>
              <a:off x="7707631" y="3023529"/>
              <a:ext cx="118873" cy="26380"/>
            </a:xfrm>
            <a:custGeom>
              <a:rect b="b" l="l" r="r" t="t"/>
              <a:pathLst>
                <a:path extrusionOk="0" h="644" w="2902">
                  <a:moveTo>
                    <a:pt x="2901" y="0"/>
                  </a:moveTo>
                  <a:cubicBezTo>
                    <a:pt x="2400" y="43"/>
                    <a:pt x="1918" y="134"/>
                    <a:pt x="1433" y="237"/>
                  </a:cubicBezTo>
                  <a:cubicBezTo>
                    <a:pt x="952" y="347"/>
                    <a:pt x="474" y="469"/>
                    <a:pt x="0" y="643"/>
                  </a:cubicBezTo>
                  <a:cubicBezTo>
                    <a:pt x="497" y="604"/>
                    <a:pt x="983" y="513"/>
                    <a:pt x="1468" y="407"/>
                  </a:cubicBezTo>
                  <a:cubicBezTo>
                    <a:pt x="1950" y="296"/>
                    <a:pt x="2431" y="174"/>
                    <a:pt x="2901" y="0"/>
                  </a:cubicBezTo>
                  <a:close/>
                </a:path>
              </a:pathLst>
            </a:custGeom>
            <a:solidFill>
              <a:srgbClr val="ED90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8"/>
            <p:cNvSpPr/>
            <p:nvPr/>
          </p:nvSpPr>
          <p:spPr>
            <a:xfrm>
              <a:off x="7714758" y="3046591"/>
              <a:ext cx="111746" cy="28838"/>
            </a:xfrm>
            <a:custGeom>
              <a:rect b="b" l="l" r="r" t="t"/>
              <a:pathLst>
                <a:path extrusionOk="0" h="704" w="2728">
                  <a:moveTo>
                    <a:pt x="2727" y="1"/>
                  </a:moveTo>
                  <a:cubicBezTo>
                    <a:pt x="2254" y="53"/>
                    <a:pt x="1796" y="155"/>
                    <a:pt x="1341" y="270"/>
                  </a:cubicBezTo>
                  <a:cubicBezTo>
                    <a:pt x="888" y="388"/>
                    <a:pt x="438" y="522"/>
                    <a:pt x="0" y="704"/>
                  </a:cubicBezTo>
                  <a:cubicBezTo>
                    <a:pt x="474" y="652"/>
                    <a:pt x="931" y="550"/>
                    <a:pt x="1385" y="436"/>
                  </a:cubicBezTo>
                  <a:cubicBezTo>
                    <a:pt x="1839" y="317"/>
                    <a:pt x="2289" y="183"/>
                    <a:pt x="2727" y="1"/>
                  </a:cubicBezTo>
                  <a:close/>
                </a:path>
              </a:pathLst>
            </a:custGeom>
            <a:solidFill>
              <a:srgbClr val="ED90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8"/>
            <p:cNvSpPr/>
            <p:nvPr/>
          </p:nvSpPr>
          <p:spPr>
            <a:xfrm>
              <a:off x="7724753" y="3072028"/>
              <a:ext cx="95402" cy="33303"/>
            </a:xfrm>
            <a:custGeom>
              <a:rect b="b" l="l" r="r" t="t"/>
              <a:pathLst>
                <a:path extrusionOk="0" h="813" w="2329">
                  <a:moveTo>
                    <a:pt x="2329" y="0"/>
                  </a:moveTo>
                  <a:lnTo>
                    <a:pt x="2329" y="0"/>
                  </a:lnTo>
                  <a:cubicBezTo>
                    <a:pt x="1919" y="71"/>
                    <a:pt x="1524" y="193"/>
                    <a:pt x="1137" y="323"/>
                  </a:cubicBezTo>
                  <a:cubicBezTo>
                    <a:pt x="747" y="462"/>
                    <a:pt x="363" y="611"/>
                    <a:pt x="1" y="813"/>
                  </a:cubicBezTo>
                  <a:cubicBezTo>
                    <a:pt x="411" y="742"/>
                    <a:pt x="802" y="620"/>
                    <a:pt x="1192" y="489"/>
                  </a:cubicBezTo>
                  <a:cubicBezTo>
                    <a:pt x="1580" y="351"/>
                    <a:pt x="1962" y="201"/>
                    <a:pt x="2329" y="0"/>
                  </a:cubicBezTo>
                  <a:close/>
                </a:path>
              </a:pathLst>
            </a:custGeom>
            <a:solidFill>
              <a:srgbClr val="ED90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8"/>
            <p:cNvSpPr/>
            <p:nvPr/>
          </p:nvSpPr>
          <p:spPr>
            <a:xfrm>
              <a:off x="8341644" y="3914533"/>
              <a:ext cx="4424" cy="3482"/>
            </a:xfrm>
            <a:custGeom>
              <a:rect b="b" l="l" r="r" t="t"/>
              <a:pathLst>
                <a:path extrusionOk="0" h="85" w="108">
                  <a:moveTo>
                    <a:pt x="55" y="1"/>
                  </a:moveTo>
                  <a:cubicBezTo>
                    <a:pt x="0" y="1"/>
                    <a:pt x="0" y="84"/>
                    <a:pt x="55" y="84"/>
                  </a:cubicBezTo>
                  <a:cubicBezTo>
                    <a:pt x="108" y="84"/>
                    <a:pt x="108" y="1"/>
                    <a:pt x="55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8"/>
            <p:cNvSpPr/>
            <p:nvPr/>
          </p:nvSpPr>
          <p:spPr>
            <a:xfrm>
              <a:off x="8334844" y="3937635"/>
              <a:ext cx="7824" cy="5940"/>
            </a:xfrm>
            <a:custGeom>
              <a:rect b="b" l="l" r="r" t="t"/>
              <a:pathLst>
                <a:path extrusionOk="0" h="145" w="191">
                  <a:moveTo>
                    <a:pt x="78" y="1"/>
                  </a:moveTo>
                  <a:cubicBezTo>
                    <a:pt x="48" y="1"/>
                    <a:pt x="16" y="17"/>
                    <a:pt x="8" y="45"/>
                  </a:cubicBezTo>
                  <a:cubicBezTo>
                    <a:pt x="1" y="68"/>
                    <a:pt x="13" y="96"/>
                    <a:pt x="32" y="108"/>
                  </a:cubicBezTo>
                  <a:cubicBezTo>
                    <a:pt x="35" y="108"/>
                    <a:pt x="40" y="110"/>
                    <a:pt x="43" y="111"/>
                  </a:cubicBezTo>
                  <a:lnTo>
                    <a:pt x="43" y="111"/>
                  </a:lnTo>
                  <a:cubicBezTo>
                    <a:pt x="44" y="111"/>
                    <a:pt x="44" y="112"/>
                    <a:pt x="44" y="112"/>
                  </a:cubicBezTo>
                  <a:cubicBezTo>
                    <a:pt x="56" y="127"/>
                    <a:pt x="68" y="139"/>
                    <a:pt x="88" y="143"/>
                  </a:cubicBezTo>
                  <a:cubicBezTo>
                    <a:pt x="93" y="145"/>
                    <a:pt x="98" y="145"/>
                    <a:pt x="104" y="145"/>
                  </a:cubicBezTo>
                  <a:cubicBezTo>
                    <a:pt x="116" y="145"/>
                    <a:pt x="128" y="143"/>
                    <a:pt x="139" y="143"/>
                  </a:cubicBezTo>
                  <a:cubicBezTo>
                    <a:pt x="179" y="136"/>
                    <a:pt x="190" y="88"/>
                    <a:pt x="174" y="56"/>
                  </a:cubicBezTo>
                  <a:cubicBezTo>
                    <a:pt x="173" y="55"/>
                    <a:pt x="173" y="55"/>
                    <a:pt x="172" y="54"/>
                  </a:cubicBezTo>
                  <a:lnTo>
                    <a:pt x="172" y="54"/>
                  </a:lnTo>
                  <a:cubicBezTo>
                    <a:pt x="171" y="50"/>
                    <a:pt x="169" y="47"/>
                    <a:pt x="166" y="45"/>
                  </a:cubicBezTo>
                  <a:cubicBezTo>
                    <a:pt x="163" y="32"/>
                    <a:pt x="155" y="21"/>
                    <a:pt x="143" y="17"/>
                  </a:cubicBezTo>
                  <a:cubicBezTo>
                    <a:pt x="127" y="5"/>
                    <a:pt x="108" y="5"/>
                    <a:pt x="88" y="1"/>
                  </a:cubicBezTo>
                  <a:cubicBezTo>
                    <a:pt x="85" y="1"/>
                    <a:pt x="82" y="1"/>
                    <a:pt x="78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8306580" y="3935956"/>
              <a:ext cx="6800" cy="7250"/>
            </a:xfrm>
            <a:custGeom>
              <a:rect b="b" l="l" r="r" t="t"/>
              <a:pathLst>
                <a:path extrusionOk="0" h="177" w="166">
                  <a:moveTo>
                    <a:pt x="106" y="1"/>
                  </a:moveTo>
                  <a:cubicBezTo>
                    <a:pt x="103" y="1"/>
                    <a:pt x="96" y="1"/>
                    <a:pt x="83" y="2"/>
                  </a:cubicBezTo>
                  <a:cubicBezTo>
                    <a:pt x="67" y="2"/>
                    <a:pt x="51" y="7"/>
                    <a:pt x="40" y="15"/>
                  </a:cubicBezTo>
                  <a:cubicBezTo>
                    <a:pt x="35" y="19"/>
                    <a:pt x="32" y="22"/>
                    <a:pt x="24" y="26"/>
                  </a:cubicBezTo>
                  <a:cubicBezTo>
                    <a:pt x="20" y="31"/>
                    <a:pt x="16" y="38"/>
                    <a:pt x="12" y="42"/>
                  </a:cubicBezTo>
                  <a:cubicBezTo>
                    <a:pt x="4" y="58"/>
                    <a:pt x="4" y="62"/>
                    <a:pt x="0" y="78"/>
                  </a:cubicBezTo>
                  <a:cubicBezTo>
                    <a:pt x="0" y="90"/>
                    <a:pt x="0" y="97"/>
                    <a:pt x="4" y="109"/>
                  </a:cubicBezTo>
                  <a:cubicBezTo>
                    <a:pt x="4" y="117"/>
                    <a:pt x="8" y="126"/>
                    <a:pt x="12" y="129"/>
                  </a:cubicBezTo>
                  <a:lnTo>
                    <a:pt x="12" y="133"/>
                  </a:lnTo>
                  <a:lnTo>
                    <a:pt x="20" y="141"/>
                  </a:lnTo>
                  <a:cubicBezTo>
                    <a:pt x="24" y="153"/>
                    <a:pt x="35" y="161"/>
                    <a:pt x="44" y="168"/>
                  </a:cubicBezTo>
                  <a:cubicBezTo>
                    <a:pt x="55" y="173"/>
                    <a:pt x="71" y="177"/>
                    <a:pt x="83" y="177"/>
                  </a:cubicBezTo>
                  <a:cubicBezTo>
                    <a:pt x="95" y="177"/>
                    <a:pt x="111" y="173"/>
                    <a:pt x="122" y="168"/>
                  </a:cubicBezTo>
                  <a:cubicBezTo>
                    <a:pt x="130" y="161"/>
                    <a:pt x="142" y="153"/>
                    <a:pt x="146" y="141"/>
                  </a:cubicBezTo>
                  <a:cubicBezTo>
                    <a:pt x="150" y="137"/>
                    <a:pt x="150" y="137"/>
                    <a:pt x="154" y="133"/>
                  </a:cubicBezTo>
                  <a:lnTo>
                    <a:pt x="154" y="129"/>
                  </a:lnTo>
                  <a:cubicBezTo>
                    <a:pt x="158" y="126"/>
                    <a:pt x="162" y="117"/>
                    <a:pt x="166" y="109"/>
                  </a:cubicBezTo>
                  <a:lnTo>
                    <a:pt x="166" y="90"/>
                  </a:lnTo>
                  <a:lnTo>
                    <a:pt x="166" y="66"/>
                  </a:lnTo>
                  <a:cubicBezTo>
                    <a:pt x="162" y="62"/>
                    <a:pt x="162" y="58"/>
                    <a:pt x="158" y="55"/>
                  </a:cubicBezTo>
                  <a:cubicBezTo>
                    <a:pt x="158" y="46"/>
                    <a:pt x="154" y="42"/>
                    <a:pt x="150" y="35"/>
                  </a:cubicBezTo>
                  <a:cubicBezTo>
                    <a:pt x="142" y="26"/>
                    <a:pt x="135" y="19"/>
                    <a:pt x="126" y="15"/>
                  </a:cubicBezTo>
                  <a:cubicBezTo>
                    <a:pt x="122" y="11"/>
                    <a:pt x="111" y="7"/>
                    <a:pt x="106" y="7"/>
                  </a:cubicBezTo>
                  <a:cubicBezTo>
                    <a:pt x="98" y="4"/>
                    <a:pt x="114" y="1"/>
                    <a:pt x="106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8334844" y="4044669"/>
              <a:ext cx="7332" cy="7087"/>
            </a:xfrm>
            <a:custGeom>
              <a:rect b="b" l="l" r="r" t="t"/>
              <a:pathLst>
                <a:path extrusionOk="0" h="173" w="179">
                  <a:moveTo>
                    <a:pt x="99" y="0"/>
                  </a:moveTo>
                  <a:cubicBezTo>
                    <a:pt x="79" y="0"/>
                    <a:pt x="56" y="9"/>
                    <a:pt x="44" y="24"/>
                  </a:cubicBezTo>
                  <a:cubicBezTo>
                    <a:pt x="41" y="29"/>
                    <a:pt x="37" y="33"/>
                    <a:pt x="32" y="36"/>
                  </a:cubicBezTo>
                  <a:lnTo>
                    <a:pt x="28" y="40"/>
                  </a:lnTo>
                  <a:cubicBezTo>
                    <a:pt x="24" y="44"/>
                    <a:pt x="24" y="48"/>
                    <a:pt x="21" y="53"/>
                  </a:cubicBezTo>
                  <a:cubicBezTo>
                    <a:pt x="17" y="56"/>
                    <a:pt x="13" y="64"/>
                    <a:pt x="8" y="68"/>
                  </a:cubicBezTo>
                  <a:cubicBezTo>
                    <a:pt x="8" y="72"/>
                    <a:pt x="8" y="76"/>
                    <a:pt x="5" y="80"/>
                  </a:cubicBezTo>
                  <a:cubicBezTo>
                    <a:pt x="1" y="108"/>
                    <a:pt x="5" y="131"/>
                    <a:pt x="24" y="151"/>
                  </a:cubicBezTo>
                  <a:cubicBezTo>
                    <a:pt x="40" y="167"/>
                    <a:pt x="60" y="172"/>
                    <a:pt x="79" y="172"/>
                  </a:cubicBezTo>
                  <a:cubicBezTo>
                    <a:pt x="85" y="172"/>
                    <a:pt x="90" y="172"/>
                    <a:pt x="95" y="171"/>
                  </a:cubicBezTo>
                  <a:cubicBezTo>
                    <a:pt x="103" y="171"/>
                    <a:pt x="112" y="166"/>
                    <a:pt x="115" y="162"/>
                  </a:cubicBezTo>
                  <a:cubicBezTo>
                    <a:pt x="123" y="159"/>
                    <a:pt x="127" y="155"/>
                    <a:pt x="135" y="151"/>
                  </a:cubicBezTo>
                  <a:cubicBezTo>
                    <a:pt x="135" y="147"/>
                    <a:pt x="139" y="147"/>
                    <a:pt x="139" y="143"/>
                  </a:cubicBezTo>
                  <a:cubicBezTo>
                    <a:pt x="147" y="139"/>
                    <a:pt x="150" y="135"/>
                    <a:pt x="155" y="131"/>
                  </a:cubicBezTo>
                  <a:cubicBezTo>
                    <a:pt x="163" y="127"/>
                    <a:pt x="166" y="115"/>
                    <a:pt x="170" y="108"/>
                  </a:cubicBezTo>
                  <a:cubicBezTo>
                    <a:pt x="174" y="100"/>
                    <a:pt x="179" y="88"/>
                    <a:pt x="179" y="76"/>
                  </a:cubicBezTo>
                  <a:cubicBezTo>
                    <a:pt x="179" y="68"/>
                    <a:pt x="174" y="56"/>
                    <a:pt x="170" y="48"/>
                  </a:cubicBezTo>
                  <a:cubicBezTo>
                    <a:pt x="166" y="36"/>
                    <a:pt x="163" y="29"/>
                    <a:pt x="155" y="24"/>
                  </a:cubicBezTo>
                  <a:cubicBezTo>
                    <a:pt x="139" y="9"/>
                    <a:pt x="119" y="0"/>
                    <a:pt x="99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8"/>
            <p:cNvSpPr/>
            <p:nvPr/>
          </p:nvSpPr>
          <p:spPr>
            <a:xfrm>
              <a:off x="8262751" y="4006082"/>
              <a:ext cx="6677" cy="7660"/>
            </a:xfrm>
            <a:custGeom>
              <a:rect b="b" l="l" r="r" t="t"/>
              <a:pathLst>
                <a:path extrusionOk="0" h="187" w="163">
                  <a:moveTo>
                    <a:pt x="21" y="75"/>
                  </a:moveTo>
                  <a:cubicBezTo>
                    <a:pt x="21" y="77"/>
                    <a:pt x="20" y="78"/>
                    <a:pt x="19" y="78"/>
                  </a:cubicBezTo>
                  <a:lnTo>
                    <a:pt x="19" y="78"/>
                  </a:lnTo>
                  <a:cubicBezTo>
                    <a:pt x="19" y="77"/>
                    <a:pt x="20" y="76"/>
                    <a:pt x="21" y="75"/>
                  </a:cubicBezTo>
                  <a:lnTo>
                    <a:pt x="21" y="75"/>
                  </a:lnTo>
                  <a:cubicBezTo>
                    <a:pt x="21" y="75"/>
                    <a:pt x="21" y="75"/>
                    <a:pt x="21" y="75"/>
                  </a:cubicBezTo>
                  <a:close/>
                  <a:moveTo>
                    <a:pt x="15" y="85"/>
                  </a:moveTo>
                  <a:cubicBezTo>
                    <a:pt x="15" y="85"/>
                    <a:pt x="15" y="86"/>
                    <a:pt x="15" y="87"/>
                  </a:cubicBezTo>
                  <a:lnTo>
                    <a:pt x="15" y="87"/>
                  </a:lnTo>
                  <a:cubicBezTo>
                    <a:pt x="15" y="86"/>
                    <a:pt x="15" y="86"/>
                    <a:pt x="15" y="85"/>
                  </a:cubicBezTo>
                  <a:lnTo>
                    <a:pt x="15" y="85"/>
                  </a:lnTo>
                  <a:cubicBezTo>
                    <a:pt x="15" y="85"/>
                    <a:pt x="15" y="85"/>
                    <a:pt x="15" y="85"/>
                  </a:cubicBezTo>
                  <a:close/>
                  <a:moveTo>
                    <a:pt x="15" y="89"/>
                  </a:moveTo>
                  <a:cubicBezTo>
                    <a:pt x="15" y="91"/>
                    <a:pt x="14" y="93"/>
                    <a:pt x="12" y="95"/>
                  </a:cubicBezTo>
                  <a:cubicBezTo>
                    <a:pt x="14" y="93"/>
                    <a:pt x="14" y="91"/>
                    <a:pt x="15" y="89"/>
                  </a:cubicBezTo>
                  <a:close/>
                  <a:moveTo>
                    <a:pt x="15" y="88"/>
                  </a:moveTo>
                  <a:cubicBezTo>
                    <a:pt x="16" y="88"/>
                    <a:pt x="16" y="89"/>
                    <a:pt x="16" y="90"/>
                  </a:cubicBezTo>
                  <a:lnTo>
                    <a:pt x="16" y="99"/>
                  </a:lnTo>
                  <a:cubicBezTo>
                    <a:pt x="16" y="96"/>
                    <a:pt x="16" y="92"/>
                    <a:pt x="15" y="88"/>
                  </a:cubicBezTo>
                  <a:lnTo>
                    <a:pt x="15" y="88"/>
                  </a:lnTo>
                  <a:cubicBezTo>
                    <a:pt x="15" y="88"/>
                    <a:pt x="15" y="88"/>
                    <a:pt x="15" y="88"/>
                  </a:cubicBezTo>
                  <a:close/>
                  <a:moveTo>
                    <a:pt x="83" y="1"/>
                  </a:moveTo>
                  <a:cubicBezTo>
                    <a:pt x="77" y="1"/>
                    <a:pt x="70" y="2"/>
                    <a:pt x="63" y="4"/>
                  </a:cubicBezTo>
                  <a:cubicBezTo>
                    <a:pt x="32" y="14"/>
                    <a:pt x="9" y="44"/>
                    <a:pt x="14" y="79"/>
                  </a:cubicBezTo>
                  <a:lnTo>
                    <a:pt x="14" y="79"/>
                  </a:lnTo>
                  <a:cubicBezTo>
                    <a:pt x="13" y="79"/>
                    <a:pt x="13" y="79"/>
                    <a:pt x="13" y="80"/>
                  </a:cubicBezTo>
                  <a:lnTo>
                    <a:pt x="13" y="80"/>
                  </a:lnTo>
                  <a:cubicBezTo>
                    <a:pt x="13" y="80"/>
                    <a:pt x="12" y="79"/>
                    <a:pt x="12" y="79"/>
                  </a:cubicBezTo>
                  <a:lnTo>
                    <a:pt x="12" y="79"/>
                  </a:lnTo>
                  <a:cubicBezTo>
                    <a:pt x="12" y="79"/>
                    <a:pt x="13" y="80"/>
                    <a:pt x="13" y="80"/>
                  </a:cubicBezTo>
                  <a:lnTo>
                    <a:pt x="13" y="80"/>
                  </a:lnTo>
                  <a:cubicBezTo>
                    <a:pt x="13" y="80"/>
                    <a:pt x="13" y="80"/>
                    <a:pt x="13" y="80"/>
                  </a:cubicBezTo>
                  <a:lnTo>
                    <a:pt x="13" y="80"/>
                  </a:lnTo>
                  <a:cubicBezTo>
                    <a:pt x="14" y="81"/>
                    <a:pt x="14" y="83"/>
                    <a:pt x="15" y="84"/>
                  </a:cubicBezTo>
                  <a:lnTo>
                    <a:pt x="15" y="84"/>
                  </a:lnTo>
                  <a:cubicBezTo>
                    <a:pt x="14" y="84"/>
                    <a:pt x="14" y="84"/>
                    <a:pt x="14" y="84"/>
                  </a:cubicBezTo>
                  <a:lnTo>
                    <a:pt x="14" y="84"/>
                  </a:lnTo>
                  <a:cubicBezTo>
                    <a:pt x="14" y="83"/>
                    <a:pt x="14" y="81"/>
                    <a:pt x="13" y="80"/>
                  </a:cubicBezTo>
                  <a:lnTo>
                    <a:pt x="13" y="80"/>
                  </a:lnTo>
                  <a:cubicBezTo>
                    <a:pt x="6" y="91"/>
                    <a:pt x="1" y="105"/>
                    <a:pt x="1" y="118"/>
                  </a:cubicBezTo>
                  <a:lnTo>
                    <a:pt x="5" y="134"/>
                  </a:lnTo>
                  <a:cubicBezTo>
                    <a:pt x="12" y="153"/>
                    <a:pt x="21" y="170"/>
                    <a:pt x="36" y="177"/>
                  </a:cubicBezTo>
                  <a:cubicBezTo>
                    <a:pt x="48" y="183"/>
                    <a:pt x="61" y="187"/>
                    <a:pt x="75" y="187"/>
                  </a:cubicBezTo>
                  <a:cubicBezTo>
                    <a:pt x="81" y="187"/>
                    <a:pt x="86" y="186"/>
                    <a:pt x="92" y="185"/>
                  </a:cubicBezTo>
                  <a:cubicBezTo>
                    <a:pt x="151" y="173"/>
                    <a:pt x="163" y="102"/>
                    <a:pt x="151" y="51"/>
                  </a:cubicBezTo>
                  <a:cubicBezTo>
                    <a:pt x="141" y="22"/>
                    <a:pt x="113" y="1"/>
                    <a:pt x="83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8"/>
            <p:cNvSpPr/>
            <p:nvPr/>
          </p:nvSpPr>
          <p:spPr>
            <a:xfrm>
              <a:off x="8302034" y="4014643"/>
              <a:ext cx="7332" cy="6554"/>
            </a:xfrm>
            <a:custGeom>
              <a:rect b="b" l="l" r="r" t="t"/>
              <a:pathLst>
                <a:path extrusionOk="0" h="160" w="179">
                  <a:moveTo>
                    <a:pt x="96" y="1"/>
                  </a:moveTo>
                  <a:cubicBezTo>
                    <a:pt x="82" y="1"/>
                    <a:pt x="69" y="4"/>
                    <a:pt x="56" y="12"/>
                  </a:cubicBezTo>
                  <a:cubicBezTo>
                    <a:pt x="48" y="16"/>
                    <a:pt x="36" y="23"/>
                    <a:pt x="28" y="32"/>
                  </a:cubicBezTo>
                  <a:cubicBezTo>
                    <a:pt x="13" y="39"/>
                    <a:pt x="0" y="59"/>
                    <a:pt x="0" y="79"/>
                  </a:cubicBezTo>
                  <a:cubicBezTo>
                    <a:pt x="4" y="99"/>
                    <a:pt x="9" y="114"/>
                    <a:pt x="20" y="126"/>
                  </a:cubicBezTo>
                  <a:cubicBezTo>
                    <a:pt x="33" y="134"/>
                    <a:pt x="44" y="141"/>
                    <a:pt x="56" y="150"/>
                  </a:cubicBezTo>
                  <a:cubicBezTo>
                    <a:pt x="68" y="156"/>
                    <a:pt x="81" y="159"/>
                    <a:pt x="94" y="159"/>
                  </a:cubicBezTo>
                  <a:cubicBezTo>
                    <a:pt x="137" y="159"/>
                    <a:pt x="178" y="127"/>
                    <a:pt x="178" y="79"/>
                  </a:cubicBezTo>
                  <a:cubicBezTo>
                    <a:pt x="178" y="34"/>
                    <a:pt x="138" y="1"/>
                    <a:pt x="96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8"/>
            <p:cNvSpPr/>
            <p:nvPr/>
          </p:nvSpPr>
          <p:spPr>
            <a:xfrm>
              <a:off x="8280692" y="4038852"/>
              <a:ext cx="4752" cy="5284"/>
            </a:xfrm>
            <a:custGeom>
              <a:rect b="b" l="l" r="r" t="t"/>
              <a:pathLst>
                <a:path extrusionOk="0" h="129" w="116">
                  <a:moveTo>
                    <a:pt x="60" y="0"/>
                  </a:moveTo>
                  <a:cubicBezTo>
                    <a:pt x="48" y="0"/>
                    <a:pt x="40" y="5"/>
                    <a:pt x="33" y="9"/>
                  </a:cubicBezTo>
                  <a:cubicBezTo>
                    <a:pt x="24" y="13"/>
                    <a:pt x="13" y="24"/>
                    <a:pt x="13" y="36"/>
                  </a:cubicBezTo>
                  <a:cubicBezTo>
                    <a:pt x="12" y="38"/>
                    <a:pt x="11" y="39"/>
                    <a:pt x="10" y="41"/>
                  </a:cubicBezTo>
                  <a:lnTo>
                    <a:pt x="10" y="41"/>
                  </a:lnTo>
                  <a:cubicBezTo>
                    <a:pt x="10" y="42"/>
                    <a:pt x="9" y="43"/>
                    <a:pt x="9" y="44"/>
                  </a:cubicBezTo>
                  <a:cubicBezTo>
                    <a:pt x="9" y="48"/>
                    <a:pt x="4" y="52"/>
                    <a:pt x="4" y="56"/>
                  </a:cubicBezTo>
                  <a:cubicBezTo>
                    <a:pt x="0" y="64"/>
                    <a:pt x="0" y="71"/>
                    <a:pt x="0" y="80"/>
                  </a:cubicBezTo>
                  <a:cubicBezTo>
                    <a:pt x="0" y="88"/>
                    <a:pt x="4" y="95"/>
                    <a:pt x="9" y="100"/>
                  </a:cubicBezTo>
                  <a:cubicBezTo>
                    <a:pt x="13" y="104"/>
                    <a:pt x="17" y="107"/>
                    <a:pt x="17" y="111"/>
                  </a:cubicBezTo>
                  <a:cubicBezTo>
                    <a:pt x="26" y="121"/>
                    <a:pt x="39" y="128"/>
                    <a:pt x="52" y="128"/>
                  </a:cubicBezTo>
                  <a:cubicBezTo>
                    <a:pt x="55" y="128"/>
                    <a:pt x="57" y="128"/>
                    <a:pt x="60" y="127"/>
                  </a:cubicBezTo>
                  <a:cubicBezTo>
                    <a:pt x="72" y="127"/>
                    <a:pt x="84" y="124"/>
                    <a:pt x="91" y="115"/>
                  </a:cubicBezTo>
                  <a:cubicBezTo>
                    <a:pt x="104" y="107"/>
                    <a:pt x="108" y="100"/>
                    <a:pt x="111" y="88"/>
                  </a:cubicBezTo>
                  <a:cubicBezTo>
                    <a:pt x="115" y="80"/>
                    <a:pt x="115" y="71"/>
                    <a:pt x="115" y="64"/>
                  </a:cubicBezTo>
                  <a:cubicBezTo>
                    <a:pt x="115" y="56"/>
                    <a:pt x="111" y="48"/>
                    <a:pt x="108" y="44"/>
                  </a:cubicBezTo>
                  <a:cubicBezTo>
                    <a:pt x="107" y="43"/>
                    <a:pt x="107" y="42"/>
                    <a:pt x="106" y="40"/>
                  </a:cubicBezTo>
                  <a:lnTo>
                    <a:pt x="106" y="40"/>
                  </a:lnTo>
                  <a:cubicBezTo>
                    <a:pt x="106" y="39"/>
                    <a:pt x="105" y="39"/>
                    <a:pt x="105" y="38"/>
                  </a:cubicBezTo>
                  <a:lnTo>
                    <a:pt x="105" y="38"/>
                  </a:lnTo>
                  <a:cubicBezTo>
                    <a:pt x="104" y="37"/>
                    <a:pt x="104" y="36"/>
                    <a:pt x="104" y="36"/>
                  </a:cubicBezTo>
                  <a:lnTo>
                    <a:pt x="104" y="36"/>
                  </a:lnTo>
                  <a:cubicBezTo>
                    <a:pt x="104" y="32"/>
                    <a:pt x="104" y="29"/>
                    <a:pt x="99" y="24"/>
                  </a:cubicBezTo>
                  <a:lnTo>
                    <a:pt x="88" y="13"/>
                  </a:lnTo>
                  <a:cubicBezTo>
                    <a:pt x="80" y="5"/>
                    <a:pt x="68" y="0"/>
                    <a:pt x="60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8"/>
            <p:cNvSpPr/>
            <p:nvPr/>
          </p:nvSpPr>
          <p:spPr>
            <a:xfrm>
              <a:off x="8307031" y="4034920"/>
              <a:ext cx="4588" cy="4465"/>
            </a:xfrm>
            <a:custGeom>
              <a:rect b="b" l="l" r="r" t="t"/>
              <a:pathLst>
                <a:path extrusionOk="0" h="109" w="112">
                  <a:moveTo>
                    <a:pt x="47" y="0"/>
                  </a:moveTo>
                  <a:cubicBezTo>
                    <a:pt x="44" y="0"/>
                    <a:pt x="40" y="1"/>
                    <a:pt x="37" y="2"/>
                  </a:cubicBezTo>
                  <a:cubicBezTo>
                    <a:pt x="24" y="6"/>
                    <a:pt x="13" y="14"/>
                    <a:pt x="9" y="25"/>
                  </a:cubicBezTo>
                  <a:cubicBezTo>
                    <a:pt x="1" y="38"/>
                    <a:pt x="1" y="58"/>
                    <a:pt x="9" y="69"/>
                  </a:cubicBezTo>
                  <a:cubicBezTo>
                    <a:pt x="13" y="77"/>
                    <a:pt x="13" y="81"/>
                    <a:pt x="17" y="89"/>
                  </a:cubicBezTo>
                  <a:cubicBezTo>
                    <a:pt x="24" y="101"/>
                    <a:pt x="40" y="109"/>
                    <a:pt x="53" y="109"/>
                  </a:cubicBezTo>
                  <a:lnTo>
                    <a:pt x="72" y="109"/>
                  </a:lnTo>
                  <a:cubicBezTo>
                    <a:pt x="88" y="109"/>
                    <a:pt x="104" y="96"/>
                    <a:pt x="108" y="81"/>
                  </a:cubicBezTo>
                  <a:cubicBezTo>
                    <a:pt x="111" y="67"/>
                    <a:pt x="105" y="52"/>
                    <a:pt x="95" y="44"/>
                  </a:cubicBezTo>
                  <a:lnTo>
                    <a:pt x="95" y="44"/>
                  </a:lnTo>
                  <a:cubicBezTo>
                    <a:pt x="92" y="19"/>
                    <a:pt x="70" y="0"/>
                    <a:pt x="47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8"/>
            <p:cNvSpPr/>
            <p:nvPr/>
          </p:nvSpPr>
          <p:spPr>
            <a:xfrm>
              <a:off x="8330994" y="4085917"/>
              <a:ext cx="6636" cy="5571"/>
            </a:xfrm>
            <a:custGeom>
              <a:rect b="b" l="l" r="r" t="t"/>
              <a:pathLst>
                <a:path extrusionOk="0" h="136" w="162">
                  <a:moveTo>
                    <a:pt x="71" y="0"/>
                  </a:moveTo>
                  <a:cubicBezTo>
                    <a:pt x="47" y="0"/>
                    <a:pt x="24" y="16"/>
                    <a:pt x="12" y="35"/>
                  </a:cubicBezTo>
                  <a:cubicBezTo>
                    <a:pt x="0" y="55"/>
                    <a:pt x="0" y="83"/>
                    <a:pt x="12" y="103"/>
                  </a:cubicBezTo>
                  <a:cubicBezTo>
                    <a:pt x="26" y="124"/>
                    <a:pt x="49" y="135"/>
                    <a:pt x="71" y="135"/>
                  </a:cubicBezTo>
                  <a:cubicBezTo>
                    <a:pt x="94" y="135"/>
                    <a:pt x="117" y="124"/>
                    <a:pt x="131" y="103"/>
                  </a:cubicBezTo>
                  <a:cubicBezTo>
                    <a:pt x="138" y="91"/>
                    <a:pt x="146" y="75"/>
                    <a:pt x="154" y="64"/>
                  </a:cubicBezTo>
                  <a:cubicBezTo>
                    <a:pt x="162" y="51"/>
                    <a:pt x="162" y="35"/>
                    <a:pt x="154" y="24"/>
                  </a:cubicBezTo>
                  <a:cubicBezTo>
                    <a:pt x="146" y="12"/>
                    <a:pt x="135" y="8"/>
                    <a:pt x="118" y="4"/>
                  </a:cubicBezTo>
                  <a:cubicBezTo>
                    <a:pt x="102" y="4"/>
                    <a:pt x="87" y="4"/>
                    <a:pt x="71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8"/>
            <p:cNvSpPr/>
            <p:nvPr/>
          </p:nvSpPr>
          <p:spPr>
            <a:xfrm>
              <a:off x="8301870" y="4132450"/>
              <a:ext cx="6185" cy="6185"/>
            </a:xfrm>
            <a:custGeom>
              <a:rect b="b" l="l" r="r" t="t"/>
              <a:pathLst>
                <a:path extrusionOk="0" h="151" w="151">
                  <a:moveTo>
                    <a:pt x="75" y="1"/>
                  </a:moveTo>
                  <a:cubicBezTo>
                    <a:pt x="68" y="1"/>
                    <a:pt x="64" y="5"/>
                    <a:pt x="56" y="5"/>
                  </a:cubicBezTo>
                  <a:cubicBezTo>
                    <a:pt x="48" y="5"/>
                    <a:pt x="40" y="5"/>
                    <a:pt x="37" y="8"/>
                  </a:cubicBezTo>
                  <a:cubicBezTo>
                    <a:pt x="28" y="8"/>
                    <a:pt x="24" y="12"/>
                    <a:pt x="21" y="21"/>
                  </a:cubicBezTo>
                  <a:cubicBezTo>
                    <a:pt x="17" y="21"/>
                    <a:pt x="13" y="25"/>
                    <a:pt x="13" y="28"/>
                  </a:cubicBezTo>
                  <a:cubicBezTo>
                    <a:pt x="4" y="36"/>
                    <a:pt x="4" y="44"/>
                    <a:pt x="4" y="56"/>
                  </a:cubicBezTo>
                  <a:cubicBezTo>
                    <a:pt x="4" y="64"/>
                    <a:pt x="1" y="68"/>
                    <a:pt x="1" y="76"/>
                  </a:cubicBezTo>
                  <a:cubicBezTo>
                    <a:pt x="1" y="83"/>
                    <a:pt x="4" y="92"/>
                    <a:pt x="4" y="96"/>
                  </a:cubicBezTo>
                  <a:cubicBezTo>
                    <a:pt x="8" y="103"/>
                    <a:pt x="8" y="107"/>
                    <a:pt x="13" y="115"/>
                  </a:cubicBezTo>
                  <a:cubicBezTo>
                    <a:pt x="17" y="123"/>
                    <a:pt x="24" y="131"/>
                    <a:pt x="32" y="135"/>
                  </a:cubicBezTo>
                  <a:cubicBezTo>
                    <a:pt x="37" y="139"/>
                    <a:pt x="40" y="143"/>
                    <a:pt x="48" y="147"/>
                  </a:cubicBezTo>
                  <a:cubicBezTo>
                    <a:pt x="52" y="147"/>
                    <a:pt x="60" y="151"/>
                    <a:pt x="68" y="151"/>
                  </a:cubicBezTo>
                  <a:lnTo>
                    <a:pt x="88" y="151"/>
                  </a:lnTo>
                  <a:cubicBezTo>
                    <a:pt x="92" y="151"/>
                    <a:pt x="99" y="147"/>
                    <a:pt x="108" y="147"/>
                  </a:cubicBezTo>
                  <a:cubicBezTo>
                    <a:pt x="115" y="143"/>
                    <a:pt x="123" y="135"/>
                    <a:pt x="131" y="131"/>
                  </a:cubicBezTo>
                  <a:cubicBezTo>
                    <a:pt x="135" y="123"/>
                    <a:pt x="139" y="119"/>
                    <a:pt x="143" y="115"/>
                  </a:cubicBezTo>
                  <a:cubicBezTo>
                    <a:pt x="143" y="107"/>
                    <a:pt x="147" y="103"/>
                    <a:pt x="150" y="96"/>
                  </a:cubicBezTo>
                  <a:lnTo>
                    <a:pt x="150" y="76"/>
                  </a:lnTo>
                  <a:lnTo>
                    <a:pt x="150" y="56"/>
                  </a:lnTo>
                  <a:cubicBezTo>
                    <a:pt x="147" y="52"/>
                    <a:pt x="143" y="44"/>
                    <a:pt x="143" y="41"/>
                  </a:cubicBezTo>
                  <a:cubicBezTo>
                    <a:pt x="135" y="28"/>
                    <a:pt x="131" y="25"/>
                    <a:pt x="123" y="17"/>
                  </a:cubicBezTo>
                  <a:cubicBezTo>
                    <a:pt x="119" y="12"/>
                    <a:pt x="111" y="8"/>
                    <a:pt x="108" y="8"/>
                  </a:cubicBezTo>
                  <a:cubicBezTo>
                    <a:pt x="95" y="5"/>
                    <a:pt x="88" y="1"/>
                    <a:pt x="75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8"/>
            <p:cNvSpPr/>
            <p:nvPr/>
          </p:nvSpPr>
          <p:spPr>
            <a:xfrm>
              <a:off x="8249807" y="4121308"/>
              <a:ext cx="7988" cy="6677"/>
            </a:xfrm>
            <a:custGeom>
              <a:rect b="b" l="l" r="r" t="t"/>
              <a:pathLst>
                <a:path extrusionOk="0" h="163" w="195">
                  <a:moveTo>
                    <a:pt x="80" y="0"/>
                  </a:moveTo>
                  <a:cubicBezTo>
                    <a:pt x="68" y="0"/>
                    <a:pt x="53" y="0"/>
                    <a:pt x="40" y="9"/>
                  </a:cubicBezTo>
                  <a:cubicBezTo>
                    <a:pt x="17" y="24"/>
                    <a:pt x="1" y="52"/>
                    <a:pt x="1" y="80"/>
                  </a:cubicBezTo>
                  <a:cubicBezTo>
                    <a:pt x="1" y="111"/>
                    <a:pt x="17" y="138"/>
                    <a:pt x="40" y="151"/>
                  </a:cubicBezTo>
                  <a:cubicBezTo>
                    <a:pt x="53" y="158"/>
                    <a:pt x="68" y="162"/>
                    <a:pt x="80" y="162"/>
                  </a:cubicBezTo>
                  <a:cubicBezTo>
                    <a:pt x="95" y="162"/>
                    <a:pt x="111" y="158"/>
                    <a:pt x="124" y="151"/>
                  </a:cubicBezTo>
                  <a:cubicBezTo>
                    <a:pt x="139" y="142"/>
                    <a:pt x="155" y="138"/>
                    <a:pt x="166" y="127"/>
                  </a:cubicBezTo>
                  <a:cubicBezTo>
                    <a:pt x="195" y="103"/>
                    <a:pt x="195" y="56"/>
                    <a:pt x="166" y="36"/>
                  </a:cubicBezTo>
                  <a:cubicBezTo>
                    <a:pt x="159" y="29"/>
                    <a:pt x="151" y="24"/>
                    <a:pt x="139" y="16"/>
                  </a:cubicBezTo>
                  <a:cubicBezTo>
                    <a:pt x="135" y="16"/>
                    <a:pt x="127" y="12"/>
                    <a:pt x="124" y="9"/>
                  </a:cubicBezTo>
                  <a:cubicBezTo>
                    <a:pt x="111" y="0"/>
                    <a:pt x="95" y="0"/>
                    <a:pt x="80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8"/>
            <p:cNvSpPr/>
            <p:nvPr/>
          </p:nvSpPr>
          <p:spPr>
            <a:xfrm>
              <a:off x="8304041" y="4143960"/>
              <a:ext cx="6308" cy="6431"/>
            </a:xfrm>
            <a:custGeom>
              <a:rect b="b" l="l" r="r" t="t"/>
              <a:pathLst>
                <a:path extrusionOk="0" h="157" w="154">
                  <a:moveTo>
                    <a:pt x="98" y="1"/>
                  </a:moveTo>
                  <a:cubicBezTo>
                    <a:pt x="83" y="1"/>
                    <a:pt x="67" y="8"/>
                    <a:pt x="60" y="22"/>
                  </a:cubicBezTo>
                  <a:lnTo>
                    <a:pt x="60" y="22"/>
                  </a:lnTo>
                  <a:cubicBezTo>
                    <a:pt x="26" y="27"/>
                    <a:pt x="1" y="58"/>
                    <a:pt x="7" y="95"/>
                  </a:cubicBezTo>
                  <a:cubicBezTo>
                    <a:pt x="7" y="119"/>
                    <a:pt x="19" y="134"/>
                    <a:pt x="39" y="146"/>
                  </a:cubicBezTo>
                  <a:cubicBezTo>
                    <a:pt x="49" y="152"/>
                    <a:pt x="62" y="156"/>
                    <a:pt x="75" y="156"/>
                  </a:cubicBezTo>
                  <a:cubicBezTo>
                    <a:pt x="86" y="156"/>
                    <a:pt x="97" y="153"/>
                    <a:pt x="106" y="146"/>
                  </a:cubicBezTo>
                  <a:cubicBezTo>
                    <a:pt x="113" y="139"/>
                    <a:pt x="126" y="134"/>
                    <a:pt x="133" y="126"/>
                  </a:cubicBezTo>
                  <a:cubicBezTo>
                    <a:pt x="149" y="110"/>
                    <a:pt x="153" y="86"/>
                    <a:pt x="149" y="67"/>
                  </a:cubicBezTo>
                  <a:cubicBezTo>
                    <a:pt x="145" y="48"/>
                    <a:pt x="137" y="28"/>
                    <a:pt x="126" y="12"/>
                  </a:cubicBezTo>
                  <a:cubicBezTo>
                    <a:pt x="118" y="4"/>
                    <a:pt x="108" y="1"/>
                    <a:pt x="98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8"/>
            <p:cNvSpPr/>
            <p:nvPr/>
          </p:nvSpPr>
          <p:spPr>
            <a:xfrm>
              <a:off x="8335664" y="4118605"/>
              <a:ext cx="6677" cy="6349"/>
            </a:xfrm>
            <a:custGeom>
              <a:rect b="b" l="l" r="r" t="t"/>
              <a:pathLst>
                <a:path extrusionOk="0" h="155" w="163">
                  <a:moveTo>
                    <a:pt x="130" y="92"/>
                  </a:moveTo>
                  <a:lnTo>
                    <a:pt x="130" y="92"/>
                  </a:lnTo>
                  <a:cubicBezTo>
                    <a:pt x="130" y="92"/>
                    <a:pt x="127" y="96"/>
                    <a:pt x="126" y="98"/>
                  </a:cubicBezTo>
                  <a:lnTo>
                    <a:pt x="126" y="98"/>
                  </a:lnTo>
                  <a:cubicBezTo>
                    <a:pt x="127" y="97"/>
                    <a:pt x="127" y="96"/>
                    <a:pt x="127" y="95"/>
                  </a:cubicBezTo>
                  <a:cubicBezTo>
                    <a:pt x="128" y="93"/>
                    <a:pt x="129" y="92"/>
                    <a:pt x="130" y="92"/>
                  </a:cubicBezTo>
                  <a:close/>
                  <a:moveTo>
                    <a:pt x="104" y="0"/>
                  </a:moveTo>
                  <a:cubicBezTo>
                    <a:pt x="87" y="0"/>
                    <a:pt x="69" y="9"/>
                    <a:pt x="59" y="23"/>
                  </a:cubicBezTo>
                  <a:cubicBezTo>
                    <a:pt x="48" y="39"/>
                    <a:pt x="44" y="59"/>
                    <a:pt x="36" y="78"/>
                  </a:cubicBezTo>
                  <a:cubicBezTo>
                    <a:pt x="35" y="81"/>
                    <a:pt x="35" y="81"/>
                    <a:pt x="35" y="81"/>
                  </a:cubicBezTo>
                  <a:cubicBezTo>
                    <a:pt x="35" y="81"/>
                    <a:pt x="37" y="79"/>
                    <a:pt x="37" y="79"/>
                  </a:cubicBezTo>
                  <a:lnTo>
                    <a:pt x="37" y="79"/>
                  </a:lnTo>
                  <a:cubicBezTo>
                    <a:pt x="37" y="79"/>
                    <a:pt x="37" y="80"/>
                    <a:pt x="36" y="82"/>
                  </a:cubicBezTo>
                  <a:cubicBezTo>
                    <a:pt x="36" y="84"/>
                    <a:pt x="35" y="85"/>
                    <a:pt x="33" y="86"/>
                  </a:cubicBezTo>
                  <a:lnTo>
                    <a:pt x="33" y="86"/>
                  </a:lnTo>
                  <a:cubicBezTo>
                    <a:pt x="33" y="85"/>
                    <a:pt x="33" y="85"/>
                    <a:pt x="33" y="85"/>
                  </a:cubicBezTo>
                  <a:lnTo>
                    <a:pt x="33" y="85"/>
                  </a:lnTo>
                  <a:cubicBezTo>
                    <a:pt x="33" y="85"/>
                    <a:pt x="32" y="85"/>
                    <a:pt x="32" y="86"/>
                  </a:cubicBezTo>
                  <a:cubicBezTo>
                    <a:pt x="32" y="86"/>
                    <a:pt x="29" y="90"/>
                    <a:pt x="28" y="93"/>
                  </a:cubicBezTo>
                  <a:lnTo>
                    <a:pt x="28" y="93"/>
                  </a:lnTo>
                  <a:cubicBezTo>
                    <a:pt x="27" y="93"/>
                    <a:pt x="27" y="94"/>
                    <a:pt x="27" y="94"/>
                  </a:cubicBezTo>
                  <a:lnTo>
                    <a:pt x="27" y="94"/>
                  </a:lnTo>
                  <a:cubicBezTo>
                    <a:pt x="27" y="94"/>
                    <a:pt x="27" y="94"/>
                    <a:pt x="27" y="95"/>
                  </a:cubicBezTo>
                  <a:lnTo>
                    <a:pt x="24" y="95"/>
                  </a:lnTo>
                  <a:cubicBezTo>
                    <a:pt x="12" y="98"/>
                    <a:pt x="1" y="110"/>
                    <a:pt x="1" y="122"/>
                  </a:cubicBezTo>
                  <a:cubicBezTo>
                    <a:pt x="1" y="137"/>
                    <a:pt x="12" y="146"/>
                    <a:pt x="24" y="149"/>
                  </a:cubicBezTo>
                  <a:cubicBezTo>
                    <a:pt x="33" y="153"/>
                    <a:pt x="41" y="155"/>
                    <a:pt x="49" y="155"/>
                  </a:cubicBezTo>
                  <a:cubicBezTo>
                    <a:pt x="68" y="155"/>
                    <a:pt x="85" y="146"/>
                    <a:pt x="99" y="130"/>
                  </a:cubicBezTo>
                  <a:cubicBezTo>
                    <a:pt x="111" y="122"/>
                    <a:pt x="115" y="113"/>
                    <a:pt x="123" y="102"/>
                  </a:cubicBezTo>
                  <a:cubicBezTo>
                    <a:pt x="124" y="100"/>
                    <a:pt x="125" y="100"/>
                    <a:pt x="126" y="99"/>
                  </a:cubicBezTo>
                  <a:lnTo>
                    <a:pt x="126" y="99"/>
                  </a:lnTo>
                  <a:cubicBezTo>
                    <a:pt x="126" y="99"/>
                    <a:pt x="126" y="99"/>
                    <a:pt x="126" y="99"/>
                  </a:cubicBezTo>
                  <a:cubicBezTo>
                    <a:pt x="126" y="99"/>
                    <a:pt x="126" y="99"/>
                    <a:pt x="127" y="98"/>
                  </a:cubicBezTo>
                  <a:cubicBezTo>
                    <a:pt x="130" y="95"/>
                    <a:pt x="135" y="90"/>
                    <a:pt x="139" y="86"/>
                  </a:cubicBezTo>
                  <a:cubicBezTo>
                    <a:pt x="163" y="66"/>
                    <a:pt x="154" y="27"/>
                    <a:pt x="135" y="11"/>
                  </a:cubicBezTo>
                  <a:cubicBezTo>
                    <a:pt x="126" y="4"/>
                    <a:pt x="115" y="0"/>
                    <a:pt x="104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8"/>
            <p:cNvSpPr/>
            <p:nvPr/>
          </p:nvSpPr>
          <p:spPr>
            <a:xfrm>
              <a:off x="8324481" y="4169152"/>
              <a:ext cx="7005" cy="4588"/>
            </a:xfrm>
            <a:custGeom>
              <a:rect b="b" l="l" r="r" t="t"/>
              <a:pathLst>
                <a:path extrusionOk="0" h="112" w="171">
                  <a:moveTo>
                    <a:pt x="38" y="1"/>
                  </a:moveTo>
                  <a:cubicBezTo>
                    <a:pt x="29" y="1"/>
                    <a:pt x="20" y="4"/>
                    <a:pt x="13" y="8"/>
                  </a:cubicBezTo>
                  <a:cubicBezTo>
                    <a:pt x="1" y="21"/>
                    <a:pt x="1" y="36"/>
                    <a:pt x="9" y="48"/>
                  </a:cubicBezTo>
                  <a:cubicBezTo>
                    <a:pt x="29" y="92"/>
                    <a:pt x="64" y="107"/>
                    <a:pt x="108" y="111"/>
                  </a:cubicBezTo>
                  <a:cubicBezTo>
                    <a:pt x="111" y="111"/>
                    <a:pt x="114" y="112"/>
                    <a:pt x="117" y="112"/>
                  </a:cubicBezTo>
                  <a:cubicBezTo>
                    <a:pt x="151" y="112"/>
                    <a:pt x="171" y="69"/>
                    <a:pt x="163" y="40"/>
                  </a:cubicBezTo>
                  <a:cubicBezTo>
                    <a:pt x="155" y="15"/>
                    <a:pt x="132" y="1"/>
                    <a:pt x="109" y="1"/>
                  </a:cubicBezTo>
                  <a:cubicBezTo>
                    <a:pt x="99" y="1"/>
                    <a:pt x="90" y="4"/>
                    <a:pt x="80" y="8"/>
                  </a:cubicBezTo>
                  <a:cubicBezTo>
                    <a:pt x="80" y="8"/>
                    <a:pt x="77" y="8"/>
                    <a:pt x="72" y="12"/>
                  </a:cubicBezTo>
                  <a:lnTo>
                    <a:pt x="61" y="12"/>
                  </a:lnTo>
                  <a:cubicBezTo>
                    <a:pt x="57" y="8"/>
                    <a:pt x="57" y="8"/>
                    <a:pt x="53" y="5"/>
                  </a:cubicBezTo>
                  <a:cubicBezTo>
                    <a:pt x="48" y="2"/>
                    <a:pt x="43" y="1"/>
                    <a:pt x="38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8"/>
            <p:cNvSpPr/>
            <p:nvPr/>
          </p:nvSpPr>
          <p:spPr>
            <a:xfrm>
              <a:off x="8278603" y="4145066"/>
              <a:ext cx="4875" cy="5571"/>
            </a:xfrm>
            <a:custGeom>
              <a:rect b="b" l="l" r="r" t="t"/>
              <a:pathLst>
                <a:path extrusionOk="0" h="136" w="119">
                  <a:moveTo>
                    <a:pt x="60" y="1"/>
                  </a:moveTo>
                  <a:cubicBezTo>
                    <a:pt x="40" y="1"/>
                    <a:pt x="20" y="12"/>
                    <a:pt x="8" y="28"/>
                  </a:cubicBezTo>
                  <a:cubicBezTo>
                    <a:pt x="4" y="40"/>
                    <a:pt x="0" y="48"/>
                    <a:pt x="0" y="59"/>
                  </a:cubicBezTo>
                  <a:cubicBezTo>
                    <a:pt x="0" y="72"/>
                    <a:pt x="4" y="83"/>
                    <a:pt x="8" y="92"/>
                  </a:cubicBezTo>
                  <a:cubicBezTo>
                    <a:pt x="13" y="99"/>
                    <a:pt x="13" y="103"/>
                    <a:pt x="16" y="112"/>
                  </a:cubicBezTo>
                  <a:cubicBezTo>
                    <a:pt x="20" y="119"/>
                    <a:pt x="28" y="123"/>
                    <a:pt x="36" y="127"/>
                  </a:cubicBezTo>
                  <a:cubicBezTo>
                    <a:pt x="44" y="135"/>
                    <a:pt x="51" y="135"/>
                    <a:pt x="60" y="135"/>
                  </a:cubicBezTo>
                  <a:cubicBezTo>
                    <a:pt x="71" y="135"/>
                    <a:pt x="79" y="135"/>
                    <a:pt x="87" y="127"/>
                  </a:cubicBezTo>
                  <a:cubicBezTo>
                    <a:pt x="95" y="123"/>
                    <a:pt x="99" y="119"/>
                    <a:pt x="103" y="112"/>
                  </a:cubicBezTo>
                  <a:cubicBezTo>
                    <a:pt x="107" y="103"/>
                    <a:pt x="111" y="99"/>
                    <a:pt x="111" y="92"/>
                  </a:cubicBezTo>
                  <a:cubicBezTo>
                    <a:pt x="119" y="83"/>
                    <a:pt x="119" y="72"/>
                    <a:pt x="119" y="59"/>
                  </a:cubicBezTo>
                  <a:cubicBezTo>
                    <a:pt x="119" y="48"/>
                    <a:pt x="119" y="40"/>
                    <a:pt x="111" y="28"/>
                  </a:cubicBezTo>
                  <a:cubicBezTo>
                    <a:pt x="103" y="12"/>
                    <a:pt x="84" y="1"/>
                    <a:pt x="60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8"/>
            <p:cNvSpPr/>
            <p:nvPr/>
          </p:nvSpPr>
          <p:spPr>
            <a:xfrm>
              <a:off x="8270820" y="4126388"/>
              <a:ext cx="4915" cy="5202"/>
            </a:xfrm>
            <a:custGeom>
              <a:rect b="b" l="l" r="r" t="t"/>
              <a:pathLst>
                <a:path extrusionOk="0" h="127" w="120">
                  <a:moveTo>
                    <a:pt x="58" y="0"/>
                  </a:moveTo>
                  <a:cubicBezTo>
                    <a:pt x="33" y="0"/>
                    <a:pt x="11" y="15"/>
                    <a:pt x="5" y="38"/>
                  </a:cubicBezTo>
                  <a:cubicBezTo>
                    <a:pt x="1" y="54"/>
                    <a:pt x="5" y="71"/>
                    <a:pt x="14" y="85"/>
                  </a:cubicBezTo>
                  <a:lnTo>
                    <a:pt x="14" y="85"/>
                  </a:lnTo>
                  <a:cubicBezTo>
                    <a:pt x="14" y="85"/>
                    <a:pt x="13" y="85"/>
                    <a:pt x="13" y="85"/>
                  </a:cubicBezTo>
                  <a:cubicBezTo>
                    <a:pt x="8" y="94"/>
                    <a:pt x="5" y="105"/>
                    <a:pt x="8" y="113"/>
                  </a:cubicBezTo>
                  <a:cubicBezTo>
                    <a:pt x="15" y="122"/>
                    <a:pt x="23" y="127"/>
                    <a:pt x="30" y="127"/>
                  </a:cubicBezTo>
                  <a:cubicBezTo>
                    <a:pt x="33" y="127"/>
                    <a:pt x="35" y="126"/>
                    <a:pt x="37" y="125"/>
                  </a:cubicBezTo>
                  <a:cubicBezTo>
                    <a:pt x="53" y="119"/>
                    <a:pt x="69" y="112"/>
                    <a:pt x="84" y="103"/>
                  </a:cubicBezTo>
                  <a:lnTo>
                    <a:pt x="84" y="103"/>
                  </a:lnTo>
                  <a:cubicBezTo>
                    <a:pt x="99" y="99"/>
                    <a:pt x="113" y="88"/>
                    <a:pt x="116" y="70"/>
                  </a:cubicBezTo>
                  <a:cubicBezTo>
                    <a:pt x="119" y="50"/>
                    <a:pt x="112" y="27"/>
                    <a:pt x="92" y="14"/>
                  </a:cubicBezTo>
                  <a:cubicBezTo>
                    <a:pt x="88" y="14"/>
                    <a:pt x="88" y="11"/>
                    <a:pt x="84" y="7"/>
                  </a:cubicBezTo>
                  <a:cubicBezTo>
                    <a:pt x="76" y="2"/>
                    <a:pt x="66" y="0"/>
                    <a:pt x="58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8"/>
            <p:cNvSpPr/>
            <p:nvPr/>
          </p:nvSpPr>
          <p:spPr>
            <a:xfrm>
              <a:off x="8225762" y="4150227"/>
              <a:ext cx="6964" cy="7168"/>
            </a:xfrm>
            <a:custGeom>
              <a:rect b="b" l="l" r="r" t="t"/>
              <a:pathLst>
                <a:path extrusionOk="0" h="175" w="170">
                  <a:moveTo>
                    <a:pt x="83" y="1"/>
                  </a:moveTo>
                  <a:cubicBezTo>
                    <a:pt x="63" y="1"/>
                    <a:pt x="43" y="9"/>
                    <a:pt x="28" y="24"/>
                  </a:cubicBezTo>
                  <a:cubicBezTo>
                    <a:pt x="8" y="44"/>
                    <a:pt x="0" y="76"/>
                    <a:pt x="8" y="104"/>
                  </a:cubicBezTo>
                  <a:cubicBezTo>
                    <a:pt x="12" y="108"/>
                    <a:pt x="12" y="115"/>
                    <a:pt x="15" y="123"/>
                  </a:cubicBezTo>
                  <a:cubicBezTo>
                    <a:pt x="15" y="128"/>
                    <a:pt x="19" y="135"/>
                    <a:pt x="24" y="139"/>
                  </a:cubicBezTo>
                  <a:cubicBezTo>
                    <a:pt x="28" y="147"/>
                    <a:pt x="32" y="155"/>
                    <a:pt x="39" y="159"/>
                  </a:cubicBezTo>
                  <a:cubicBezTo>
                    <a:pt x="43" y="166"/>
                    <a:pt x="51" y="166"/>
                    <a:pt x="55" y="170"/>
                  </a:cubicBezTo>
                  <a:cubicBezTo>
                    <a:pt x="67" y="175"/>
                    <a:pt x="75" y="175"/>
                    <a:pt x="83" y="175"/>
                  </a:cubicBezTo>
                  <a:cubicBezTo>
                    <a:pt x="99" y="175"/>
                    <a:pt x="110" y="170"/>
                    <a:pt x="123" y="166"/>
                  </a:cubicBezTo>
                  <a:cubicBezTo>
                    <a:pt x="138" y="159"/>
                    <a:pt x="150" y="139"/>
                    <a:pt x="154" y="123"/>
                  </a:cubicBezTo>
                  <a:cubicBezTo>
                    <a:pt x="158" y="115"/>
                    <a:pt x="158" y="108"/>
                    <a:pt x="161" y="104"/>
                  </a:cubicBezTo>
                  <a:cubicBezTo>
                    <a:pt x="170" y="76"/>
                    <a:pt x="161" y="44"/>
                    <a:pt x="142" y="24"/>
                  </a:cubicBezTo>
                  <a:cubicBezTo>
                    <a:pt x="126" y="9"/>
                    <a:pt x="106" y="1"/>
                    <a:pt x="83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8"/>
            <p:cNvSpPr/>
            <p:nvPr/>
          </p:nvSpPr>
          <p:spPr>
            <a:xfrm>
              <a:off x="8245301" y="4160591"/>
              <a:ext cx="5694" cy="3810"/>
            </a:xfrm>
            <a:custGeom>
              <a:rect b="b" l="l" r="r" t="t"/>
              <a:pathLst>
                <a:path extrusionOk="0" h="93" w="139">
                  <a:moveTo>
                    <a:pt x="90" y="0"/>
                  </a:moveTo>
                  <a:cubicBezTo>
                    <a:pt x="88" y="0"/>
                    <a:pt x="85" y="0"/>
                    <a:pt x="83" y="1"/>
                  </a:cubicBezTo>
                  <a:cubicBezTo>
                    <a:pt x="68" y="4"/>
                    <a:pt x="52" y="8"/>
                    <a:pt x="36" y="12"/>
                  </a:cubicBezTo>
                  <a:cubicBezTo>
                    <a:pt x="1" y="20"/>
                    <a:pt x="1" y="75"/>
                    <a:pt x="36" y="83"/>
                  </a:cubicBezTo>
                  <a:cubicBezTo>
                    <a:pt x="52" y="83"/>
                    <a:pt x="68" y="88"/>
                    <a:pt x="83" y="92"/>
                  </a:cubicBezTo>
                  <a:cubicBezTo>
                    <a:pt x="86" y="92"/>
                    <a:pt x="88" y="92"/>
                    <a:pt x="91" y="92"/>
                  </a:cubicBezTo>
                  <a:cubicBezTo>
                    <a:pt x="116" y="92"/>
                    <a:pt x="139" y="76"/>
                    <a:pt x="139" y="48"/>
                  </a:cubicBezTo>
                  <a:cubicBezTo>
                    <a:pt x="139" y="19"/>
                    <a:pt x="115" y="0"/>
                    <a:pt x="90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8"/>
            <p:cNvSpPr/>
            <p:nvPr/>
          </p:nvSpPr>
          <p:spPr>
            <a:xfrm>
              <a:off x="8275982" y="4044873"/>
              <a:ext cx="4137" cy="4670"/>
            </a:xfrm>
            <a:custGeom>
              <a:rect b="b" l="l" r="r" t="t"/>
              <a:pathLst>
                <a:path extrusionOk="0" h="114" w="101">
                  <a:moveTo>
                    <a:pt x="53" y="0"/>
                  </a:moveTo>
                  <a:cubicBezTo>
                    <a:pt x="41" y="0"/>
                    <a:pt x="25" y="4"/>
                    <a:pt x="17" y="15"/>
                  </a:cubicBezTo>
                  <a:cubicBezTo>
                    <a:pt x="9" y="24"/>
                    <a:pt x="1" y="35"/>
                    <a:pt x="1" y="48"/>
                  </a:cubicBezTo>
                  <a:cubicBezTo>
                    <a:pt x="6" y="55"/>
                    <a:pt x="6" y="63"/>
                    <a:pt x="6" y="67"/>
                  </a:cubicBezTo>
                  <a:cubicBezTo>
                    <a:pt x="6" y="75"/>
                    <a:pt x="6" y="83"/>
                    <a:pt x="9" y="86"/>
                  </a:cubicBezTo>
                  <a:cubicBezTo>
                    <a:pt x="9" y="90"/>
                    <a:pt x="13" y="99"/>
                    <a:pt x="17" y="103"/>
                  </a:cubicBezTo>
                  <a:cubicBezTo>
                    <a:pt x="25" y="110"/>
                    <a:pt x="41" y="114"/>
                    <a:pt x="53" y="114"/>
                  </a:cubicBezTo>
                  <a:cubicBezTo>
                    <a:pt x="64" y="114"/>
                    <a:pt x="77" y="110"/>
                    <a:pt x="84" y="103"/>
                  </a:cubicBezTo>
                  <a:cubicBezTo>
                    <a:pt x="88" y="99"/>
                    <a:pt x="88" y="95"/>
                    <a:pt x="92" y="90"/>
                  </a:cubicBezTo>
                  <a:cubicBezTo>
                    <a:pt x="96" y="86"/>
                    <a:pt x="96" y="79"/>
                    <a:pt x="96" y="67"/>
                  </a:cubicBezTo>
                  <a:cubicBezTo>
                    <a:pt x="100" y="63"/>
                    <a:pt x="100" y="55"/>
                    <a:pt x="100" y="48"/>
                  </a:cubicBezTo>
                  <a:cubicBezTo>
                    <a:pt x="100" y="35"/>
                    <a:pt x="92" y="24"/>
                    <a:pt x="84" y="15"/>
                  </a:cubicBezTo>
                  <a:cubicBezTo>
                    <a:pt x="77" y="4"/>
                    <a:pt x="64" y="0"/>
                    <a:pt x="53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8"/>
            <p:cNvSpPr/>
            <p:nvPr/>
          </p:nvSpPr>
          <p:spPr>
            <a:xfrm>
              <a:off x="8271967" y="4051509"/>
              <a:ext cx="6677" cy="4383"/>
            </a:xfrm>
            <a:custGeom>
              <a:rect b="b" l="l" r="r" t="t"/>
              <a:pathLst>
                <a:path extrusionOk="0" h="107" w="163">
                  <a:moveTo>
                    <a:pt x="127" y="1"/>
                  </a:moveTo>
                  <a:cubicBezTo>
                    <a:pt x="124" y="1"/>
                    <a:pt x="120" y="2"/>
                    <a:pt x="115" y="4"/>
                  </a:cubicBezTo>
                  <a:cubicBezTo>
                    <a:pt x="107" y="4"/>
                    <a:pt x="99" y="9"/>
                    <a:pt x="94" y="17"/>
                  </a:cubicBezTo>
                  <a:lnTo>
                    <a:pt x="94" y="17"/>
                  </a:lnTo>
                  <a:cubicBezTo>
                    <a:pt x="85" y="16"/>
                    <a:pt x="76" y="14"/>
                    <a:pt x="64" y="12"/>
                  </a:cubicBezTo>
                  <a:cubicBezTo>
                    <a:pt x="59" y="9"/>
                    <a:pt x="54" y="8"/>
                    <a:pt x="49" y="8"/>
                  </a:cubicBezTo>
                  <a:cubicBezTo>
                    <a:pt x="27" y="8"/>
                    <a:pt x="8" y="28"/>
                    <a:pt x="4" y="51"/>
                  </a:cubicBezTo>
                  <a:cubicBezTo>
                    <a:pt x="0" y="79"/>
                    <a:pt x="24" y="102"/>
                    <a:pt x="52" y="106"/>
                  </a:cubicBezTo>
                  <a:cubicBezTo>
                    <a:pt x="84" y="106"/>
                    <a:pt x="115" y="99"/>
                    <a:pt x="142" y="86"/>
                  </a:cubicBezTo>
                  <a:cubicBezTo>
                    <a:pt x="155" y="79"/>
                    <a:pt x="162" y="66"/>
                    <a:pt x="162" y="51"/>
                  </a:cubicBezTo>
                  <a:lnTo>
                    <a:pt x="162" y="39"/>
                  </a:lnTo>
                  <a:cubicBezTo>
                    <a:pt x="159" y="28"/>
                    <a:pt x="155" y="12"/>
                    <a:pt x="142" y="8"/>
                  </a:cubicBezTo>
                  <a:cubicBezTo>
                    <a:pt x="136" y="3"/>
                    <a:pt x="132" y="1"/>
                    <a:pt x="127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8"/>
            <p:cNvSpPr/>
            <p:nvPr/>
          </p:nvSpPr>
          <p:spPr>
            <a:xfrm>
              <a:off x="8317886" y="4072031"/>
              <a:ext cx="2130" cy="1639"/>
            </a:xfrm>
            <a:custGeom>
              <a:rect b="b" l="l" r="r" t="t"/>
              <a:pathLst>
                <a:path extrusionOk="0" h="40" w="52">
                  <a:moveTo>
                    <a:pt x="28" y="0"/>
                  </a:moveTo>
                  <a:cubicBezTo>
                    <a:pt x="1" y="0"/>
                    <a:pt x="1" y="39"/>
                    <a:pt x="28" y="39"/>
                  </a:cubicBezTo>
                  <a:cubicBezTo>
                    <a:pt x="52" y="39"/>
                    <a:pt x="52" y="0"/>
                    <a:pt x="28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8"/>
            <p:cNvSpPr/>
            <p:nvPr/>
          </p:nvSpPr>
          <p:spPr>
            <a:xfrm>
              <a:off x="8342463" y="3905234"/>
              <a:ext cx="14787" cy="4875"/>
            </a:xfrm>
            <a:custGeom>
              <a:rect b="b" l="l" r="r" t="t"/>
              <a:pathLst>
                <a:path extrusionOk="0" h="119" w="361">
                  <a:moveTo>
                    <a:pt x="240" y="1"/>
                  </a:moveTo>
                  <a:cubicBezTo>
                    <a:pt x="178" y="1"/>
                    <a:pt x="106" y="24"/>
                    <a:pt x="59" y="31"/>
                  </a:cubicBezTo>
                  <a:cubicBezTo>
                    <a:pt x="0" y="38"/>
                    <a:pt x="7" y="119"/>
                    <a:pt x="61" y="119"/>
                  </a:cubicBezTo>
                  <a:cubicBezTo>
                    <a:pt x="64" y="119"/>
                    <a:pt x="68" y="119"/>
                    <a:pt x="71" y="118"/>
                  </a:cubicBezTo>
                  <a:cubicBezTo>
                    <a:pt x="123" y="107"/>
                    <a:pt x="185" y="77"/>
                    <a:pt x="242" y="77"/>
                  </a:cubicBezTo>
                  <a:cubicBezTo>
                    <a:pt x="267" y="77"/>
                    <a:pt x="290" y="82"/>
                    <a:pt x="312" y="98"/>
                  </a:cubicBezTo>
                  <a:cubicBezTo>
                    <a:pt x="318" y="102"/>
                    <a:pt x="323" y="104"/>
                    <a:pt x="328" y="104"/>
                  </a:cubicBezTo>
                  <a:cubicBezTo>
                    <a:pt x="348" y="104"/>
                    <a:pt x="361" y="77"/>
                    <a:pt x="352" y="58"/>
                  </a:cubicBezTo>
                  <a:cubicBezTo>
                    <a:pt x="330" y="14"/>
                    <a:pt x="288" y="1"/>
                    <a:pt x="240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8"/>
            <p:cNvSpPr/>
            <p:nvPr/>
          </p:nvSpPr>
          <p:spPr>
            <a:xfrm>
              <a:off x="8337261" y="3892536"/>
              <a:ext cx="5530" cy="5899"/>
            </a:xfrm>
            <a:custGeom>
              <a:rect b="b" l="l" r="r" t="t"/>
              <a:pathLst>
                <a:path extrusionOk="0" h="144" w="135">
                  <a:moveTo>
                    <a:pt x="89" y="1"/>
                  </a:moveTo>
                  <a:cubicBezTo>
                    <a:pt x="67" y="1"/>
                    <a:pt x="44" y="20"/>
                    <a:pt x="44" y="44"/>
                  </a:cubicBezTo>
                  <a:lnTo>
                    <a:pt x="44" y="53"/>
                  </a:lnTo>
                  <a:cubicBezTo>
                    <a:pt x="44" y="60"/>
                    <a:pt x="44" y="64"/>
                    <a:pt x="40" y="68"/>
                  </a:cubicBezTo>
                  <a:cubicBezTo>
                    <a:pt x="36" y="80"/>
                    <a:pt x="29" y="88"/>
                    <a:pt x="20" y="96"/>
                  </a:cubicBezTo>
                  <a:cubicBezTo>
                    <a:pt x="1" y="116"/>
                    <a:pt x="17" y="143"/>
                    <a:pt x="40" y="143"/>
                  </a:cubicBezTo>
                  <a:cubicBezTo>
                    <a:pt x="45" y="143"/>
                    <a:pt x="51" y="142"/>
                    <a:pt x="56" y="139"/>
                  </a:cubicBezTo>
                  <a:cubicBezTo>
                    <a:pt x="91" y="124"/>
                    <a:pt x="120" y="96"/>
                    <a:pt x="131" y="57"/>
                  </a:cubicBezTo>
                  <a:cubicBezTo>
                    <a:pt x="135" y="29"/>
                    <a:pt x="120" y="5"/>
                    <a:pt x="96" y="2"/>
                  </a:cubicBezTo>
                  <a:cubicBezTo>
                    <a:pt x="94" y="1"/>
                    <a:pt x="91" y="1"/>
                    <a:pt x="89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8"/>
            <p:cNvSpPr/>
            <p:nvPr/>
          </p:nvSpPr>
          <p:spPr>
            <a:xfrm>
              <a:off x="8211343" y="4162475"/>
              <a:ext cx="4752" cy="4055"/>
            </a:xfrm>
            <a:custGeom>
              <a:rect b="b" l="l" r="r" t="t"/>
              <a:pathLst>
                <a:path extrusionOk="0" h="99" w="116">
                  <a:moveTo>
                    <a:pt x="48" y="1"/>
                  </a:moveTo>
                  <a:cubicBezTo>
                    <a:pt x="22" y="1"/>
                    <a:pt x="1" y="22"/>
                    <a:pt x="1" y="49"/>
                  </a:cubicBezTo>
                  <a:cubicBezTo>
                    <a:pt x="1" y="77"/>
                    <a:pt x="22" y="98"/>
                    <a:pt x="48" y="98"/>
                  </a:cubicBezTo>
                  <a:cubicBezTo>
                    <a:pt x="52" y="98"/>
                    <a:pt x="56" y="98"/>
                    <a:pt x="60" y="97"/>
                  </a:cubicBezTo>
                  <a:cubicBezTo>
                    <a:pt x="68" y="93"/>
                    <a:pt x="76" y="93"/>
                    <a:pt x="83" y="89"/>
                  </a:cubicBezTo>
                  <a:cubicBezTo>
                    <a:pt x="99" y="84"/>
                    <a:pt x="116" y="69"/>
                    <a:pt x="111" y="49"/>
                  </a:cubicBezTo>
                  <a:cubicBezTo>
                    <a:pt x="111" y="29"/>
                    <a:pt x="99" y="13"/>
                    <a:pt x="83" y="10"/>
                  </a:cubicBezTo>
                  <a:cubicBezTo>
                    <a:pt x="76" y="6"/>
                    <a:pt x="68" y="6"/>
                    <a:pt x="60" y="2"/>
                  </a:cubicBezTo>
                  <a:cubicBezTo>
                    <a:pt x="56" y="1"/>
                    <a:pt x="52" y="1"/>
                    <a:pt x="48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8"/>
            <p:cNvSpPr/>
            <p:nvPr/>
          </p:nvSpPr>
          <p:spPr>
            <a:xfrm>
              <a:off x="8275367" y="4197538"/>
              <a:ext cx="7824" cy="5284"/>
            </a:xfrm>
            <a:custGeom>
              <a:rect b="b" l="l" r="r" t="t"/>
              <a:pathLst>
                <a:path extrusionOk="0" h="129" w="191">
                  <a:moveTo>
                    <a:pt x="141" y="0"/>
                  </a:moveTo>
                  <a:cubicBezTo>
                    <a:pt x="129" y="0"/>
                    <a:pt x="118" y="5"/>
                    <a:pt x="107" y="14"/>
                  </a:cubicBezTo>
                  <a:cubicBezTo>
                    <a:pt x="109" y="12"/>
                    <a:pt x="109" y="11"/>
                    <a:pt x="108" y="11"/>
                  </a:cubicBezTo>
                  <a:cubicBezTo>
                    <a:pt x="107" y="11"/>
                    <a:pt x="103" y="13"/>
                    <a:pt x="102" y="14"/>
                  </a:cubicBezTo>
                  <a:lnTo>
                    <a:pt x="95" y="14"/>
                  </a:lnTo>
                  <a:cubicBezTo>
                    <a:pt x="92" y="14"/>
                    <a:pt x="92" y="14"/>
                    <a:pt x="99" y="18"/>
                  </a:cubicBezTo>
                  <a:cubicBezTo>
                    <a:pt x="95" y="18"/>
                    <a:pt x="87" y="14"/>
                    <a:pt x="83" y="10"/>
                  </a:cubicBezTo>
                  <a:cubicBezTo>
                    <a:pt x="78" y="8"/>
                    <a:pt x="73" y="7"/>
                    <a:pt x="68" y="7"/>
                  </a:cubicBezTo>
                  <a:cubicBezTo>
                    <a:pt x="38" y="7"/>
                    <a:pt x="12" y="34"/>
                    <a:pt x="8" y="62"/>
                  </a:cubicBezTo>
                  <a:cubicBezTo>
                    <a:pt x="1" y="97"/>
                    <a:pt x="28" y="128"/>
                    <a:pt x="68" y="128"/>
                  </a:cubicBezTo>
                  <a:cubicBezTo>
                    <a:pt x="115" y="128"/>
                    <a:pt x="154" y="109"/>
                    <a:pt x="178" y="69"/>
                  </a:cubicBezTo>
                  <a:cubicBezTo>
                    <a:pt x="190" y="50"/>
                    <a:pt x="186" y="22"/>
                    <a:pt x="166" y="10"/>
                  </a:cubicBezTo>
                  <a:cubicBezTo>
                    <a:pt x="158" y="3"/>
                    <a:pt x="149" y="0"/>
                    <a:pt x="141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8"/>
            <p:cNvSpPr/>
            <p:nvPr/>
          </p:nvSpPr>
          <p:spPr>
            <a:xfrm>
              <a:off x="8308915" y="3897779"/>
              <a:ext cx="20481" cy="19908"/>
            </a:xfrm>
            <a:custGeom>
              <a:rect b="b" l="l" r="r" t="t"/>
              <a:pathLst>
                <a:path extrusionOk="0" h="486" w="500">
                  <a:moveTo>
                    <a:pt x="487" y="0"/>
                  </a:moveTo>
                  <a:cubicBezTo>
                    <a:pt x="482" y="0"/>
                    <a:pt x="478" y="2"/>
                    <a:pt x="476" y="7"/>
                  </a:cubicBezTo>
                  <a:cubicBezTo>
                    <a:pt x="468" y="43"/>
                    <a:pt x="393" y="58"/>
                    <a:pt x="366" y="74"/>
                  </a:cubicBezTo>
                  <a:cubicBezTo>
                    <a:pt x="318" y="106"/>
                    <a:pt x="279" y="142"/>
                    <a:pt x="239" y="181"/>
                  </a:cubicBezTo>
                  <a:cubicBezTo>
                    <a:pt x="153" y="256"/>
                    <a:pt x="82" y="335"/>
                    <a:pt x="18" y="433"/>
                  </a:cubicBezTo>
                  <a:cubicBezTo>
                    <a:pt x="0" y="461"/>
                    <a:pt x="25" y="485"/>
                    <a:pt x="52" y="485"/>
                  </a:cubicBezTo>
                  <a:cubicBezTo>
                    <a:pt x="61" y="485"/>
                    <a:pt x="70" y="483"/>
                    <a:pt x="78" y="477"/>
                  </a:cubicBezTo>
                  <a:cubicBezTo>
                    <a:pt x="176" y="390"/>
                    <a:pt x="255" y="280"/>
                    <a:pt x="350" y="181"/>
                  </a:cubicBezTo>
                  <a:cubicBezTo>
                    <a:pt x="373" y="153"/>
                    <a:pt x="397" y="122"/>
                    <a:pt x="428" y="98"/>
                  </a:cubicBezTo>
                  <a:cubicBezTo>
                    <a:pt x="444" y="87"/>
                    <a:pt x="460" y="82"/>
                    <a:pt x="476" y="71"/>
                  </a:cubicBezTo>
                  <a:cubicBezTo>
                    <a:pt x="495" y="51"/>
                    <a:pt x="499" y="39"/>
                    <a:pt x="499" y="11"/>
                  </a:cubicBezTo>
                  <a:cubicBezTo>
                    <a:pt x="499" y="4"/>
                    <a:pt x="493" y="0"/>
                    <a:pt x="487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8"/>
            <p:cNvSpPr/>
            <p:nvPr/>
          </p:nvSpPr>
          <p:spPr>
            <a:xfrm>
              <a:off x="8302197" y="3935382"/>
              <a:ext cx="2622" cy="1679"/>
            </a:xfrm>
            <a:custGeom>
              <a:rect b="b" l="l" r="r" t="t"/>
              <a:pathLst>
                <a:path extrusionOk="0" h="41" w="64">
                  <a:moveTo>
                    <a:pt x="48" y="1"/>
                  </a:moveTo>
                  <a:cubicBezTo>
                    <a:pt x="47" y="1"/>
                    <a:pt x="45" y="1"/>
                    <a:pt x="44" y="1"/>
                  </a:cubicBezTo>
                  <a:lnTo>
                    <a:pt x="20" y="1"/>
                  </a:lnTo>
                  <a:cubicBezTo>
                    <a:pt x="13" y="5"/>
                    <a:pt x="0" y="9"/>
                    <a:pt x="5" y="21"/>
                  </a:cubicBezTo>
                  <a:cubicBezTo>
                    <a:pt x="5" y="29"/>
                    <a:pt x="9" y="36"/>
                    <a:pt x="20" y="36"/>
                  </a:cubicBezTo>
                  <a:cubicBezTo>
                    <a:pt x="29" y="36"/>
                    <a:pt x="36" y="36"/>
                    <a:pt x="44" y="40"/>
                  </a:cubicBezTo>
                  <a:cubicBezTo>
                    <a:pt x="56" y="40"/>
                    <a:pt x="64" y="29"/>
                    <a:pt x="64" y="21"/>
                  </a:cubicBezTo>
                  <a:cubicBezTo>
                    <a:pt x="64" y="10"/>
                    <a:pt x="58" y="1"/>
                    <a:pt x="48" y="1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8"/>
            <p:cNvSpPr/>
            <p:nvPr/>
          </p:nvSpPr>
          <p:spPr>
            <a:xfrm>
              <a:off x="8293309" y="3948654"/>
              <a:ext cx="1352" cy="983"/>
            </a:xfrm>
            <a:custGeom>
              <a:rect b="b" l="l" r="r" t="t"/>
              <a:pathLst>
                <a:path extrusionOk="0" h="24" w="33">
                  <a:moveTo>
                    <a:pt x="16" y="0"/>
                  </a:moveTo>
                  <a:cubicBezTo>
                    <a:pt x="0" y="0"/>
                    <a:pt x="0" y="24"/>
                    <a:pt x="16" y="24"/>
                  </a:cubicBezTo>
                  <a:cubicBezTo>
                    <a:pt x="33" y="24"/>
                    <a:pt x="33" y="0"/>
                    <a:pt x="16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8"/>
            <p:cNvSpPr/>
            <p:nvPr/>
          </p:nvSpPr>
          <p:spPr>
            <a:xfrm>
              <a:off x="8282167" y="3963277"/>
              <a:ext cx="5079" cy="2540"/>
            </a:xfrm>
            <a:custGeom>
              <a:rect b="b" l="l" r="r" t="t"/>
              <a:pathLst>
                <a:path extrusionOk="0" h="62" w="124">
                  <a:moveTo>
                    <a:pt x="96" y="0"/>
                  </a:moveTo>
                  <a:cubicBezTo>
                    <a:pt x="93" y="0"/>
                    <a:pt x="90" y="1"/>
                    <a:pt x="87" y="3"/>
                  </a:cubicBezTo>
                  <a:cubicBezTo>
                    <a:pt x="68" y="15"/>
                    <a:pt x="44" y="27"/>
                    <a:pt x="24" y="27"/>
                  </a:cubicBezTo>
                  <a:cubicBezTo>
                    <a:pt x="0" y="31"/>
                    <a:pt x="0" y="62"/>
                    <a:pt x="24" y="62"/>
                  </a:cubicBezTo>
                  <a:cubicBezTo>
                    <a:pt x="52" y="58"/>
                    <a:pt x="79" y="51"/>
                    <a:pt x="107" y="38"/>
                  </a:cubicBezTo>
                  <a:cubicBezTo>
                    <a:pt x="123" y="25"/>
                    <a:pt x="112" y="0"/>
                    <a:pt x="96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8249643" y="4043235"/>
              <a:ext cx="4260" cy="4055"/>
            </a:xfrm>
            <a:custGeom>
              <a:rect b="b" l="l" r="r" t="t"/>
              <a:pathLst>
                <a:path extrusionOk="0" h="99" w="104">
                  <a:moveTo>
                    <a:pt x="60" y="0"/>
                  </a:moveTo>
                  <a:cubicBezTo>
                    <a:pt x="48" y="0"/>
                    <a:pt x="33" y="8"/>
                    <a:pt x="24" y="20"/>
                  </a:cubicBezTo>
                  <a:cubicBezTo>
                    <a:pt x="21" y="28"/>
                    <a:pt x="13" y="35"/>
                    <a:pt x="9" y="48"/>
                  </a:cubicBezTo>
                  <a:cubicBezTo>
                    <a:pt x="1" y="59"/>
                    <a:pt x="1" y="79"/>
                    <a:pt x="13" y="88"/>
                  </a:cubicBezTo>
                  <a:cubicBezTo>
                    <a:pt x="20" y="94"/>
                    <a:pt x="28" y="98"/>
                    <a:pt x="36" y="98"/>
                  </a:cubicBezTo>
                  <a:cubicBezTo>
                    <a:pt x="42" y="98"/>
                    <a:pt x="47" y="96"/>
                    <a:pt x="52" y="91"/>
                  </a:cubicBezTo>
                  <a:cubicBezTo>
                    <a:pt x="64" y="88"/>
                    <a:pt x="72" y="79"/>
                    <a:pt x="84" y="75"/>
                  </a:cubicBezTo>
                  <a:cubicBezTo>
                    <a:pt x="95" y="68"/>
                    <a:pt x="104" y="55"/>
                    <a:pt x="104" y="40"/>
                  </a:cubicBezTo>
                  <a:cubicBezTo>
                    <a:pt x="104" y="28"/>
                    <a:pt x="99" y="20"/>
                    <a:pt x="92" y="12"/>
                  </a:cubicBezTo>
                  <a:cubicBezTo>
                    <a:pt x="84" y="4"/>
                    <a:pt x="72" y="0"/>
                    <a:pt x="60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8"/>
            <p:cNvSpPr/>
            <p:nvPr/>
          </p:nvSpPr>
          <p:spPr>
            <a:xfrm>
              <a:off x="8238706" y="4066419"/>
              <a:ext cx="5325" cy="6636"/>
            </a:xfrm>
            <a:custGeom>
              <a:rect b="b" l="l" r="r" t="t"/>
              <a:pathLst>
                <a:path extrusionOk="0" h="162" w="130">
                  <a:moveTo>
                    <a:pt x="87" y="0"/>
                  </a:moveTo>
                  <a:cubicBezTo>
                    <a:pt x="83" y="0"/>
                    <a:pt x="79" y="1"/>
                    <a:pt x="75" y="3"/>
                  </a:cubicBezTo>
                  <a:cubicBezTo>
                    <a:pt x="55" y="7"/>
                    <a:pt x="51" y="23"/>
                    <a:pt x="51" y="43"/>
                  </a:cubicBezTo>
                  <a:cubicBezTo>
                    <a:pt x="55" y="54"/>
                    <a:pt x="51" y="66"/>
                    <a:pt x="43" y="74"/>
                  </a:cubicBezTo>
                  <a:cubicBezTo>
                    <a:pt x="40" y="81"/>
                    <a:pt x="35" y="85"/>
                    <a:pt x="27" y="90"/>
                  </a:cubicBezTo>
                  <a:cubicBezTo>
                    <a:pt x="20" y="97"/>
                    <a:pt x="16" y="105"/>
                    <a:pt x="11" y="117"/>
                  </a:cubicBezTo>
                  <a:cubicBezTo>
                    <a:pt x="0" y="136"/>
                    <a:pt x="17" y="161"/>
                    <a:pt x="39" y="161"/>
                  </a:cubicBezTo>
                  <a:cubicBezTo>
                    <a:pt x="40" y="161"/>
                    <a:pt x="42" y="161"/>
                    <a:pt x="43" y="161"/>
                  </a:cubicBezTo>
                  <a:cubicBezTo>
                    <a:pt x="102" y="145"/>
                    <a:pt x="129" y="78"/>
                    <a:pt x="118" y="26"/>
                  </a:cubicBezTo>
                  <a:cubicBezTo>
                    <a:pt x="115" y="11"/>
                    <a:pt x="102" y="0"/>
                    <a:pt x="87" y="0"/>
                  </a:cubicBezTo>
                  <a:close/>
                </a:path>
              </a:pathLst>
            </a:custGeom>
            <a:solidFill>
              <a:srgbClr val="FFC8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8"/>
            <p:cNvSpPr/>
            <p:nvPr/>
          </p:nvSpPr>
          <p:spPr>
            <a:xfrm>
              <a:off x="8327594" y="3938782"/>
              <a:ext cx="655" cy="696"/>
            </a:xfrm>
            <a:custGeom>
              <a:rect b="b" l="l" r="r" t="t"/>
              <a:pathLst>
                <a:path extrusionOk="0" h="17" w="16">
                  <a:moveTo>
                    <a:pt x="8" y="1"/>
                  </a:moveTo>
                  <a:cubicBezTo>
                    <a:pt x="1" y="1"/>
                    <a:pt x="1" y="17"/>
                    <a:pt x="8" y="17"/>
                  </a:cubicBezTo>
                  <a:cubicBezTo>
                    <a:pt x="16" y="17"/>
                    <a:pt x="16" y="1"/>
                    <a:pt x="8" y="1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8"/>
            <p:cNvSpPr/>
            <p:nvPr/>
          </p:nvSpPr>
          <p:spPr>
            <a:xfrm>
              <a:off x="8329847" y="3934030"/>
              <a:ext cx="5858" cy="4219"/>
            </a:xfrm>
            <a:custGeom>
              <a:rect b="b" l="l" r="r" t="t"/>
              <a:pathLst>
                <a:path extrusionOk="0" h="103" w="143">
                  <a:moveTo>
                    <a:pt x="52" y="1"/>
                  </a:moveTo>
                  <a:cubicBezTo>
                    <a:pt x="39" y="1"/>
                    <a:pt x="25" y="6"/>
                    <a:pt x="17" y="18"/>
                  </a:cubicBezTo>
                  <a:cubicBezTo>
                    <a:pt x="4" y="26"/>
                    <a:pt x="1" y="38"/>
                    <a:pt x="1" y="54"/>
                  </a:cubicBezTo>
                  <a:cubicBezTo>
                    <a:pt x="1" y="66"/>
                    <a:pt x="4" y="78"/>
                    <a:pt x="17" y="89"/>
                  </a:cubicBezTo>
                  <a:cubicBezTo>
                    <a:pt x="25" y="98"/>
                    <a:pt x="36" y="103"/>
                    <a:pt x="50" y="103"/>
                  </a:cubicBezTo>
                  <a:cubicBezTo>
                    <a:pt x="54" y="103"/>
                    <a:pt x="59" y="102"/>
                    <a:pt x="64" y="102"/>
                  </a:cubicBezTo>
                  <a:cubicBezTo>
                    <a:pt x="79" y="97"/>
                    <a:pt x="103" y="97"/>
                    <a:pt x="115" y="89"/>
                  </a:cubicBezTo>
                  <a:cubicBezTo>
                    <a:pt x="143" y="69"/>
                    <a:pt x="143" y="34"/>
                    <a:pt x="115" y="14"/>
                  </a:cubicBezTo>
                  <a:cubicBezTo>
                    <a:pt x="103" y="7"/>
                    <a:pt x="79" y="7"/>
                    <a:pt x="64" y="2"/>
                  </a:cubicBezTo>
                  <a:cubicBezTo>
                    <a:pt x="60" y="1"/>
                    <a:pt x="56" y="1"/>
                    <a:pt x="52" y="1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8"/>
            <p:cNvSpPr/>
            <p:nvPr/>
          </p:nvSpPr>
          <p:spPr>
            <a:xfrm>
              <a:off x="8326447" y="3935259"/>
              <a:ext cx="6021" cy="6308"/>
            </a:xfrm>
            <a:custGeom>
              <a:rect b="b" l="l" r="r" t="t"/>
              <a:pathLst>
                <a:path extrusionOk="0" h="154" w="147">
                  <a:moveTo>
                    <a:pt x="90" y="46"/>
                  </a:moveTo>
                  <a:lnTo>
                    <a:pt x="90" y="46"/>
                  </a:lnTo>
                  <a:cubicBezTo>
                    <a:pt x="90" y="46"/>
                    <a:pt x="90" y="47"/>
                    <a:pt x="91" y="48"/>
                  </a:cubicBezTo>
                  <a:lnTo>
                    <a:pt x="91" y="49"/>
                  </a:lnTo>
                  <a:lnTo>
                    <a:pt x="91" y="49"/>
                  </a:lnTo>
                  <a:cubicBezTo>
                    <a:pt x="90" y="48"/>
                    <a:pt x="89" y="46"/>
                    <a:pt x="90" y="46"/>
                  </a:cubicBezTo>
                  <a:close/>
                  <a:moveTo>
                    <a:pt x="61" y="0"/>
                  </a:moveTo>
                  <a:cubicBezTo>
                    <a:pt x="40" y="0"/>
                    <a:pt x="21" y="14"/>
                    <a:pt x="13" y="36"/>
                  </a:cubicBezTo>
                  <a:cubicBezTo>
                    <a:pt x="13" y="43"/>
                    <a:pt x="9" y="52"/>
                    <a:pt x="5" y="59"/>
                  </a:cubicBezTo>
                  <a:cubicBezTo>
                    <a:pt x="0" y="75"/>
                    <a:pt x="9" y="90"/>
                    <a:pt x="16" y="103"/>
                  </a:cubicBezTo>
                  <a:cubicBezTo>
                    <a:pt x="32" y="114"/>
                    <a:pt x="44" y="126"/>
                    <a:pt x="60" y="138"/>
                  </a:cubicBezTo>
                  <a:cubicBezTo>
                    <a:pt x="67" y="143"/>
                    <a:pt x="76" y="146"/>
                    <a:pt x="80" y="150"/>
                  </a:cubicBezTo>
                  <a:cubicBezTo>
                    <a:pt x="95" y="154"/>
                    <a:pt x="103" y="154"/>
                    <a:pt x="119" y="154"/>
                  </a:cubicBezTo>
                  <a:cubicBezTo>
                    <a:pt x="135" y="150"/>
                    <a:pt x="147" y="126"/>
                    <a:pt x="142" y="110"/>
                  </a:cubicBezTo>
                  <a:cubicBezTo>
                    <a:pt x="135" y="95"/>
                    <a:pt x="127" y="83"/>
                    <a:pt x="115" y="72"/>
                  </a:cubicBezTo>
                  <a:cubicBezTo>
                    <a:pt x="113" y="69"/>
                    <a:pt x="109" y="66"/>
                    <a:pt x="106" y="64"/>
                  </a:cubicBezTo>
                  <a:lnTo>
                    <a:pt x="106" y="64"/>
                  </a:lnTo>
                  <a:cubicBezTo>
                    <a:pt x="113" y="38"/>
                    <a:pt x="105" y="15"/>
                    <a:pt x="80" y="4"/>
                  </a:cubicBezTo>
                  <a:cubicBezTo>
                    <a:pt x="73" y="1"/>
                    <a:pt x="67" y="0"/>
                    <a:pt x="61" y="0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8"/>
            <p:cNvSpPr/>
            <p:nvPr/>
          </p:nvSpPr>
          <p:spPr>
            <a:xfrm>
              <a:off x="8325833" y="3943656"/>
              <a:ext cx="6308" cy="5038"/>
            </a:xfrm>
            <a:custGeom>
              <a:rect b="b" l="l" r="r" t="t"/>
              <a:pathLst>
                <a:path extrusionOk="0" h="123" w="154">
                  <a:moveTo>
                    <a:pt x="75" y="0"/>
                  </a:moveTo>
                  <a:cubicBezTo>
                    <a:pt x="0" y="0"/>
                    <a:pt x="0" y="122"/>
                    <a:pt x="75" y="122"/>
                  </a:cubicBezTo>
                  <a:cubicBezTo>
                    <a:pt x="153" y="122"/>
                    <a:pt x="153" y="0"/>
                    <a:pt x="75" y="0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8312233" y="3960246"/>
              <a:ext cx="57348" cy="35474"/>
            </a:xfrm>
            <a:custGeom>
              <a:rect b="b" l="l" r="r" t="t"/>
              <a:pathLst>
                <a:path extrusionOk="0" h="866" w="1400">
                  <a:moveTo>
                    <a:pt x="190" y="0"/>
                  </a:moveTo>
                  <a:cubicBezTo>
                    <a:pt x="135" y="0"/>
                    <a:pt x="79" y="3"/>
                    <a:pt x="20" y="6"/>
                  </a:cubicBezTo>
                  <a:cubicBezTo>
                    <a:pt x="1" y="6"/>
                    <a:pt x="1" y="34"/>
                    <a:pt x="20" y="37"/>
                  </a:cubicBezTo>
                  <a:cubicBezTo>
                    <a:pt x="316" y="41"/>
                    <a:pt x="569" y="96"/>
                    <a:pt x="817" y="274"/>
                  </a:cubicBezTo>
                  <a:cubicBezTo>
                    <a:pt x="1034" y="428"/>
                    <a:pt x="1243" y="613"/>
                    <a:pt x="1365" y="859"/>
                  </a:cubicBezTo>
                  <a:cubicBezTo>
                    <a:pt x="1369" y="863"/>
                    <a:pt x="1375" y="865"/>
                    <a:pt x="1381" y="865"/>
                  </a:cubicBezTo>
                  <a:cubicBezTo>
                    <a:pt x="1391" y="865"/>
                    <a:pt x="1400" y="860"/>
                    <a:pt x="1398" y="850"/>
                  </a:cubicBezTo>
                  <a:cubicBezTo>
                    <a:pt x="1378" y="566"/>
                    <a:pt x="1070" y="349"/>
                    <a:pt x="861" y="199"/>
                  </a:cubicBezTo>
                  <a:cubicBezTo>
                    <a:pt x="638" y="44"/>
                    <a:pt x="434" y="0"/>
                    <a:pt x="190" y="0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8"/>
            <p:cNvSpPr/>
            <p:nvPr/>
          </p:nvSpPr>
          <p:spPr>
            <a:xfrm>
              <a:off x="8314773" y="3989534"/>
              <a:ext cx="50507" cy="9626"/>
            </a:xfrm>
            <a:custGeom>
              <a:rect b="b" l="l" r="r" t="t"/>
              <a:pathLst>
                <a:path extrusionOk="0" h="235" w="1233">
                  <a:moveTo>
                    <a:pt x="56" y="1"/>
                  </a:moveTo>
                  <a:cubicBezTo>
                    <a:pt x="15" y="1"/>
                    <a:pt x="0" y="57"/>
                    <a:pt x="45" y="73"/>
                  </a:cubicBezTo>
                  <a:cubicBezTo>
                    <a:pt x="381" y="175"/>
                    <a:pt x="770" y="234"/>
                    <a:pt x="1126" y="234"/>
                  </a:cubicBezTo>
                  <a:cubicBezTo>
                    <a:pt x="1150" y="234"/>
                    <a:pt x="1174" y="234"/>
                    <a:pt x="1197" y="234"/>
                  </a:cubicBezTo>
                  <a:cubicBezTo>
                    <a:pt x="1232" y="234"/>
                    <a:pt x="1232" y="182"/>
                    <a:pt x="1197" y="179"/>
                  </a:cubicBezTo>
                  <a:cubicBezTo>
                    <a:pt x="818" y="155"/>
                    <a:pt x="436" y="68"/>
                    <a:pt x="65" y="2"/>
                  </a:cubicBezTo>
                  <a:cubicBezTo>
                    <a:pt x="62" y="1"/>
                    <a:pt x="59" y="1"/>
                    <a:pt x="56" y="1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8336524" y="3980727"/>
              <a:ext cx="4915" cy="2663"/>
            </a:xfrm>
            <a:custGeom>
              <a:rect b="b" l="l" r="r" t="t"/>
              <a:pathLst>
                <a:path extrusionOk="0" h="65" w="120">
                  <a:moveTo>
                    <a:pt x="9" y="0"/>
                  </a:moveTo>
                  <a:cubicBezTo>
                    <a:pt x="4" y="0"/>
                    <a:pt x="0" y="8"/>
                    <a:pt x="3" y="11"/>
                  </a:cubicBezTo>
                  <a:cubicBezTo>
                    <a:pt x="35" y="35"/>
                    <a:pt x="71" y="42"/>
                    <a:pt x="102" y="62"/>
                  </a:cubicBezTo>
                  <a:cubicBezTo>
                    <a:pt x="103" y="64"/>
                    <a:pt x="105" y="64"/>
                    <a:pt x="106" y="64"/>
                  </a:cubicBezTo>
                  <a:cubicBezTo>
                    <a:pt x="113" y="64"/>
                    <a:pt x="119" y="53"/>
                    <a:pt x="109" y="46"/>
                  </a:cubicBezTo>
                  <a:cubicBezTo>
                    <a:pt x="82" y="27"/>
                    <a:pt x="43" y="22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8"/>
            <p:cNvSpPr/>
            <p:nvPr/>
          </p:nvSpPr>
          <p:spPr>
            <a:xfrm>
              <a:off x="8280856" y="4058923"/>
              <a:ext cx="52186" cy="46861"/>
            </a:xfrm>
            <a:custGeom>
              <a:rect b="b" l="l" r="r" t="t"/>
              <a:pathLst>
                <a:path extrusionOk="0" h="1144" w="1274">
                  <a:moveTo>
                    <a:pt x="29" y="0"/>
                  </a:moveTo>
                  <a:cubicBezTo>
                    <a:pt x="0" y="0"/>
                    <a:pt x="0" y="40"/>
                    <a:pt x="29" y="44"/>
                  </a:cubicBezTo>
                  <a:cubicBezTo>
                    <a:pt x="237" y="55"/>
                    <a:pt x="498" y="328"/>
                    <a:pt x="660" y="446"/>
                  </a:cubicBezTo>
                  <a:cubicBezTo>
                    <a:pt x="900" y="628"/>
                    <a:pt x="1102" y="841"/>
                    <a:pt x="1220" y="1125"/>
                  </a:cubicBezTo>
                  <a:cubicBezTo>
                    <a:pt x="1227" y="1138"/>
                    <a:pt x="1237" y="1143"/>
                    <a:pt x="1246" y="1143"/>
                  </a:cubicBezTo>
                  <a:cubicBezTo>
                    <a:pt x="1260" y="1143"/>
                    <a:pt x="1274" y="1130"/>
                    <a:pt x="1271" y="1109"/>
                  </a:cubicBezTo>
                  <a:cubicBezTo>
                    <a:pt x="1236" y="841"/>
                    <a:pt x="1000" y="608"/>
                    <a:pt x="786" y="454"/>
                  </a:cubicBezTo>
                  <a:cubicBezTo>
                    <a:pt x="640" y="351"/>
                    <a:pt x="486" y="253"/>
                    <a:pt x="337" y="146"/>
                  </a:cubicBezTo>
                  <a:cubicBezTo>
                    <a:pt x="237" y="79"/>
                    <a:pt x="151" y="4"/>
                    <a:pt x="29" y="0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8"/>
            <p:cNvSpPr/>
            <p:nvPr/>
          </p:nvSpPr>
          <p:spPr>
            <a:xfrm>
              <a:off x="8284748" y="4104883"/>
              <a:ext cx="49032" cy="9995"/>
            </a:xfrm>
            <a:custGeom>
              <a:rect b="b" l="l" r="r" t="t"/>
              <a:pathLst>
                <a:path extrusionOk="0" h="244" w="1197">
                  <a:moveTo>
                    <a:pt x="53" y="1"/>
                  </a:moveTo>
                  <a:cubicBezTo>
                    <a:pt x="16" y="1"/>
                    <a:pt x="0" y="57"/>
                    <a:pt x="36" y="82"/>
                  </a:cubicBezTo>
                  <a:cubicBezTo>
                    <a:pt x="238" y="216"/>
                    <a:pt x="500" y="243"/>
                    <a:pt x="758" y="243"/>
                  </a:cubicBezTo>
                  <a:cubicBezTo>
                    <a:pt x="903" y="243"/>
                    <a:pt x="1046" y="235"/>
                    <a:pt x="1176" y="232"/>
                  </a:cubicBezTo>
                  <a:cubicBezTo>
                    <a:pt x="1196" y="232"/>
                    <a:pt x="1196" y="200"/>
                    <a:pt x="1176" y="197"/>
                  </a:cubicBezTo>
                  <a:cubicBezTo>
                    <a:pt x="794" y="169"/>
                    <a:pt x="431" y="122"/>
                    <a:pt x="67" y="3"/>
                  </a:cubicBezTo>
                  <a:cubicBezTo>
                    <a:pt x="62" y="2"/>
                    <a:pt x="58" y="1"/>
                    <a:pt x="53" y="1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8"/>
            <p:cNvSpPr/>
            <p:nvPr/>
          </p:nvSpPr>
          <p:spPr>
            <a:xfrm>
              <a:off x="8281430" y="4039876"/>
              <a:ext cx="14501" cy="8233"/>
            </a:xfrm>
            <a:custGeom>
              <a:rect b="b" l="l" r="r" t="t"/>
              <a:pathLst>
                <a:path extrusionOk="0" h="201" w="354">
                  <a:moveTo>
                    <a:pt x="62" y="1"/>
                  </a:moveTo>
                  <a:cubicBezTo>
                    <a:pt x="18" y="1"/>
                    <a:pt x="1" y="77"/>
                    <a:pt x="54" y="94"/>
                  </a:cubicBezTo>
                  <a:cubicBezTo>
                    <a:pt x="133" y="122"/>
                    <a:pt x="215" y="157"/>
                    <a:pt x="290" y="197"/>
                  </a:cubicBezTo>
                  <a:cubicBezTo>
                    <a:pt x="295" y="199"/>
                    <a:pt x="300" y="200"/>
                    <a:pt x="305" y="200"/>
                  </a:cubicBezTo>
                  <a:cubicBezTo>
                    <a:pt x="332" y="200"/>
                    <a:pt x="353" y="170"/>
                    <a:pt x="330" y="150"/>
                  </a:cubicBezTo>
                  <a:cubicBezTo>
                    <a:pt x="259" y="79"/>
                    <a:pt x="168" y="39"/>
                    <a:pt x="77" y="4"/>
                  </a:cubicBezTo>
                  <a:cubicBezTo>
                    <a:pt x="72" y="2"/>
                    <a:pt x="67" y="1"/>
                    <a:pt x="62" y="1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8"/>
            <p:cNvSpPr/>
            <p:nvPr/>
          </p:nvSpPr>
          <p:spPr>
            <a:xfrm>
              <a:off x="8340006" y="4062282"/>
              <a:ext cx="3932" cy="3318"/>
            </a:xfrm>
            <a:custGeom>
              <a:rect b="b" l="l" r="r" t="t"/>
              <a:pathLst>
                <a:path extrusionOk="0" h="81" w="96">
                  <a:moveTo>
                    <a:pt x="47" y="0"/>
                  </a:moveTo>
                  <a:cubicBezTo>
                    <a:pt x="36" y="0"/>
                    <a:pt x="25" y="5"/>
                    <a:pt x="17" y="17"/>
                  </a:cubicBezTo>
                  <a:cubicBezTo>
                    <a:pt x="1" y="36"/>
                    <a:pt x="13" y="64"/>
                    <a:pt x="37" y="72"/>
                  </a:cubicBezTo>
                  <a:cubicBezTo>
                    <a:pt x="44" y="76"/>
                    <a:pt x="53" y="76"/>
                    <a:pt x="60" y="80"/>
                  </a:cubicBezTo>
                  <a:cubicBezTo>
                    <a:pt x="62" y="80"/>
                    <a:pt x="64" y="81"/>
                    <a:pt x="65" y="81"/>
                  </a:cubicBezTo>
                  <a:cubicBezTo>
                    <a:pt x="80" y="81"/>
                    <a:pt x="95" y="66"/>
                    <a:pt x="92" y="53"/>
                  </a:cubicBezTo>
                  <a:lnTo>
                    <a:pt x="92" y="36"/>
                  </a:lnTo>
                  <a:cubicBezTo>
                    <a:pt x="92" y="29"/>
                    <a:pt x="88" y="20"/>
                    <a:pt x="80" y="17"/>
                  </a:cubicBezTo>
                  <a:cubicBezTo>
                    <a:pt x="79" y="16"/>
                    <a:pt x="77" y="15"/>
                    <a:pt x="76" y="15"/>
                  </a:cubicBezTo>
                  <a:lnTo>
                    <a:pt x="76" y="15"/>
                  </a:lnTo>
                  <a:cubicBezTo>
                    <a:pt x="69" y="6"/>
                    <a:pt x="58" y="0"/>
                    <a:pt x="47" y="0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8"/>
            <p:cNvSpPr/>
            <p:nvPr/>
          </p:nvSpPr>
          <p:spPr>
            <a:xfrm>
              <a:off x="8343037" y="4041310"/>
              <a:ext cx="4834" cy="4260"/>
            </a:xfrm>
            <a:custGeom>
              <a:rect b="b" l="l" r="r" t="t"/>
              <a:pathLst>
                <a:path extrusionOk="0" h="104" w="118">
                  <a:moveTo>
                    <a:pt x="21" y="0"/>
                  </a:moveTo>
                  <a:cubicBezTo>
                    <a:pt x="11" y="0"/>
                    <a:pt x="0" y="14"/>
                    <a:pt x="10" y="24"/>
                  </a:cubicBezTo>
                  <a:cubicBezTo>
                    <a:pt x="34" y="47"/>
                    <a:pt x="57" y="75"/>
                    <a:pt x="81" y="99"/>
                  </a:cubicBezTo>
                  <a:cubicBezTo>
                    <a:pt x="85" y="102"/>
                    <a:pt x="89" y="104"/>
                    <a:pt x="93" y="104"/>
                  </a:cubicBezTo>
                  <a:cubicBezTo>
                    <a:pt x="106" y="104"/>
                    <a:pt x="117" y="87"/>
                    <a:pt x="105" y="75"/>
                  </a:cubicBezTo>
                  <a:cubicBezTo>
                    <a:pt x="81" y="51"/>
                    <a:pt x="57" y="28"/>
                    <a:pt x="30" y="4"/>
                  </a:cubicBezTo>
                  <a:cubicBezTo>
                    <a:pt x="27" y="1"/>
                    <a:pt x="24" y="0"/>
                    <a:pt x="21" y="0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8"/>
            <p:cNvSpPr/>
            <p:nvPr/>
          </p:nvSpPr>
          <p:spPr>
            <a:xfrm>
              <a:off x="8325300" y="4028366"/>
              <a:ext cx="3318" cy="4915"/>
            </a:xfrm>
            <a:custGeom>
              <a:rect b="b" l="l" r="r" t="t"/>
              <a:pathLst>
                <a:path extrusionOk="0" h="120" w="81">
                  <a:moveTo>
                    <a:pt x="41" y="1"/>
                  </a:moveTo>
                  <a:cubicBezTo>
                    <a:pt x="28" y="1"/>
                    <a:pt x="21" y="4"/>
                    <a:pt x="13" y="8"/>
                  </a:cubicBezTo>
                  <a:cubicBezTo>
                    <a:pt x="1" y="20"/>
                    <a:pt x="1" y="32"/>
                    <a:pt x="1" y="48"/>
                  </a:cubicBezTo>
                  <a:cubicBezTo>
                    <a:pt x="5" y="63"/>
                    <a:pt x="9" y="79"/>
                    <a:pt x="9" y="95"/>
                  </a:cubicBezTo>
                  <a:cubicBezTo>
                    <a:pt x="13" y="107"/>
                    <a:pt x="28" y="119"/>
                    <a:pt x="41" y="119"/>
                  </a:cubicBezTo>
                  <a:cubicBezTo>
                    <a:pt x="52" y="119"/>
                    <a:pt x="68" y="107"/>
                    <a:pt x="72" y="95"/>
                  </a:cubicBezTo>
                  <a:cubicBezTo>
                    <a:pt x="72" y="79"/>
                    <a:pt x="76" y="63"/>
                    <a:pt x="76" y="48"/>
                  </a:cubicBezTo>
                  <a:cubicBezTo>
                    <a:pt x="80" y="36"/>
                    <a:pt x="80" y="20"/>
                    <a:pt x="68" y="8"/>
                  </a:cubicBezTo>
                  <a:cubicBezTo>
                    <a:pt x="60" y="4"/>
                    <a:pt x="52" y="1"/>
                    <a:pt x="41" y="1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8"/>
            <p:cNvSpPr/>
            <p:nvPr/>
          </p:nvSpPr>
          <p:spPr>
            <a:xfrm>
              <a:off x="8236576" y="4165056"/>
              <a:ext cx="60911" cy="27445"/>
            </a:xfrm>
            <a:custGeom>
              <a:rect b="b" l="l" r="r" t="t"/>
              <a:pathLst>
                <a:path extrusionOk="0" h="670" w="1487">
                  <a:moveTo>
                    <a:pt x="160" y="0"/>
                  </a:moveTo>
                  <a:cubicBezTo>
                    <a:pt x="118" y="0"/>
                    <a:pt x="78" y="2"/>
                    <a:pt x="39" y="6"/>
                  </a:cubicBezTo>
                  <a:cubicBezTo>
                    <a:pt x="4" y="10"/>
                    <a:pt x="1" y="61"/>
                    <a:pt x="39" y="65"/>
                  </a:cubicBezTo>
                  <a:cubicBezTo>
                    <a:pt x="565" y="105"/>
                    <a:pt x="1023" y="365"/>
                    <a:pt x="1436" y="665"/>
                  </a:cubicBezTo>
                  <a:cubicBezTo>
                    <a:pt x="1441" y="668"/>
                    <a:pt x="1446" y="670"/>
                    <a:pt x="1451" y="670"/>
                  </a:cubicBezTo>
                  <a:cubicBezTo>
                    <a:pt x="1470" y="670"/>
                    <a:pt x="1486" y="648"/>
                    <a:pt x="1476" y="629"/>
                  </a:cubicBezTo>
                  <a:cubicBezTo>
                    <a:pt x="1222" y="260"/>
                    <a:pt x="626" y="0"/>
                    <a:pt x="160" y="0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8310759" y="4163335"/>
              <a:ext cx="2499" cy="4055"/>
            </a:xfrm>
            <a:custGeom>
              <a:rect b="b" l="l" r="r" t="t"/>
              <a:pathLst>
                <a:path extrusionOk="0" h="99" w="61">
                  <a:moveTo>
                    <a:pt x="28" y="1"/>
                  </a:moveTo>
                  <a:cubicBezTo>
                    <a:pt x="9" y="1"/>
                    <a:pt x="1" y="16"/>
                    <a:pt x="1" y="36"/>
                  </a:cubicBezTo>
                  <a:cubicBezTo>
                    <a:pt x="4" y="52"/>
                    <a:pt x="4" y="68"/>
                    <a:pt x="9" y="83"/>
                  </a:cubicBezTo>
                  <a:cubicBezTo>
                    <a:pt x="11" y="93"/>
                    <a:pt x="21" y="98"/>
                    <a:pt x="30" y="98"/>
                  </a:cubicBezTo>
                  <a:cubicBezTo>
                    <a:pt x="40" y="98"/>
                    <a:pt x="50" y="93"/>
                    <a:pt x="52" y="83"/>
                  </a:cubicBezTo>
                  <a:cubicBezTo>
                    <a:pt x="52" y="68"/>
                    <a:pt x="56" y="52"/>
                    <a:pt x="56" y="36"/>
                  </a:cubicBezTo>
                  <a:cubicBezTo>
                    <a:pt x="60" y="16"/>
                    <a:pt x="52" y="1"/>
                    <a:pt x="28" y="1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8330175" y="4141789"/>
              <a:ext cx="4260" cy="3523"/>
            </a:xfrm>
            <a:custGeom>
              <a:rect b="b" l="l" r="r" t="t"/>
              <a:pathLst>
                <a:path extrusionOk="0" h="86" w="104">
                  <a:moveTo>
                    <a:pt x="44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5"/>
                    <a:pt x="21" y="86"/>
                    <a:pt x="45" y="86"/>
                  </a:cubicBezTo>
                  <a:cubicBezTo>
                    <a:pt x="49" y="86"/>
                    <a:pt x="52" y="85"/>
                    <a:pt x="56" y="85"/>
                  </a:cubicBezTo>
                  <a:cubicBezTo>
                    <a:pt x="64" y="85"/>
                    <a:pt x="67" y="81"/>
                    <a:pt x="75" y="77"/>
                  </a:cubicBezTo>
                  <a:cubicBezTo>
                    <a:pt x="91" y="73"/>
                    <a:pt x="103" y="61"/>
                    <a:pt x="103" y="45"/>
                  </a:cubicBezTo>
                  <a:cubicBezTo>
                    <a:pt x="103" y="26"/>
                    <a:pt x="91" y="13"/>
                    <a:pt x="75" y="10"/>
                  </a:cubicBezTo>
                  <a:cubicBezTo>
                    <a:pt x="67" y="6"/>
                    <a:pt x="64" y="2"/>
                    <a:pt x="56" y="2"/>
                  </a:cubicBezTo>
                  <a:cubicBezTo>
                    <a:pt x="52" y="1"/>
                    <a:pt x="48" y="0"/>
                    <a:pt x="44" y="0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8316043" y="4191107"/>
              <a:ext cx="8725" cy="7250"/>
            </a:xfrm>
            <a:custGeom>
              <a:rect b="b" l="l" r="r" t="t"/>
              <a:pathLst>
                <a:path extrusionOk="0" h="177" w="213">
                  <a:moveTo>
                    <a:pt x="46" y="0"/>
                  </a:moveTo>
                  <a:cubicBezTo>
                    <a:pt x="21" y="0"/>
                    <a:pt x="0" y="29"/>
                    <a:pt x="22" y="57"/>
                  </a:cubicBezTo>
                  <a:cubicBezTo>
                    <a:pt x="53" y="92"/>
                    <a:pt x="81" y="128"/>
                    <a:pt x="112" y="163"/>
                  </a:cubicBezTo>
                  <a:cubicBezTo>
                    <a:pt x="121" y="173"/>
                    <a:pt x="131" y="177"/>
                    <a:pt x="141" y="177"/>
                  </a:cubicBezTo>
                  <a:cubicBezTo>
                    <a:pt x="178" y="177"/>
                    <a:pt x="212" y="127"/>
                    <a:pt x="176" y="96"/>
                  </a:cubicBezTo>
                  <a:cubicBezTo>
                    <a:pt x="141" y="68"/>
                    <a:pt x="108" y="37"/>
                    <a:pt x="69" y="10"/>
                  </a:cubicBezTo>
                  <a:cubicBezTo>
                    <a:pt x="62" y="3"/>
                    <a:pt x="54" y="0"/>
                    <a:pt x="46" y="0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8279422" y="4162844"/>
              <a:ext cx="5038" cy="6882"/>
            </a:xfrm>
            <a:custGeom>
              <a:rect b="b" l="l" r="r" t="t"/>
              <a:pathLst>
                <a:path extrusionOk="0" h="168" w="123">
                  <a:moveTo>
                    <a:pt x="16" y="87"/>
                  </a:moveTo>
                  <a:cubicBezTo>
                    <a:pt x="16" y="87"/>
                    <a:pt x="16" y="87"/>
                    <a:pt x="16" y="88"/>
                  </a:cubicBezTo>
                  <a:cubicBezTo>
                    <a:pt x="16" y="88"/>
                    <a:pt x="16" y="88"/>
                    <a:pt x="16" y="88"/>
                  </a:cubicBezTo>
                  <a:lnTo>
                    <a:pt x="16" y="88"/>
                  </a:lnTo>
                  <a:cubicBezTo>
                    <a:pt x="16" y="87"/>
                    <a:pt x="16" y="87"/>
                    <a:pt x="16" y="87"/>
                  </a:cubicBezTo>
                  <a:close/>
                  <a:moveTo>
                    <a:pt x="40" y="1"/>
                  </a:moveTo>
                  <a:cubicBezTo>
                    <a:pt x="12" y="1"/>
                    <a:pt x="0" y="28"/>
                    <a:pt x="4" y="52"/>
                  </a:cubicBezTo>
                  <a:cubicBezTo>
                    <a:pt x="3" y="49"/>
                    <a:pt x="3" y="48"/>
                    <a:pt x="2" y="48"/>
                  </a:cubicBezTo>
                  <a:lnTo>
                    <a:pt x="2" y="48"/>
                  </a:lnTo>
                  <a:cubicBezTo>
                    <a:pt x="2" y="48"/>
                    <a:pt x="4" y="57"/>
                    <a:pt x="4" y="60"/>
                  </a:cubicBezTo>
                  <a:cubicBezTo>
                    <a:pt x="4" y="64"/>
                    <a:pt x="8" y="68"/>
                    <a:pt x="12" y="72"/>
                  </a:cubicBezTo>
                  <a:cubicBezTo>
                    <a:pt x="12" y="74"/>
                    <a:pt x="12" y="77"/>
                    <a:pt x="13" y="78"/>
                  </a:cubicBezTo>
                  <a:lnTo>
                    <a:pt x="13" y="78"/>
                  </a:lnTo>
                  <a:cubicBezTo>
                    <a:pt x="13" y="79"/>
                    <a:pt x="13" y="80"/>
                    <a:pt x="14" y="82"/>
                  </a:cubicBezTo>
                  <a:lnTo>
                    <a:pt x="14" y="82"/>
                  </a:lnTo>
                  <a:cubicBezTo>
                    <a:pt x="12" y="85"/>
                    <a:pt x="12" y="88"/>
                    <a:pt x="12" y="91"/>
                  </a:cubicBezTo>
                  <a:cubicBezTo>
                    <a:pt x="12" y="92"/>
                    <a:pt x="12" y="92"/>
                    <a:pt x="13" y="92"/>
                  </a:cubicBezTo>
                  <a:lnTo>
                    <a:pt x="13" y="92"/>
                  </a:lnTo>
                  <a:cubicBezTo>
                    <a:pt x="12" y="94"/>
                    <a:pt x="12" y="97"/>
                    <a:pt x="12" y="99"/>
                  </a:cubicBezTo>
                  <a:cubicBezTo>
                    <a:pt x="0" y="131"/>
                    <a:pt x="24" y="162"/>
                    <a:pt x="55" y="166"/>
                  </a:cubicBezTo>
                  <a:cubicBezTo>
                    <a:pt x="60" y="167"/>
                    <a:pt x="64" y="168"/>
                    <a:pt x="68" y="168"/>
                  </a:cubicBezTo>
                  <a:cubicBezTo>
                    <a:pt x="97" y="168"/>
                    <a:pt x="119" y="143"/>
                    <a:pt x="119" y="115"/>
                  </a:cubicBezTo>
                  <a:cubicBezTo>
                    <a:pt x="122" y="64"/>
                    <a:pt x="95" y="4"/>
                    <a:pt x="40" y="1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8308956" y="4149080"/>
              <a:ext cx="6554" cy="4915"/>
            </a:xfrm>
            <a:custGeom>
              <a:rect b="b" l="l" r="r" t="t"/>
              <a:pathLst>
                <a:path extrusionOk="0" h="120" w="160">
                  <a:moveTo>
                    <a:pt x="106" y="1"/>
                  </a:moveTo>
                  <a:cubicBezTo>
                    <a:pt x="104" y="1"/>
                    <a:pt x="102" y="1"/>
                    <a:pt x="100" y="1"/>
                  </a:cubicBezTo>
                  <a:cubicBezTo>
                    <a:pt x="88" y="1"/>
                    <a:pt x="81" y="5"/>
                    <a:pt x="72" y="5"/>
                  </a:cubicBezTo>
                  <a:cubicBezTo>
                    <a:pt x="57" y="5"/>
                    <a:pt x="48" y="9"/>
                    <a:pt x="37" y="14"/>
                  </a:cubicBezTo>
                  <a:cubicBezTo>
                    <a:pt x="17" y="21"/>
                    <a:pt x="1" y="37"/>
                    <a:pt x="1" y="61"/>
                  </a:cubicBezTo>
                  <a:cubicBezTo>
                    <a:pt x="1" y="85"/>
                    <a:pt x="17" y="100"/>
                    <a:pt x="37" y="108"/>
                  </a:cubicBezTo>
                  <a:cubicBezTo>
                    <a:pt x="48" y="112"/>
                    <a:pt x="57" y="116"/>
                    <a:pt x="72" y="116"/>
                  </a:cubicBezTo>
                  <a:cubicBezTo>
                    <a:pt x="81" y="116"/>
                    <a:pt x="88" y="116"/>
                    <a:pt x="100" y="120"/>
                  </a:cubicBezTo>
                  <a:cubicBezTo>
                    <a:pt x="128" y="120"/>
                    <a:pt x="159" y="88"/>
                    <a:pt x="155" y="61"/>
                  </a:cubicBezTo>
                  <a:cubicBezTo>
                    <a:pt x="155" y="30"/>
                    <a:pt x="134" y="1"/>
                    <a:pt x="106" y="1"/>
                  </a:cubicBezTo>
                  <a:close/>
                </a:path>
              </a:pathLst>
            </a:custGeom>
            <a:solidFill>
              <a:srgbClr val="F89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8"/>
            <p:cNvSpPr/>
            <p:nvPr/>
          </p:nvSpPr>
          <p:spPr>
            <a:xfrm>
              <a:off x="8200202" y="3936529"/>
              <a:ext cx="4260" cy="3277"/>
            </a:xfrm>
            <a:custGeom>
              <a:rect b="b" l="l" r="r" t="t"/>
              <a:pathLst>
                <a:path extrusionOk="0" h="80" w="104">
                  <a:moveTo>
                    <a:pt x="51" y="1"/>
                  </a:moveTo>
                  <a:cubicBezTo>
                    <a:pt x="0" y="1"/>
                    <a:pt x="0" y="79"/>
                    <a:pt x="51" y="79"/>
                  </a:cubicBezTo>
                  <a:cubicBezTo>
                    <a:pt x="103" y="79"/>
                    <a:pt x="103" y="1"/>
                    <a:pt x="51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8"/>
            <p:cNvSpPr/>
            <p:nvPr/>
          </p:nvSpPr>
          <p:spPr>
            <a:xfrm>
              <a:off x="8227687" y="3941240"/>
              <a:ext cx="5038" cy="3932"/>
            </a:xfrm>
            <a:custGeom>
              <a:rect b="b" l="l" r="r" t="t"/>
              <a:pathLst>
                <a:path extrusionOk="0" h="96" w="123">
                  <a:moveTo>
                    <a:pt x="63" y="0"/>
                  </a:moveTo>
                  <a:cubicBezTo>
                    <a:pt x="1" y="0"/>
                    <a:pt x="1" y="95"/>
                    <a:pt x="63" y="95"/>
                  </a:cubicBezTo>
                  <a:cubicBezTo>
                    <a:pt x="123" y="95"/>
                    <a:pt x="123" y="0"/>
                    <a:pt x="63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8"/>
            <p:cNvSpPr/>
            <p:nvPr/>
          </p:nvSpPr>
          <p:spPr>
            <a:xfrm>
              <a:off x="8238501" y="3917523"/>
              <a:ext cx="11347" cy="11306"/>
            </a:xfrm>
            <a:custGeom>
              <a:rect b="b" l="l" r="r" t="t"/>
              <a:pathLst>
                <a:path extrusionOk="0" h="276" w="277">
                  <a:moveTo>
                    <a:pt x="139" y="1"/>
                  </a:moveTo>
                  <a:cubicBezTo>
                    <a:pt x="132" y="1"/>
                    <a:pt x="125" y="3"/>
                    <a:pt x="107" y="7"/>
                  </a:cubicBezTo>
                  <a:lnTo>
                    <a:pt x="103" y="7"/>
                  </a:lnTo>
                  <a:cubicBezTo>
                    <a:pt x="83" y="11"/>
                    <a:pt x="68" y="19"/>
                    <a:pt x="56" y="31"/>
                  </a:cubicBezTo>
                  <a:cubicBezTo>
                    <a:pt x="40" y="42"/>
                    <a:pt x="28" y="55"/>
                    <a:pt x="21" y="70"/>
                  </a:cubicBezTo>
                  <a:cubicBezTo>
                    <a:pt x="9" y="86"/>
                    <a:pt x="5" y="102"/>
                    <a:pt x="5" y="121"/>
                  </a:cubicBezTo>
                  <a:cubicBezTo>
                    <a:pt x="1" y="137"/>
                    <a:pt x="1" y="157"/>
                    <a:pt x="9" y="177"/>
                  </a:cubicBezTo>
                  <a:cubicBezTo>
                    <a:pt x="12" y="200"/>
                    <a:pt x="25" y="220"/>
                    <a:pt x="40" y="236"/>
                  </a:cubicBezTo>
                  <a:cubicBezTo>
                    <a:pt x="52" y="244"/>
                    <a:pt x="60" y="252"/>
                    <a:pt x="68" y="255"/>
                  </a:cubicBezTo>
                  <a:cubicBezTo>
                    <a:pt x="92" y="272"/>
                    <a:pt x="116" y="275"/>
                    <a:pt x="139" y="275"/>
                  </a:cubicBezTo>
                  <a:cubicBezTo>
                    <a:pt x="151" y="275"/>
                    <a:pt x="163" y="272"/>
                    <a:pt x="174" y="272"/>
                  </a:cubicBezTo>
                  <a:cubicBezTo>
                    <a:pt x="198" y="263"/>
                    <a:pt x="218" y="252"/>
                    <a:pt x="238" y="236"/>
                  </a:cubicBezTo>
                  <a:cubicBezTo>
                    <a:pt x="242" y="228"/>
                    <a:pt x="249" y="216"/>
                    <a:pt x="258" y="208"/>
                  </a:cubicBezTo>
                  <a:cubicBezTo>
                    <a:pt x="269" y="188"/>
                    <a:pt x="277" y="164"/>
                    <a:pt x="277" y="137"/>
                  </a:cubicBezTo>
                  <a:cubicBezTo>
                    <a:pt x="277" y="121"/>
                    <a:pt x="273" y="102"/>
                    <a:pt x="265" y="86"/>
                  </a:cubicBezTo>
                  <a:cubicBezTo>
                    <a:pt x="258" y="70"/>
                    <a:pt x="249" y="55"/>
                    <a:pt x="238" y="42"/>
                  </a:cubicBezTo>
                  <a:cubicBezTo>
                    <a:pt x="218" y="26"/>
                    <a:pt x="198" y="15"/>
                    <a:pt x="174" y="7"/>
                  </a:cubicBezTo>
                  <a:lnTo>
                    <a:pt x="170" y="7"/>
                  </a:lnTo>
                  <a:cubicBezTo>
                    <a:pt x="152" y="3"/>
                    <a:pt x="146" y="1"/>
                    <a:pt x="139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8248209" y="3945746"/>
              <a:ext cx="6021" cy="4711"/>
            </a:xfrm>
            <a:custGeom>
              <a:rect b="b" l="l" r="r" t="t"/>
              <a:pathLst>
                <a:path extrusionOk="0" h="115" w="147">
                  <a:moveTo>
                    <a:pt x="72" y="0"/>
                  </a:moveTo>
                  <a:cubicBezTo>
                    <a:pt x="1" y="0"/>
                    <a:pt x="1" y="115"/>
                    <a:pt x="72" y="115"/>
                  </a:cubicBezTo>
                  <a:cubicBezTo>
                    <a:pt x="147" y="115"/>
                    <a:pt x="147" y="0"/>
                    <a:pt x="72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8200202" y="3836500"/>
              <a:ext cx="4547" cy="4014"/>
            </a:xfrm>
            <a:custGeom>
              <a:rect b="b" l="l" r="r" t="t"/>
              <a:pathLst>
                <a:path extrusionOk="0" h="98" w="111">
                  <a:moveTo>
                    <a:pt x="51" y="0"/>
                  </a:moveTo>
                  <a:cubicBezTo>
                    <a:pt x="45" y="0"/>
                    <a:pt x="39" y="1"/>
                    <a:pt x="32" y="4"/>
                  </a:cubicBezTo>
                  <a:cubicBezTo>
                    <a:pt x="16" y="11"/>
                    <a:pt x="0" y="27"/>
                    <a:pt x="4" y="47"/>
                  </a:cubicBezTo>
                  <a:cubicBezTo>
                    <a:pt x="4" y="63"/>
                    <a:pt x="12" y="82"/>
                    <a:pt x="28" y="91"/>
                  </a:cubicBezTo>
                  <a:cubicBezTo>
                    <a:pt x="35" y="95"/>
                    <a:pt x="44" y="98"/>
                    <a:pt x="52" y="98"/>
                  </a:cubicBezTo>
                  <a:cubicBezTo>
                    <a:pt x="65" y="98"/>
                    <a:pt x="77" y="92"/>
                    <a:pt x="87" y="82"/>
                  </a:cubicBezTo>
                  <a:lnTo>
                    <a:pt x="99" y="71"/>
                  </a:lnTo>
                  <a:cubicBezTo>
                    <a:pt x="111" y="59"/>
                    <a:pt x="111" y="39"/>
                    <a:pt x="99" y="27"/>
                  </a:cubicBezTo>
                  <a:lnTo>
                    <a:pt x="87" y="15"/>
                  </a:lnTo>
                  <a:cubicBezTo>
                    <a:pt x="77" y="5"/>
                    <a:pt x="64" y="0"/>
                    <a:pt x="51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8233340" y="3845512"/>
              <a:ext cx="3891" cy="3769"/>
            </a:xfrm>
            <a:custGeom>
              <a:rect b="b" l="l" r="r" t="t"/>
              <a:pathLst>
                <a:path extrusionOk="0" h="92" w="95">
                  <a:moveTo>
                    <a:pt x="44" y="1"/>
                  </a:moveTo>
                  <a:cubicBezTo>
                    <a:pt x="36" y="1"/>
                    <a:pt x="28" y="1"/>
                    <a:pt x="20" y="5"/>
                  </a:cubicBezTo>
                  <a:cubicBezTo>
                    <a:pt x="9" y="5"/>
                    <a:pt x="5" y="13"/>
                    <a:pt x="0" y="24"/>
                  </a:cubicBezTo>
                  <a:lnTo>
                    <a:pt x="0" y="48"/>
                  </a:lnTo>
                  <a:lnTo>
                    <a:pt x="0" y="60"/>
                  </a:lnTo>
                  <a:cubicBezTo>
                    <a:pt x="5" y="64"/>
                    <a:pt x="5" y="68"/>
                    <a:pt x="5" y="72"/>
                  </a:cubicBezTo>
                  <a:cubicBezTo>
                    <a:pt x="12" y="79"/>
                    <a:pt x="20" y="84"/>
                    <a:pt x="28" y="88"/>
                  </a:cubicBezTo>
                  <a:cubicBezTo>
                    <a:pt x="34" y="90"/>
                    <a:pt x="40" y="92"/>
                    <a:pt x="47" y="92"/>
                  </a:cubicBezTo>
                  <a:cubicBezTo>
                    <a:pt x="59" y="92"/>
                    <a:pt x="72" y="87"/>
                    <a:pt x="80" y="79"/>
                  </a:cubicBezTo>
                  <a:cubicBezTo>
                    <a:pt x="87" y="68"/>
                    <a:pt x="95" y="52"/>
                    <a:pt x="91" y="37"/>
                  </a:cubicBezTo>
                  <a:cubicBezTo>
                    <a:pt x="87" y="24"/>
                    <a:pt x="83" y="17"/>
                    <a:pt x="76" y="13"/>
                  </a:cubicBezTo>
                  <a:cubicBezTo>
                    <a:pt x="67" y="5"/>
                    <a:pt x="56" y="1"/>
                    <a:pt x="44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8"/>
            <p:cNvSpPr/>
            <p:nvPr/>
          </p:nvSpPr>
          <p:spPr>
            <a:xfrm>
              <a:off x="8227851" y="3795825"/>
              <a:ext cx="4055" cy="3400"/>
            </a:xfrm>
            <a:custGeom>
              <a:rect b="b" l="l" r="r" t="t"/>
              <a:pathLst>
                <a:path extrusionOk="0" h="83" w="99">
                  <a:moveTo>
                    <a:pt x="57" y="1"/>
                  </a:moveTo>
                  <a:cubicBezTo>
                    <a:pt x="54" y="1"/>
                    <a:pt x="51" y="1"/>
                    <a:pt x="48" y="2"/>
                  </a:cubicBezTo>
                  <a:cubicBezTo>
                    <a:pt x="39" y="6"/>
                    <a:pt x="32" y="6"/>
                    <a:pt x="24" y="10"/>
                  </a:cubicBezTo>
                  <a:cubicBezTo>
                    <a:pt x="12" y="14"/>
                    <a:pt x="0" y="30"/>
                    <a:pt x="0" y="42"/>
                  </a:cubicBezTo>
                  <a:cubicBezTo>
                    <a:pt x="0" y="57"/>
                    <a:pt x="8" y="70"/>
                    <a:pt x="24" y="77"/>
                  </a:cubicBezTo>
                  <a:cubicBezTo>
                    <a:pt x="32" y="77"/>
                    <a:pt x="39" y="81"/>
                    <a:pt x="48" y="81"/>
                  </a:cubicBezTo>
                  <a:cubicBezTo>
                    <a:pt x="52" y="82"/>
                    <a:pt x="55" y="83"/>
                    <a:pt x="59" y="83"/>
                  </a:cubicBezTo>
                  <a:cubicBezTo>
                    <a:pt x="80" y="83"/>
                    <a:pt x="99" y="65"/>
                    <a:pt x="99" y="42"/>
                  </a:cubicBezTo>
                  <a:cubicBezTo>
                    <a:pt x="99" y="21"/>
                    <a:pt x="78" y="1"/>
                    <a:pt x="57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8"/>
            <p:cNvSpPr/>
            <p:nvPr/>
          </p:nvSpPr>
          <p:spPr>
            <a:xfrm>
              <a:off x="8224123" y="3804468"/>
              <a:ext cx="205" cy="205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cubicBezTo>
                    <a:pt x="1" y="1"/>
                    <a:pt x="1" y="4"/>
                    <a:pt x="4" y="4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8"/>
            <p:cNvSpPr/>
            <p:nvPr/>
          </p:nvSpPr>
          <p:spPr>
            <a:xfrm>
              <a:off x="8236207" y="3851779"/>
              <a:ext cx="6431" cy="4588"/>
            </a:xfrm>
            <a:custGeom>
              <a:rect b="b" l="l" r="r" t="t"/>
              <a:pathLst>
                <a:path extrusionOk="0" h="112" w="157">
                  <a:moveTo>
                    <a:pt x="25" y="0"/>
                  </a:moveTo>
                  <a:cubicBezTo>
                    <a:pt x="9" y="0"/>
                    <a:pt x="0" y="19"/>
                    <a:pt x="17" y="30"/>
                  </a:cubicBezTo>
                  <a:cubicBezTo>
                    <a:pt x="48" y="49"/>
                    <a:pt x="81" y="68"/>
                    <a:pt x="101" y="101"/>
                  </a:cubicBezTo>
                  <a:cubicBezTo>
                    <a:pt x="106" y="108"/>
                    <a:pt x="113" y="111"/>
                    <a:pt x="120" y="111"/>
                  </a:cubicBezTo>
                  <a:cubicBezTo>
                    <a:pt x="138" y="111"/>
                    <a:pt x="156" y="90"/>
                    <a:pt x="139" y="73"/>
                  </a:cubicBezTo>
                  <a:cubicBezTo>
                    <a:pt x="108" y="37"/>
                    <a:pt x="72" y="21"/>
                    <a:pt x="33" y="2"/>
                  </a:cubicBezTo>
                  <a:cubicBezTo>
                    <a:pt x="30" y="1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8"/>
            <p:cNvSpPr/>
            <p:nvPr/>
          </p:nvSpPr>
          <p:spPr>
            <a:xfrm>
              <a:off x="8192787" y="3837278"/>
              <a:ext cx="3113" cy="2458"/>
            </a:xfrm>
            <a:custGeom>
              <a:rect b="b" l="l" r="r" t="t"/>
              <a:pathLst>
                <a:path extrusionOk="0" h="60" w="76">
                  <a:moveTo>
                    <a:pt x="39" y="1"/>
                  </a:moveTo>
                  <a:cubicBezTo>
                    <a:pt x="0" y="1"/>
                    <a:pt x="0" y="60"/>
                    <a:pt x="39" y="60"/>
                  </a:cubicBezTo>
                  <a:cubicBezTo>
                    <a:pt x="75" y="60"/>
                    <a:pt x="75" y="1"/>
                    <a:pt x="39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8"/>
            <p:cNvSpPr/>
            <p:nvPr/>
          </p:nvSpPr>
          <p:spPr>
            <a:xfrm>
              <a:off x="8204871" y="3837033"/>
              <a:ext cx="3605" cy="2785"/>
            </a:xfrm>
            <a:custGeom>
              <a:rect b="b" l="l" r="r" t="t"/>
              <a:pathLst>
                <a:path extrusionOk="0" h="68" w="88">
                  <a:moveTo>
                    <a:pt x="35" y="1"/>
                  </a:moveTo>
                  <a:cubicBezTo>
                    <a:pt x="26" y="1"/>
                    <a:pt x="19" y="4"/>
                    <a:pt x="13" y="11"/>
                  </a:cubicBezTo>
                  <a:cubicBezTo>
                    <a:pt x="5" y="18"/>
                    <a:pt x="1" y="26"/>
                    <a:pt x="1" y="34"/>
                  </a:cubicBezTo>
                  <a:cubicBezTo>
                    <a:pt x="1" y="42"/>
                    <a:pt x="5" y="54"/>
                    <a:pt x="13" y="58"/>
                  </a:cubicBezTo>
                  <a:cubicBezTo>
                    <a:pt x="18" y="65"/>
                    <a:pt x="24" y="68"/>
                    <a:pt x="31" y="68"/>
                  </a:cubicBezTo>
                  <a:cubicBezTo>
                    <a:pt x="35" y="68"/>
                    <a:pt x="40" y="67"/>
                    <a:pt x="44" y="66"/>
                  </a:cubicBezTo>
                  <a:cubicBezTo>
                    <a:pt x="52" y="66"/>
                    <a:pt x="60" y="66"/>
                    <a:pt x="68" y="62"/>
                  </a:cubicBezTo>
                  <a:cubicBezTo>
                    <a:pt x="79" y="62"/>
                    <a:pt x="88" y="46"/>
                    <a:pt x="88" y="34"/>
                  </a:cubicBezTo>
                  <a:cubicBezTo>
                    <a:pt x="88" y="22"/>
                    <a:pt x="79" y="11"/>
                    <a:pt x="68" y="7"/>
                  </a:cubicBezTo>
                  <a:cubicBezTo>
                    <a:pt x="60" y="7"/>
                    <a:pt x="52" y="2"/>
                    <a:pt x="44" y="2"/>
                  </a:cubicBezTo>
                  <a:cubicBezTo>
                    <a:pt x="41" y="1"/>
                    <a:pt x="38" y="1"/>
                    <a:pt x="35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8"/>
            <p:cNvSpPr/>
            <p:nvPr/>
          </p:nvSpPr>
          <p:spPr>
            <a:xfrm>
              <a:off x="8200939" y="3800331"/>
              <a:ext cx="5448" cy="8193"/>
            </a:xfrm>
            <a:custGeom>
              <a:rect b="b" l="l" r="r" t="t"/>
              <a:pathLst>
                <a:path extrusionOk="0" h="200" w="133">
                  <a:moveTo>
                    <a:pt x="32" y="1"/>
                  </a:moveTo>
                  <a:cubicBezTo>
                    <a:pt x="16" y="1"/>
                    <a:pt x="0" y="11"/>
                    <a:pt x="2" y="31"/>
                  </a:cubicBezTo>
                  <a:cubicBezTo>
                    <a:pt x="6" y="58"/>
                    <a:pt x="10" y="86"/>
                    <a:pt x="26" y="109"/>
                  </a:cubicBezTo>
                  <a:cubicBezTo>
                    <a:pt x="33" y="122"/>
                    <a:pt x="46" y="133"/>
                    <a:pt x="53" y="140"/>
                  </a:cubicBezTo>
                  <a:cubicBezTo>
                    <a:pt x="69" y="153"/>
                    <a:pt x="81" y="157"/>
                    <a:pt x="81" y="176"/>
                  </a:cubicBezTo>
                  <a:cubicBezTo>
                    <a:pt x="83" y="192"/>
                    <a:pt x="95" y="200"/>
                    <a:pt x="107" y="200"/>
                  </a:cubicBezTo>
                  <a:cubicBezTo>
                    <a:pt x="119" y="200"/>
                    <a:pt x="130" y="192"/>
                    <a:pt x="133" y="176"/>
                  </a:cubicBezTo>
                  <a:cubicBezTo>
                    <a:pt x="133" y="149"/>
                    <a:pt x="120" y="129"/>
                    <a:pt x="101" y="109"/>
                  </a:cubicBezTo>
                  <a:cubicBezTo>
                    <a:pt x="77" y="86"/>
                    <a:pt x="65" y="62"/>
                    <a:pt x="65" y="31"/>
                  </a:cubicBezTo>
                  <a:cubicBezTo>
                    <a:pt x="65" y="11"/>
                    <a:pt x="49" y="1"/>
                    <a:pt x="32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8"/>
            <p:cNvSpPr/>
            <p:nvPr/>
          </p:nvSpPr>
          <p:spPr>
            <a:xfrm>
              <a:off x="8236617" y="3839245"/>
              <a:ext cx="8152" cy="3277"/>
            </a:xfrm>
            <a:custGeom>
              <a:rect b="b" l="l" r="r" t="t"/>
              <a:pathLst>
                <a:path extrusionOk="0" h="80" w="199">
                  <a:moveTo>
                    <a:pt x="157" y="0"/>
                  </a:moveTo>
                  <a:cubicBezTo>
                    <a:pt x="156" y="0"/>
                    <a:pt x="155" y="0"/>
                    <a:pt x="153" y="0"/>
                  </a:cubicBezTo>
                  <a:cubicBezTo>
                    <a:pt x="114" y="8"/>
                    <a:pt x="74" y="24"/>
                    <a:pt x="31" y="32"/>
                  </a:cubicBezTo>
                  <a:cubicBezTo>
                    <a:pt x="1" y="39"/>
                    <a:pt x="14" y="79"/>
                    <a:pt x="43" y="79"/>
                  </a:cubicBezTo>
                  <a:cubicBezTo>
                    <a:pt x="44" y="79"/>
                    <a:pt x="46" y="79"/>
                    <a:pt x="47" y="79"/>
                  </a:cubicBezTo>
                  <a:cubicBezTo>
                    <a:pt x="82" y="71"/>
                    <a:pt x="122" y="63"/>
                    <a:pt x="162" y="59"/>
                  </a:cubicBezTo>
                  <a:cubicBezTo>
                    <a:pt x="199" y="55"/>
                    <a:pt x="193" y="0"/>
                    <a:pt x="157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8"/>
            <p:cNvSpPr/>
            <p:nvPr/>
          </p:nvSpPr>
          <p:spPr>
            <a:xfrm>
              <a:off x="8166244" y="3890898"/>
              <a:ext cx="3605" cy="2867"/>
            </a:xfrm>
            <a:custGeom>
              <a:rect b="b" l="l" r="r" t="t"/>
              <a:pathLst>
                <a:path extrusionOk="0" h="70" w="88">
                  <a:moveTo>
                    <a:pt x="54" y="0"/>
                  </a:moveTo>
                  <a:cubicBezTo>
                    <a:pt x="50" y="0"/>
                    <a:pt x="47" y="1"/>
                    <a:pt x="44" y="2"/>
                  </a:cubicBezTo>
                  <a:cubicBezTo>
                    <a:pt x="36" y="2"/>
                    <a:pt x="28" y="6"/>
                    <a:pt x="20" y="6"/>
                  </a:cubicBezTo>
                  <a:cubicBezTo>
                    <a:pt x="9" y="9"/>
                    <a:pt x="0" y="22"/>
                    <a:pt x="0" y="33"/>
                  </a:cubicBezTo>
                  <a:cubicBezTo>
                    <a:pt x="0" y="45"/>
                    <a:pt x="9" y="61"/>
                    <a:pt x="20" y="61"/>
                  </a:cubicBezTo>
                  <a:cubicBezTo>
                    <a:pt x="28" y="65"/>
                    <a:pt x="36" y="65"/>
                    <a:pt x="44" y="69"/>
                  </a:cubicBezTo>
                  <a:cubicBezTo>
                    <a:pt x="56" y="69"/>
                    <a:pt x="68" y="69"/>
                    <a:pt x="75" y="57"/>
                  </a:cubicBezTo>
                  <a:cubicBezTo>
                    <a:pt x="84" y="53"/>
                    <a:pt x="88" y="45"/>
                    <a:pt x="88" y="33"/>
                  </a:cubicBezTo>
                  <a:cubicBezTo>
                    <a:pt x="88" y="26"/>
                    <a:pt x="84" y="18"/>
                    <a:pt x="75" y="9"/>
                  </a:cubicBezTo>
                  <a:cubicBezTo>
                    <a:pt x="70" y="4"/>
                    <a:pt x="62" y="0"/>
                    <a:pt x="54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8"/>
            <p:cNvSpPr/>
            <p:nvPr/>
          </p:nvSpPr>
          <p:spPr>
            <a:xfrm>
              <a:off x="8152358" y="3930221"/>
              <a:ext cx="2294" cy="2622"/>
            </a:xfrm>
            <a:custGeom>
              <a:rect b="b" l="l" r="r" t="t"/>
              <a:pathLst>
                <a:path extrusionOk="0" h="64" w="56">
                  <a:moveTo>
                    <a:pt x="28" y="0"/>
                  </a:moveTo>
                  <a:cubicBezTo>
                    <a:pt x="12" y="0"/>
                    <a:pt x="0" y="16"/>
                    <a:pt x="4" y="29"/>
                  </a:cubicBezTo>
                  <a:cubicBezTo>
                    <a:pt x="4" y="36"/>
                    <a:pt x="8" y="44"/>
                    <a:pt x="12" y="52"/>
                  </a:cubicBezTo>
                  <a:cubicBezTo>
                    <a:pt x="14" y="60"/>
                    <a:pt x="21" y="64"/>
                    <a:pt x="28" y="64"/>
                  </a:cubicBezTo>
                  <a:cubicBezTo>
                    <a:pt x="35" y="64"/>
                    <a:pt x="42" y="60"/>
                    <a:pt x="44" y="52"/>
                  </a:cubicBezTo>
                  <a:cubicBezTo>
                    <a:pt x="44" y="44"/>
                    <a:pt x="48" y="36"/>
                    <a:pt x="51" y="29"/>
                  </a:cubicBezTo>
                  <a:cubicBezTo>
                    <a:pt x="55" y="16"/>
                    <a:pt x="44" y="0"/>
                    <a:pt x="28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8"/>
            <p:cNvSpPr/>
            <p:nvPr/>
          </p:nvSpPr>
          <p:spPr>
            <a:xfrm>
              <a:off x="8165261" y="3958198"/>
              <a:ext cx="2335" cy="4055"/>
            </a:xfrm>
            <a:custGeom>
              <a:rect b="b" l="l" r="r" t="t"/>
              <a:pathLst>
                <a:path extrusionOk="0" h="99" w="57">
                  <a:moveTo>
                    <a:pt x="28" y="0"/>
                  </a:moveTo>
                  <a:cubicBezTo>
                    <a:pt x="18" y="0"/>
                    <a:pt x="7" y="8"/>
                    <a:pt x="4" y="24"/>
                  </a:cubicBezTo>
                  <a:cubicBezTo>
                    <a:pt x="4" y="40"/>
                    <a:pt x="4" y="56"/>
                    <a:pt x="1" y="71"/>
                  </a:cubicBezTo>
                  <a:cubicBezTo>
                    <a:pt x="1" y="84"/>
                    <a:pt x="17" y="99"/>
                    <a:pt x="28" y="99"/>
                  </a:cubicBezTo>
                  <a:cubicBezTo>
                    <a:pt x="40" y="99"/>
                    <a:pt x="57" y="84"/>
                    <a:pt x="57" y="71"/>
                  </a:cubicBezTo>
                  <a:cubicBezTo>
                    <a:pt x="52" y="56"/>
                    <a:pt x="52" y="40"/>
                    <a:pt x="48" y="24"/>
                  </a:cubicBezTo>
                  <a:cubicBezTo>
                    <a:pt x="48" y="8"/>
                    <a:pt x="38" y="0"/>
                    <a:pt x="28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8"/>
            <p:cNvSpPr/>
            <p:nvPr/>
          </p:nvSpPr>
          <p:spPr>
            <a:xfrm>
              <a:off x="8186971" y="3917154"/>
              <a:ext cx="2744" cy="3400"/>
            </a:xfrm>
            <a:custGeom>
              <a:rect b="b" l="l" r="r" t="t"/>
              <a:pathLst>
                <a:path extrusionOk="0" h="83" w="67">
                  <a:moveTo>
                    <a:pt x="35" y="0"/>
                  </a:moveTo>
                  <a:cubicBezTo>
                    <a:pt x="24" y="0"/>
                    <a:pt x="12" y="8"/>
                    <a:pt x="8" y="20"/>
                  </a:cubicBezTo>
                  <a:cubicBezTo>
                    <a:pt x="8" y="28"/>
                    <a:pt x="4" y="35"/>
                    <a:pt x="4" y="44"/>
                  </a:cubicBezTo>
                  <a:cubicBezTo>
                    <a:pt x="0" y="51"/>
                    <a:pt x="4" y="64"/>
                    <a:pt x="12" y="71"/>
                  </a:cubicBezTo>
                  <a:cubicBezTo>
                    <a:pt x="19" y="79"/>
                    <a:pt x="24" y="83"/>
                    <a:pt x="35" y="83"/>
                  </a:cubicBezTo>
                  <a:cubicBezTo>
                    <a:pt x="43" y="83"/>
                    <a:pt x="51" y="79"/>
                    <a:pt x="55" y="71"/>
                  </a:cubicBezTo>
                  <a:cubicBezTo>
                    <a:pt x="63" y="64"/>
                    <a:pt x="66" y="55"/>
                    <a:pt x="63" y="44"/>
                  </a:cubicBezTo>
                  <a:cubicBezTo>
                    <a:pt x="63" y="35"/>
                    <a:pt x="59" y="28"/>
                    <a:pt x="59" y="20"/>
                  </a:cubicBezTo>
                  <a:cubicBezTo>
                    <a:pt x="59" y="8"/>
                    <a:pt x="43" y="0"/>
                    <a:pt x="35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8"/>
            <p:cNvSpPr/>
            <p:nvPr/>
          </p:nvSpPr>
          <p:spPr>
            <a:xfrm>
              <a:off x="8197129" y="3927149"/>
              <a:ext cx="4219" cy="2826"/>
            </a:xfrm>
            <a:custGeom>
              <a:rect b="b" l="l" r="r" t="t"/>
              <a:pathLst>
                <a:path extrusionOk="0" h="69" w="103">
                  <a:moveTo>
                    <a:pt x="29" y="0"/>
                  </a:moveTo>
                  <a:cubicBezTo>
                    <a:pt x="25" y="0"/>
                    <a:pt x="20" y="2"/>
                    <a:pt x="16" y="4"/>
                  </a:cubicBezTo>
                  <a:cubicBezTo>
                    <a:pt x="4" y="17"/>
                    <a:pt x="0" y="33"/>
                    <a:pt x="13" y="44"/>
                  </a:cubicBezTo>
                  <a:cubicBezTo>
                    <a:pt x="26" y="58"/>
                    <a:pt x="45" y="69"/>
                    <a:pt x="68" y="69"/>
                  </a:cubicBezTo>
                  <a:cubicBezTo>
                    <a:pt x="72" y="69"/>
                    <a:pt x="75" y="68"/>
                    <a:pt x="79" y="68"/>
                  </a:cubicBezTo>
                  <a:cubicBezTo>
                    <a:pt x="103" y="68"/>
                    <a:pt x="103" y="33"/>
                    <a:pt x="79" y="33"/>
                  </a:cubicBezTo>
                  <a:cubicBezTo>
                    <a:pt x="68" y="28"/>
                    <a:pt x="55" y="24"/>
                    <a:pt x="51" y="13"/>
                  </a:cubicBezTo>
                  <a:cubicBezTo>
                    <a:pt x="47" y="5"/>
                    <a:pt x="38" y="0"/>
                    <a:pt x="29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8"/>
            <p:cNvSpPr/>
            <p:nvPr/>
          </p:nvSpPr>
          <p:spPr>
            <a:xfrm>
              <a:off x="8219741" y="3964834"/>
              <a:ext cx="9135" cy="2622"/>
            </a:xfrm>
            <a:custGeom>
              <a:rect b="b" l="l" r="r" t="t"/>
              <a:pathLst>
                <a:path extrusionOk="0" h="64" w="223">
                  <a:moveTo>
                    <a:pt x="186" y="0"/>
                  </a:moveTo>
                  <a:cubicBezTo>
                    <a:pt x="185" y="0"/>
                    <a:pt x="183" y="0"/>
                    <a:pt x="182" y="0"/>
                  </a:cubicBezTo>
                  <a:cubicBezTo>
                    <a:pt x="135" y="0"/>
                    <a:pt x="84" y="4"/>
                    <a:pt x="37" y="4"/>
                  </a:cubicBezTo>
                  <a:cubicBezTo>
                    <a:pt x="1" y="4"/>
                    <a:pt x="1" y="55"/>
                    <a:pt x="37" y="55"/>
                  </a:cubicBezTo>
                  <a:cubicBezTo>
                    <a:pt x="84" y="60"/>
                    <a:pt x="135" y="60"/>
                    <a:pt x="182" y="64"/>
                  </a:cubicBezTo>
                  <a:cubicBezTo>
                    <a:pt x="221" y="64"/>
                    <a:pt x="222" y="0"/>
                    <a:pt x="186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8"/>
            <p:cNvSpPr/>
            <p:nvPr/>
          </p:nvSpPr>
          <p:spPr>
            <a:xfrm>
              <a:off x="8170258" y="3948982"/>
              <a:ext cx="246" cy="205"/>
            </a:xfrm>
            <a:custGeom>
              <a:rect b="b" l="l" r="r" t="t"/>
              <a:pathLst>
                <a:path extrusionOk="0" h="5" w="6">
                  <a:moveTo>
                    <a:pt x="6" y="1"/>
                  </a:moveTo>
                  <a:cubicBezTo>
                    <a:pt x="1" y="1"/>
                    <a:pt x="1" y="5"/>
                    <a:pt x="6" y="5"/>
                  </a:cubicBezTo>
                  <a:lnTo>
                    <a:pt x="6" y="1"/>
                  </a:ln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8"/>
            <p:cNvSpPr/>
            <p:nvPr/>
          </p:nvSpPr>
          <p:spPr>
            <a:xfrm>
              <a:off x="8200898" y="3901466"/>
              <a:ext cx="17450" cy="2785"/>
            </a:xfrm>
            <a:custGeom>
              <a:rect b="b" l="l" r="r" t="t"/>
              <a:pathLst>
                <a:path extrusionOk="0" h="68" w="426">
                  <a:moveTo>
                    <a:pt x="398" y="1"/>
                  </a:moveTo>
                  <a:cubicBezTo>
                    <a:pt x="280" y="1"/>
                    <a:pt x="157" y="8"/>
                    <a:pt x="34" y="20"/>
                  </a:cubicBezTo>
                  <a:cubicBezTo>
                    <a:pt x="1" y="24"/>
                    <a:pt x="6" y="68"/>
                    <a:pt x="39" y="68"/>
                  </a:cubicBezTo>
                  <a:cubicBezTo>
                    <a:pt x="40" y="68"/>
                    <a:pt x="41" y="68"/>
                    <a:pt x="43" y="68"/>
                  </a:cubicBezTo>
                  <a:cubicBezTo>
                    <a:pt x="161" y="52"/>
                    <a:pt x="280" y="44"/>
                    <a:pt x="398" y="39"/>
                  </a:cubicBezTo>
                  <a:cubicBezTo>
                    <a:pt x="425" y="39"/>
                    <a:pt x="425" y="1"/>
                    <a:pt x="398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8"/>
            <p:cNvSpPr/>
            <p:nvPr/>
          </p:nvSpPr>
          <p:spPr>
            <a:xfrm>
              <a:off x="8246284" y="3912566"/>
              <a:ext cx="2581" cy="4383"/>
            </a:xfrm>
            <a:custGeom>
              <a:rect b="b" l="l" r="r" t="t"/>
              <a:pathLst>
                <a:path extrusionOk="0" h="107" w="63">
                  <a:moveTo>
                    <a:pt x="21" y="1"/>
                  </a:moveTo>
                  <a:cubicBezTo>
                    <a:pt x="10" y="1"/>
                    <a:pt x="0" y="12"/>
                    <a:pt x="8" y="25"/>
                  </a:cubicBezTo>
                  <a:cubicBezTo>
                    <a:pt x="20" y="45"/>
                    <a:pt x="28" y="65"/>
                    <a:pt x="28" y="88"/>
                  </a:cubicBezTo>
                  <a:cubicBezTo>
                    <a:pt x="30" y="100"/>
                    <a:pt x="38" y="106"/>
                    <a:pt x="47" y="106"/>
                  </a:cubicBezTo>
                  <a:cubicBezTo>
                    <a:pt x="55" y="106"/>
                    <a:pt x="63" y="100"/>
                    <a:pt x="63" y="88"/>
                  </a:cubicBezTo>
                  <a:cubicBezTo>
                    <a:pt x="59" y="61"/>
                    <a:pt x="52" y="34"/>
                    <a:pt x="35" y="10"/>
                  </a:cubicBezTo>
                  <a:cubicBezTo>
                    <a:pt x="32" y="3"/>
                    <a:pt x="26" y="1"/>
                    <a:pt x="21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8"/>
            <p:cNvSpPr/>
            <p:nvPr/>
          </p:nvSpPr>
          <p:spPr>
            <a:xfrm>
              <a:off x="8234118" y="4014521"/>
              <a:ext cx="4752" cy="5243"/>
            </a:xfrm>
            <a:custGeom>
              <a:rect b="b" l="l" r="r" t="t"/>
              <a:pathLst>
                <a:path extrusionOk="0" h="128" w="116">
                  <a:moveTo>
                    <a:pt x="73" y="1"/>
                  </a:moveTo>
                  <a:cubicBezTo>
                    <a:pt x="65" y="1"/>
                    <a:pt x="57" y="4"/>
                    <a:pt x="52" y="11"/>
                  </a:cubicBezTo>
                  <a:cubicBezTo>
                    <a:pt x="25" y="35"/>
                    <a:pt x="1" y="70"/>
                    <a:pt x="5" y="109"/>
                  </a:cubicBezTo>
                  <a:cubicBezTo>
                    <a:pt x="5" y="121"/>
                    <a:pt x="16" y="128"/>
                    <a:pt x="27" y="128"/>
                  </a:cubicBezTo>
                  <a:cubicBezTo>
                    <a:pt x="36" y="128"/>
                    <a:pt x="45" y="124"/>
                    <a:pt x="48" y="113"/>
                  </a:cubicBezTo>
                  <a:cubicBezTo>
                    <a:pt x="52" y="90"/>
                    <a:pt x="72" y="73"/>
                    <a:pt x="92" y="62"/>
                  </a:cubicBezTo>
                  <a:cubicBezTo>
                    <a:pt x="112" y="55"/>
                    <a:pt x="116" y="31"/>
                    <a:pt x="104" y="15"/>
                  </a:cubicBezTo>
                  <a:cubicBezTo>
                    <a:pt x="95" y="6"/>
                    <a:pt x="84" y="1"/>
                    <a:pt x="73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8178696" y="4039466"/>
              <a:ext cx="8766" cy="5284"/>
            </a:xfrm>
            <a:custGeom>
              <a:rect b="b" l="l" r="r" t="t"/>
              <a:pathLst>
                <a:path extrusionOk="0" h="129" w="214">
                  <a:moveTo>
                    <a:pt x="39" y="0"/>
                  </a:moveTo>
                  <a:cubicBezTo>
                    <a:pt x="16" y="0"/>
                    <a:pt x="1" y="34"/>
                    <a:pt x="20" y="56"/>
                  </a:cubicBezTo>
                  <a:cubicBezTo>
                    <a:pt x="52" y="96"/>
                    <a:pt x="99" y="124"/>
                    <a:pt x="150" y="127"/>
                  </a:cubicBezTo>
                  <a:cubicBezTo>
                    <a:pt x="154" y="128"/>
                    <a:pt x="158" y="128"/>
                    <a:pt x="162" y="128"/>
                  </a:cubicBezTo>
                  <a:cubicBezTo>
                    <a:pt x="186" y="128"/>
                    <a:pt x="206" y="116"/>
                    <a:pt x="210" y="89"/>
                  </a:cubicBezTo>
                  <a:cubicBezTo>
                    <a:pt x="213" y="66"/>
                    <a:pt x="196" y="32"/>
                    <a:pt x="167" y="32"/>
                  </a:cubicBezTo>
                  <a:cubicBezTo>
                    <a:pt x="165" y="32"/>
                    <a:pt x="164" y="33"/>
                    <a:pt x="162" y="33"/>
                  </a:cubicBezTo>
                  <a:cubicBezTo>
                    <a:pt x="155" y="34"/>
                    <a:pt x="149" y="34"/>
                    <a:pt x="142" y="34"/>
                  </a:cubicBezTo>
                  <a:cubicBezTo>
                    <a:pt x="111" y="34"/>
                    <a:pt x="85" y="25"/>
                    <a:pt x="55" y="5"/>
                  </a:cubicBezTo>
                  <a:cubicBezTo>
                    <a:pt x="50" y="2"/>
                    <a:pt x="44" y="0"/>
                    <a:pt x="39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8"/>
            <p:cNvSpPr/>
            <p:nvPr/>
          </p:nvSpPr>
          <p:spPr>
            <a:xfrm>
              <a:off x="8163008" y="4046676"/>
              <a:ext cx="5735" cy="3072"/>
            </a:xfrm>
            <a:custGeom>
              <a:rect b="b" l="l" r="r" t="t"/>
              <a:pathLst>
                <a:path extrusionOk="0" h="75" w="140">
                  <a:moveTo>
                    <a:pt x="36" y="0"/>
                  </a:moveTo>
                  <a:cubicBezTo>
                    <a:pt x="26" y="0"/>
                    <a:pt x="14" y="7"/>
                    <a:pt x="8" y="15"/>
                  </a:cubicBezTo>
                  <a:cubicBezTo>
                    <a:pt x="1" y="27"/>
                    <a:pt x="5" y="46"/>
                    <a:pt x="21" y="55"/>
                  </a:cubicBezTo>
                  <a:cubicBezTo>
                    <a:pt x="48" y="66"/>
                    <a:pt x="76" y="75"/>
                    <a:pt x="107" y="75"/>
                  </a:cubicBezTo>
                  <a:cubicBezTo>
                    <a:pt x="131" y="75"/>
                    <a:pt x="139" y="35"/>
                    <a:pt x="115" y="31"/>
                  </a:cubicBezTo>
                  <a:cubicBezTo>
                    <a:pt x="88" y="27"/>
                    <a:pt x="68" y="19"/>
                    <a:pt x="48" y="4"/>
                  </a:cubicBezTo>
                  <a:cubicBezTo>
                    <a:pt x="45" y="1"/>
                    <a:pt x="41" y="0"/>
                    <a:pt x="36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8"/>
            <p:cNvSpPr/>
            <p:nvPr/>
          </p:nvSpPr>
          <p:spPr>
            <a:xfrm>
              <a:off x="8201799" y="4054336"/>
              <a:ext cx="11388" cy="7005"/>
            </a:xfrm>
            <a:custGeom>
              <a:rect b="b" l="l" r="r" t="t"/>
              <a:pathLst>
                <a:path extrusionOk="0" h="171" w="278">
                  <a:moveTo>
                    <a:pt x="237" y="1"/>
                  </a:moveTo>
                  <a:cubicBezTo>
                    <a:pt x="216" y="1"/>
                    <a:pt x="193" y="18"/>
                    <a:pt x="198" y="45"/>
                  </a:cubicBezTo>
                  <a:cubicBezTo>
                    <a:pt x="202" y="81"/>
                    <a:pt x="159" y="88"/>
                    <a:pt x="135" y="92"/>
                  </a:cubicBezTo>
                  <a:cubicBezTo>
                    <a:pt x="99" y="96"/>
                    <a:pt x="64" y="101"/>
                    <a:pt x="28" y="105"/>
                  </a:cubicBezTo>
                  <a:cubicBezTo>
                    <a:pt x="1" y="108"/>
                    <a:pt x="1" y="156"/>
                    <a:pt x="28" y="163"/>
                  </a:cubicBezTo>
                  <a:cubicBezTo>
                    <a:pt x="54" y="167"/>
                    <a:pt x="79" y="170"/>
                    <a:pt x="104" y="170"/>
                  </a:cubicBezTo>
                  <a:cubicBezTo>
                    <a:pt x="132" y="170"/>
                    <a:pt x="161" y="166"/>
                    <a:pt x="190" y="156"/>
                  </a:cubicBezTo>
                  <a:cubicBezTo>
                    <a:pt x="249" y="136"/>
                    <a:pt x="277" y="88"/>
                    <a:pt x="265" y="25"/>
                  </a:cubicBezTo>
                  <a:cubicBezTo>
                    <a:pt x="262" y="8"/>
                    <a:pt x="250" y="1"/>
                    <a:pt x="237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8"/>
            <p:cNvSpPr/>
            <p:nvPr/>
          </p:nvSpPr>
          <p:spPr>
            <a:xfrm>
              <a:off x="8150064" y="4021607"/>
              <a:ext cx="4915" cy="4301"/>
            </a:xfrm>
            <a:custGeom>
              <a:rect b="b" l="l" r="r" t="t"/>
              <a:pathLst>
                <a:path extrusionOk="0" h="105" w="120">
                  <a:moveTo>
                    <a:pt x="80" y="1"/>
                  </a:moveTo>
                  <a:cubicBezTo>
                    <a:pt x="73" y="1"/>
                    <a:pt x="66" y="4"/>
                    <a:pt x="60" y="11"/>
                  </a:cubicBezTo>
                  <a:cubicBezTo>
                    <a:pt x="44" y="27"/>
                    <a:pt x="33" y="47"/>
                    <a:pt x="17" y="62"/>
                  </a:cubicBezTo>
                  <a:cubicBezTo>
                    <a:pt x="1" y="81"/>
                    <a:pt x="17" y="105"/>
                    <a:pt x="36" y="105"/>
                  </a:cubicBezTo>
                  <a:cubicBezTo>
                    <a:pt x="42" y="105"/>
                    <a:pt x="47" y="103"/>
                    <a:pt x="53" y="98"/>
                  </a:cubicBezTo>
                  <a:cubicBezTo>
                    <a:pt x="68" y="82"/>
                    <a:pt x="88" y="71"/>
                    <a:pt x="104" y="55"/>
                  </a:cubicBezTo>
                  <a:cubicBezTo>
                    <a:pt x="120" y="43"/>
                    <a:pt x="115" y="19"/>
                    <a:pt x="104" y="11"/>
                  </a:cubicBezTo>
                  <a:cubicBezTo>
                    <a:pt x="97" y="5"/>
                    <a:pt x="88" y="1"/>
                    <a:pt x="80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8"/>
            <p:cNvSpPr/>
            <p:nvPr/>
          </p:nvSpPr>
          <p:spPr>
            <a:xfrm>
              <a:off x="8161124" y="4052165"/>
              <a:ext cx="8070" cy="2622"/>
            </a:xfrm>
            <a:custGeom>
              <a:rect b="b" l="l" r="r" t="t"/>
              <a:pathLst>
                <a:path extrusionOk="0" h="64" w="197">
                  <a:moveTo>
                    <a:pt x="152" y="0"/>
                  </a:moveTo>
                  <a:cubicBezTo>
                    <a:pt x="111" y="0"/>
                    <a:pt x="72" y="16"/>
                    <a:pt x="31" y="19"/>
                  </a:cubicBezTo>
                  <a:cubicBezTo>
                    <a:pt x="1" y="23"/>
                    <a:pt x="6" y="63"/>
                    <a:pt x="35" y="63"/>
                  </a:cubicBezTo>
                  <a:cubicBezTo>
                    <a:pt x="37" y="63"/>
                    <a:pt x="38" y="63"/>
                    <a:pt x="39" y="63"/>
                  </a:cubicBezTo>
                  <a:cubicBezTo>
                    <a:pt x="83" y="51"/>
                    <a:pt x="123" y="30"/>
                    <a:pt x="166" y="30"/>
                  </a:cubicBezTo>
                  <a:cubicBezTo>
                    <a:pt x="170" y="30"/>
                    <a:pt x="173" y="30"/>
                    <a:pt x="177" y="31"/>
                  </a:cubicBezTo>
                  <a:cubicBezTo>
                    <a:pt x="193" y="31"/>
                    <a:pt x="196" y="3"/>
                    <a:pt x="181" y="3"/>
                  </a:cubicBezTo>
                  <a:cubicBezTo>
                    <a:pt x="171" y="1"/>
                    <a:pt x="162" y="0"/>
                    <a:pt x="152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8"/>
            <p:cNvSpPr/>
            <p:nvPr/>
          </p:nvSpPr>
          <p:spPr>
            <a:xfrm>
              <a:off x="8214866" y="4023204"/>
              <a:ext cx="14869" cy="12985"/>
            </a:xfrm>
            <a:custGeom>
              <a:rect b="b" l="l" r="r" t="t"/>
              <a:pathLst>
                <a:path extrusionOk="0" h="317" w="363">
                  <a:moveTo>
                    <a:pt x="301" y="1"/>
                  </a:moveTo>
                  <a:cubicBezTo>
                    <a:pt x="292" y="1"/>
                    <a:pt x="283" y="4"/>
                    <a:pt x="274" y="12"/>
                  </a:cubicBezTo>
                  <a:cubicBezTo>
                    <a:pt x="187" y="94"/>
                    <a:pt x="88" y="169"/>
                    <a:pt x="13" y="264"/>
                  </a:cubicBezTo>
                  <a:cubicBezTo>
                    <a:pt x="0" y="283"/>
                    <a:pt x="14" y="316"/>
                    <a:pt x="34" y="316"/>
                  </a:cubicBezTo>
                  <a:cubicBezTo>
                    <a:pt x="39" y="316"/>
                    <a:pt x="44" y="315"/>
                    <a:pt x="48" y="311"/>
                  </a:cubicBezTo>
                  <a:cubicBezTo>
                    <a:pt x="148" y="237"/>
                    <a:pt x="238" y="150"/>
                    <a:pt x="329" y="71"/>
                  </a:cubicBezTo>
                  <a:cubicBezTo>
                    <a:pt x="363" y="43"/>
                    <a:pt x="334" y="1"/>
                    <a:pt x="301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8"/>
            <p:cNvSpPr/>
            <p:nvPr/>
          </p:nvSpPr>
          <p:spPr>
            <a:xfrm>
              <a:off x="8151702" y="4056670"/>
              <a:ext cx="3113" cy="3769"/>
            </a:xfrm>
            <a:custGeom>
              <a:rect b="b" l="l" r="r" t="t"/>
              <a:pathLst>
                <a:path extrusionOk="0" h="92" w="76">
                  <a:moveTo>
                    <a:pt x="44" y="0"/>
                  </a:moveTo>
                  <a:cubicBezTo>
                    <a:pt x="24" y="0"/>
                    <a:pt x="9" y="15"/>
                    <a:pt x="16" y="35"/>
                  </a:cubicBezTo>
                  <a:lnTo>
                    <a:pt x="16" y="51"/>
                  </a:lnTo>
                  <a:cubicBezTo>
                    <a:pt x="13" y="59"/>
                    <a:pt x="9" y="63"/>
                    <a:pt x="4" y="71"/>
                  </a:cubicBezTo>
                  <a:cubicBezTo>
                    <a:pt x="0" y="75"/>
                    <a:pt x="4" y="83"/>
                    <a:pt x="9" y="86"/>
                  </a:cubicBezTo>
                  <a:cubicBezTo>
                    <a:pt x="13" y="91"/>
                    <a:pt x="20" y="91"/>
                    <a:pt x="24" y="91"/>
                  </a:cubicBezTo>
                  <a:cubicBezTo>
                    <a:pt x="48" y="79"/>
                    <a:pt x="64" y="59"/>
                    <a:pt x="71" y="35"/>
                  </a:cubicBezTo>
                  <a:cubicBezTo>
                    <a:pt x="75" y="15"/>
                    <a:pt x="60" y="0"/>
                    <a:pt x="44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8"/>
            <p:cNvSpPr/>
            <p:nvPr/>
          </p:nvSpPr>
          <p:spPr>
            <a:xfrm>
              <a:off x="8170463" y="4144902"/>
              <a:ext cx="5530" cy="5202"/>
            </a:xfrm>
            <a:custGeom>
              <a:rect b="b" l="l" r="r" t="t"/>
              <a:pathLst>
                <a:path extrusionOk="0" h="127" w="135">
                  <a:moveTo>
                    <a:pt x="72" y="1"/>
                  </a:moveTo>
                  <a:cubicBezTo>
                    <a:pt x="59" y="1"/>
                    <a:pt x="52" y="5"/>
                    <a:pt x="39" y="9"/>
                  </a:cubicBezTo>
                  <a:cubicBezTo>
                    <a:pt x="36" y="16"/>
                    <a:pt x="28" y="21"/>
                    <a:pt x="24" y="25"/>
                  </a:cubicBezTo>
                  <a:cubicBezTo>
                    <a:pt x="16" y="28"/>
                    <a:pt x="8" y="32"/>
                    <a:pt x="4" y="40"/>
                  </a:cubicBezTo>
                  <a:cubicBezTo>
                    <a:pt x="1" y="48"/>
                    <a:pt x="1" y="56"/>
                    <a:pt x="1" y="63"/>
                  </a:cubicBezTo>
                  <a:cubicBezTo>
                    <a:pt x="1" y="72"/>
                    <a:pt x="1" y="80"/>
                    <a:pt x="4" y="87"/>
                  </a:cubicBezTo>
                  <a:cubicBezTo>
                    <a:pt x="8" y="96"/>
                    <a:pt x="16" y="103"/>
                    <a:pt x="24" y="107"/>
                  </a:cubicBezTo>
                  <a:cubicBezTo>
                    <a:pt x="28" y="111"/>
                    <a:pt x="36" y="116"/>
                    <a:pt x="39" y="119"/>
                  </a:cubicBezTo>
                  <a:cubicBezTo>
                    <a:pt x="52" y="123"/>
                    <a:pt x="59" y="127"/>
                    <a:pt x="72" y="127"/>
                  </a:cubicBezTo>
                  <a:cubicBezTo>
                    <a:pt x="83" y="127"/>
                    <a:pt x="95" y="123"/>
                    <a:pt x="103" y="119"/>
                  </a:cubicBezTo>
                  <a:cubicBezTo>
                    <a:pt x="123" y="107"/>
                    <a:pt x="134" y="87"/>
                    <a:pt x="134" y="63"/>
                  </a:cubicBezTo>
                  <a:cubicBezTo>
                    <a:pt x="134" y="44"/>
                    <a:pt x="123" y="21"/>
                    <a:pt x="103" y="9"/>
                  </a:cubicBezTo>
                  <a:cubicBezTo>
                    <a:pt x="95" y="5"/>
                    <a:pt x="83" y="1"/>
                    <a:pt x="72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8"/>
            <p:cNvSpPr/>
            <p:nvPr/>
          </p:nvSpPr>
          <p:spPr>
            <a:xfrm>
              <a:off x="8104964" y="4163909"/>
              <a:ext cx="3932" cy="3195"/>
            </a:xfrm>
            <a:custGeom>
              <a:rect b="b" l="l" r="r" t="t"/>
              <a:pathLst>
                <a:path extrusionOk="0" h="78" w="96">
                  <a:moveTo>
                    <a:pt x="39" y="1"/>
                  </a:moveTo>
                  <a:cubicBezTo>
                    <a:pt x="18" y="1"/>
                    <a:pt x="1" y="17"/>
                    <a:pt x="1" y="38"/>
                  </a:cubicBezTo>
                  <a:cubicBezTo>
                    <a:pt x="1" y="62"/>
                    <a:pt x="19" y="77"/>
                    <a:pt x="41" y="77"/>
                  </a:cubicBezTo>
                  <a:cubicBezTo>
                    <a:pt x="47" y="77"/>
                    <a:pt x="54" y="76"/>
                    <a:pt x="60" y="73"/>
                  </a:cubicBezTo>
                  <a:cubicBezTo>
                    <a:pt x="64" y="69"/>
                    <a:pt x="72" y="65"/>
                    <a:pt x="76" y="62"/>
                  </a:cubicBezTo>
                  <a:cubicBezTo>
                    <a:pt x="96" y="54"/>
                    <a:pt x="96" y="26"/>
                    <a:pt x="76" y="14"/>
                  </a:cubicBezTo>
                  <a:cubicBezTo>
                    <a:pt x="72" y="14"/>
                    <a:pt x="64" y="11"/>
                    <a:pt x="60" y="7"/>
                  </a:cubicBezTo>
                  <a:cubicBezTo>
                    <a:pt x="53" y="3"/>
                    <a:pt x="46" y="1"/>
                    <a:pt x="39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8"/>
            <p:cNvSpPr/>
            <p:nvPr/>
          </p:nvSpPr>
          <p:spPr>
            <a:xfrm>
              <a:off x="8181441" y="3850468"/>
              <a:ext cx="36211" cy="9626"/>
            </a:xfrm>
            <a:custGeom>
              <a:rect b="b" l="l" r="r" t="t"/>
              <a:pathLst>
                <a:path extrusionOk="0" h="235" w="884">
                  <a:moveTo>
                    <a:pt x="473" y="0"/>
                  </a:moveTo>
                  <a:cubicBezTo>
                    <a:pt x="462" y="0"/>
                    <a:pt x="450" y="1"/>
                    <a:pt x="438" y="2"/>
                  </a:cubicBezTo>
                  <a:cubicBezTo>
                    <a:pt x="281" y="18"/>
                    <a:pt x="178" y="191"/>
                    <a:pt x="24" y="200"/>
                  </a:cubicBezTo>
                  <a:cubicBezTo>
                    <a:pt x="1" y="204"/>
                    <a:pt x="1" y="235"/>
                    <a:pt x="24" y="235"/>
                  </a:cubicBezTo>
                  <a:cubicBezTo>
                    <a:pt x="135" y="231"/>
                    <a:pt x="214" y="144"/>
                    <a:pt x="312" y="97"/>
                  </a:cubicBezTo>
                  <a:cubicBezTo>
                    <a:pt x="365" y="68"/>
                    <a:pt x="416" y="58"/>
                    <a:pt x="467" y="58"/>
                  </a:cubicBezTo>
                  <a:cubicBezTo>
                    <a:pt x="592" y="58"/>
                    <a:pt x="713" y="123"/>
                    <a:pt x="846" y="140"/>
                  </a:cubicBezTo>
                  <a:cubicBezTo>
                    <a:pt x="847" y="140"/>
                    <a:pt x="848" y="140"/>
                    <a:pt x="849" y="140"/>
                  </a:cubicBezTo>
                  <a:cubicBezTo>
                    <a:pt x="874" y="140"/>
                    <a:pt x="883" y="105"/>
                    <a:pt x="857" y="100"/>
                  </a:cubicBezTo>
                  <a:cubicBezTo>
                    <a:pt x="726" y="75"/>
                    <a:pt x="606" y="0"/>
                    <a:pt x="473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8"/>
            <p:cNvSpPr/>
            <p:nvPr/>
          </p:nvSpPr>
          <p:spPr>
            <a:xfrm>
              <a:off x="8242106" y="3862675"/>
              <a:ext cx="3728" cy="3318"/>
            </a:xfrm>
            <a:custGeom>
              <a:rect b="b" l="l" r="r" t="t"/>
              <a:pathLst>
                <a:path extrusionOk="0" h="81" w="91">
                  <a:moveTo>
                    <a:pt x="28" y="0"/>
                  </a:moveTo>
                  <a:cubicBezTo>
                    <a:pt x="10" y="0"/>
                    <a:pt x="0" y="28"/>
                    <a:pt x="23" y="35"/>
                  </a:cubicBezTo>
                  <a:cubicBezTo>
                    <a:pt x="43" y="39"/>
                    <a:pt x="55" y="48"/>
                    <a:pt x="63" y="71"/>
                  </a:cubicBezTo>
                  <a:cubicBezTo>
                    <a:pt x="63" y="77"/>
                    <a:pt x="67" y="80"/>
                    <a:pt x="72" y="80"/>
                  </a:cubicBezTo>
                  <a:cubicBezTo>
                    <a:pt x="74" y="80"/>
                    <a:pt x="76" y="80"/>
                    <a:pt x="79" y="79"/>
                  </a:cubicBezTo>
                  <a:cubicBezTo>
                    <a:pt x="86" y="79"/>
                    <a:pt x="90" y="71"/>
                    <a:pt x="90" y="63"/>
                  </a:cubicBezTo>
                  <a:cubicBezTo>
                    <a:pt x="82" y="32"/>
                    <a:pt x="63" y="8"/>
                    <a:pt x="31" y="0"/>
                  </a:cubicBezTo>
                  <a:cubicBezTo>
                    <a:pt x="30" y="0"/>
                    <a:pt x="29" y="0"/>
                    <a:pt x="28" y="0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8"/>
            <p:cNvSpPr/>
            <p:nvPr/>
          </p:nvSpPr>
          <p:spPr>
            <a:xfrm>
              <a:off x="8214784" y="3952832"/>
              <a:ext cx="11756" cy="5448"/>
            </a:xfrm>
            <a:custGeom>
              <a:rect b="b" l="l" r="r" t="t"/>
              <a:pathLst>
                <a:path extrusionOk="0" h="133" w="287">
                  <a:moveTo>
                    <a:pt x="12" y="1"/>
                  </a:moveTo>
                  <a:cubicBezTo>
                    <a:pt x="2" y="1"/>
                    <a:pt x="1" y="13"/>
                    <a:pt x="12" y="13"/>
                  </a:cubicBezTo>
                  <a:cubicBezTo>
                    <a:pt x="103" y="40"/>
                    <a:pt x="205" y="60"/>
                    <a:pt x="276" y="131"/>
                  </a:cubicBezTo>
                  <a:cubicBezTo>
                    <a:pt x="277" y="132"/>
                    <a:pt x="278" y="133"/>
                    <a:pt x="279" y="133"/>
                  </a:cubicBezTo>
                  <a:cubicBezTo>
                    <a:pt x="283" y="133"/>
                    <a:pt x="286" y="129"/>
                    <a:pt x="283" y="124"/>
                  </a:cubicBezTo>
                  <a:cubicBezTo>
                    <a:pt x="212" y="53"/>
                    <a:pt x="110" y="29"/>
                    <a:pt x="15" y="1"/>
                  </a:cubicBezTo>
                  <a:cubicBezTo>
                    <a:pt x="14" y="1"/>
                    <a:pt x="13" y="1"/>
                    <a:pt x="12" y="1"/>
                  </a:cubicBezTo>
                  <a:close/>
                </a:path>
              </a:pathLst>
            </a:custGeom>
            <a:solidFill>
              <a:srgbClr val="F7A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8"/>
            <p:cNvSpPr/>
            <p:nvPr/>
          </p:nvSpPr>
          <p:spPr>
            <a:xfrm>
              <a:off x="8215235" y="3837442"/>
              <a:ext cx="2949" cy="2867"/>
            </a:xfrm>
            <a:custGeom>
              <a:rect b="b" l="l" r="r" t="t"/>
              <a:pathLst>
                <a:path extrusionOk="0" h="70" w="72">
                  <a:moveTo>
                    <a:pt x="24" y="1"/>
                  </a:moveTo>
                  <a:cubicBezTo>
                    <a:pt x="21" y="1"/>
                    <a:pt x="12" y="4"/>
                    <a:pt x="8" y="8"/>
                  </a:cubicBezTo>
                  <a:cubicBezTo>
                    <a:pt x="4" y="12"/>
                    <a:pt x="1" y="21"/>
                    <a:pt x="1" y="24"/>
                  </a:cubicBezTo>
                  <a:cubicBezTo>
                    <a:pt x="1" y="36"/>
                    <a:pt x="4" y="40"/>
                    <a:pt x="12" y="48"/>
                  </a:cubicBezTo>
                  <a:cubicBezTo>
                    <a:pt x="21" y="52"/>
                    <a:pt x="32" y="59"/>
                    <a:pt x="39" y="68"/>
                  </a:cubicBezTo>
                  <a:cubicBezTo>
                    <a:pt x="42" y="69"/>
                    <a:pt x="45" y="69"/>
                    <a:pt x="47" y="69"/>
                  </a:cubicBezTo>
                  <a:cubicBezTo>
                    <a:pt x="54" y="69"/>
                    <a:pt x="60" y="67"/>
                    <a:pt x="63" y="63"/>
                  </a:cubicBezTo>
                  <a:cubicBezTo>
                    <a:pt x="68" y="56"/>
                    <a:pt x="72" y="48"/>
                    <a:pt x="68" y="40"/>
                  </a:cubicBezTo>
                  <a:cubicBezTo>
                    <a:pt x="59" y="32"/>
                    <a:pt x="52" y="21"/>
                    <a:pt x="48" y="12"/>
                  </a:cubicBezTo>
                  <a:cubicBezTo>
                    <a:pt x="39" y="4"/>
                    <a:pt x="36" y="1"/>
                    <a:pt x="24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8"/>
            <p:cNvSpPr/>
            <p:nvPr/>
          </p:nvSpPr>
          <p:spPr>
            <a:xfrm>
              <a:off x="8258081" y="3863289"/>
              <a:ext cx="4875" cy="4875"/>
            </a:xfrm>
            <a:custGeom>
              <a:rect b="b" l="l" r="r" t="t"/>
              <a:pathLst>
                <a:path extrusionOk="0" h="119" w="119">
                  <a:moveTo>
                    <a:pt x="51" y="1"/>
                  </a:moveTo>
                  <a:cubicBezTo>
                    <a:pt x="35" y="1"/>
                    <a:pt x="24" y="5"/>
                    <a:pt x="16" y="17"/>
                  </a:cubicBezTo>
                  <a:cubicBezTo>
                    <a:pt x="4" y="24"/>
                    <a:pt x="0" y="37"/>
                    <a:pt x="0" y="53"/>
                  </a:cubicBezTo>
                  <a:cubicBezTo>
                    <a:pt x="0" y="68"/>
                    <a:pt x="8" y="84"/>
                    <a:pt x="24" y="95"/>
                  </a:cubicBezTo>
                  <a:cubicBezTo>
                    <a:pt x="35" y="100"/>
                    <a:pt x="44" y="108"/>
                    <a:pt x="51" y="111"/>
                  </a:cubicBezTo>
                  <a:cubicBezTo>
                    <a:pt x="55" y="115"/>
                    <a:pt x="59" y="115"/>
                    <a:pt x="64" y="119"/>
                  </a:cubicBezTo>
                  <a:lnTo>
                    <a:pt x="79" y="119"/>
                  </a:lnTo>
                  <a:cubicBezTo>
                    <a:pt x="91" y="115"/>
                    <a:pt x="99" y="111"/>
                    <a:pt x="106" y="108"/>
                  </a:cubicBezTo>
                  <a:cubicBezTo>
                    <a:pt x="111" y="100"/>
                    <a:pt x="115" y="95"/>
                    <a:pt x="115" y="88"/>
                  </a:cubicBezTo>
                  <a:cubicBezTo>
                    <a:pt x="119" y="76"/>
                    <a:pt x="119" y="64"/>
                    <a:pt x="111" y="53"/>
                  </a:cubicBezTo>
                  <a:cubicBezTo>
                    <a:pt x="106" y="44"/>
                    <a:pt x="99" y="37"/>
                    <a:pt x="95" y="24"/>
                  </a:cubicBezTo>
                  <a:cubicBezTo>
                    <a:pt x="83" y="13"/>
                    <a:pt x="68" y="1"/>
                    <a:pt x="51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8"/>
            <p:cNvSpPr/>
            <p:nvPr/>
          </p:nvSpPr>
          <p:spPr>
            <a:xfrm>
              <a:off x="8232848" y="3801805"/>
              <a:ext cx="4096" cy="3400"/>
            </a:xfrm>
            <a:custGeom>
              <a:rect b="b" l="l" r="r" t="t"/>
              <a:pathLst>
                <a:path extrusionOk="0" h="83" w="100">
                  <a:moveTo>
                    <a:pt x="57" y="1"/>
                  </a:moveTo>
                  <a:cubicBezTo>
                    <a:pt x="50" y="1"/>
                    <a:pt x="43" y="2"/>
                    <a:pt x="36" y="6"/>
                  </a:cubicBezTo>
                  <a:cubicBezTo>
                    <a:pt x="32" y="10"/>
                    <a:pt x="24" y="14"/>
                    <a:pt x="21" y="18"/>
                  </a:cubicBezTo>
                  <a:cubicBezTo>
                    <a:pt x="1" y="30"/>
                    <a:pt x="1" y="57"/>
                    <a:pt x="21" y="69"/>
                  </a:cubicBezTo>
                  <a:cubicBezTo>
                    <a:pt x="24" y="73"/>
                    <a:pt x="32" y="73"/>
                    <a:pt x="36" y="77"/>
                  </a:cubicBezTo>
                  <a:cubicBezTo>
                    <a:pt x="43" y="81"/>
                    <a:pt x="50" y="83"/>
                    <a:pt x="57" y="83"/>
                  </a:cubicBezTo>
                  <a:cubicBezTo>
                    <a:pt x="79" y="83"/>
                    <a:pt x="99" y="66"/>
                    <a:pt x="99" y="42"/>
                  </a:cubicBezTo>
                  <a:cubicBezTo>
                    <a:pt x="99" y="17"/>
                    <a:pt x="79" y="1"/>
                    <a:pt x="57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8"/>
            <p:cNvSpPr/>
            <p:nvPr/>
          </p:nvSpPr>
          <p:spPr>
            <a:xfrm>
              <a:off x="8213596" y="3831912"/>
              <a:ext cx="4096" cy="3154"/>
            </a:xfrm>
            <a:custGeom>
              <a:rect b="b" l="l" r="r" t="t"/>
              <a:pathLst>
                <a:path extrusionOk="0" h="77" w="100">
                  <a:moveTo>
                    <a:pt x="35" y="0"/>
                  </a:moveTo>
                  <a:cubicBezTo>
                    <a:pt x="28" y="0"/>
                    <a:pt x="19" y="6"/>
                    <a:pt x="13" y="9"/>
                  </a:cubicBezTo>
                  <a:cubicBezTo>
                    <a:pt x="5" y="17"/>
                    <a:pt x="1" y="29"/>
                    <a:pt x="1" y="37"/>
                  </a:cubicBezTo>
                  <a:cubicBezTo>
                    <a:pt x="1" y="49"/>
                    <a:pt x="5" y="61"/>
                    <a:pt x="13" y="65"/>
                  </a:cubicBezTo>
                  <a:cubicBezTo>
                    <a:pt x="21" y="72"/>
                    <a:pt x="32" y="76"/>
                    <a:pt x="41" y="76"/>
                  </a:cubicBezTo>
                  <a:lnTo>
                    <a:pt x="64" y="76"/>
                  </a:lnTo>
                  <a:cubicBezTo>
                    <a:pt x="72" y="72"/>
                    <a:pt x="79" y="72"/>
                    <a:pt x="88" y="65"/>
                  </a:cubicBezTo>
                  <a:cubicBezTo>
                    <a:pt x="96" y="56"/>
                    <a:pt x="99" y="49"/>
                    <a:pt x="99" y="37"/>
                  </a:cubicBezTo>
                  <a:cubicBezTo>
                    <a:pt x="99" y="29"/>
                    <a:pt x="96" y="21"/>
                    <a:pt x="88" y="14"/>
                  </a:cubicBezTo>
                  <a:cubicBezTo>
                    <a:pt x="79" y="5"/>
                    <a:pt x="72" y="1"/>
                    <a:pt x="64" y="1"/>
                  </a:cubicBezTo>
                  <a:lnTo>
                    <a:pt x="41" y="1"/>
                  </a:lnTo>
                  <a:cubicBezTo>
                    <a:pt x="39" y="0"/>
                    <a:pt x="37" y="0"/>
                    <a:pt x="35" y="0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8"/>
            <p:cNvSpPr/>
            <p:nvPr/>
          </p:nvSpPr>
          <p:spPr>
            <a:xfrm>
              <a:off x="8229367" y="3848666"/>
              <a:ext cx="5325" cy="4096"/>
            </a:xfrm>
            <a:custGeom>
              <a:rect b="b" l="l" r="r" t="t"/>
              <a:pathLst>
                <a:path extrusionOk="0" h="100" w="130">
                  <a:moveTo>
                    <a:pt x="23" y="1"/>
                  </a:moveTo>
                  <a:cubicBezTo>
                    <a:pt x="8" y="1"/>
                    <a:pt x="0" y="20"/>
                    <a:pt x="11" y="31"/>
                  </a:cubicBezTo>
                  <a:cubicBezTo>
                    <a:pt x="26" y="54"/>
                    <a:pt x="54" y="66"/>
                    <a:pt x="73" y="89"/>
                  </a:cubicBezTo>
                  <a:cubicBezTo>
                    <a:pt x="79" y="97"/>
                    <a:pt x="86" y="100"/>
                    <a:pt x="94" y="100"/>
                  </a:cubicBezTo>
                  <a:cubicBezTo>
                    <a:pt x="103" y="100"/>
                    <a:pt x="113" y="95"/>
                    <a:pt x="117" y="86"/>
                  </a:cubicBezTo>
                  <a:cubicBezTo>
                    <a:pt x="129" y="70"/>
                    <a:pt x="125" y="50"/>
                    <a:pt x="109" y="42"/>
                  </a:cubicBezTo>
                  <a:cubicBezTo>
                    <a:pt x="86" y="26"/>
                    <a:pt x="54" y="18"/>
                    <a:pt x="31" y="2"/>
                  </a:cubicBezTo>
                  <a:cubicBezTo>
                    <a:pt x="28" y="1"/>
                    <a:pt x="26" y="1"/>
                    <a:pt x="23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8"/>
            <p:cNvSpPr/>
            <p:nvPr/>
          </p:nvSpPr>
          <p:spPr>
            <a:xfrm>
              <a:off x="8213473" y="3803321"/>
              <a:ext cx="3236" cy="3113"/>
            </a:xfrm>
            <a:custGeom>
              <a:rect b="b" l="l" r="r" t="t"/>
              <a:pathLst>
                <a:path extrusionOk="0" h="76" w="79">
                  <a:moveTo>
                    <a:pt x="45" y="0"/>
                  </a:moveTo>
                  <a:cubicBezTo>
                    <a:pt x="31" y="0"/>
                    <a:pt x="16" y="15"/>
                    <a:pt x="16" y="32"/>
                  </a:cubicBezTo>
                  <a:lnTo>
                    <a:pt x="16" y="35"/>
                  </a:lnTo>
                  <a:lnTo>
                    <a:pt x="16" y="35"/>
                  </a:lnTo>
                  <a:cubicBezTo>
                    <a:pt x="14" y="36"/>
                    <a:pt x="11" y="36"/>
                    <a:pt x="8" y="36"/>
                  </a:cubicBezTo>
                  <a:cubicBezTo>
                    <a:pt x="4" y="40"/>
                    <a:pt x="0" y="52"/>
                    <a:pt x="0" y="60"/>
                  </a:cubicBezTo>
                  <a:cubicBezTo>
                    <a:pt x="4" y="67"/>
                    <a:pt x="11" y="76"/>
                    <a:pt x="20" y="76"/>
                  </a:cubicBezTo>
                  <a:lnTo>
                    <a:pt x="40" y="76"/>
                  </a:lnTo>
                  <a:cubicBezTo>
                    <a:pt x="47" y="76"/>
                    <a:pt x="55" y="67"/>
                    <a:pt x="59" y="64"/>
                  </a:cubicBezTo>
                  <a:cubicBezTo>
                    <a:pt x="64" y="56"/>
                    <a:pt x="67" y="52"/>
                    <a:pt x="67" y="44"/>
                  </a:cubicBezTo>
                  <a:cubicBezTo>
                    <a:pt x="79" y="29"/>
                    <a:pt x="71" y="9"/>
                    <a:pt x="51" y="1"/>
                  </a:cubicBezTo>
                  <a:cubicBezTo>
                    <a:pt x="49" y="1"/>
                    <a:pt x="47" y="0"/>
                    <a:pt x="45" y="0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8"/>
            <p:cNvSpPr/>
            <p:nvPr/>
          </p:nvSpPr>
          <p:spPr>
            <a:xfrm>
              <a:off x="8174150" y="3864108"/>
              <a:ext cx="3932" cy="3850"/>
            </a:xfrm>
            <a:custGeom>
              <a:rect b="b" l="l" r="r" t="t"/>
              <a:pathLst>
                <a:path extrusionOk="0" h="94" w="96">
                  <a:moveTo>
                    <a:pt x="29" y="0"/>
                  </a:moveTo>
                  <a:cubicBezTo>
                    <a:pt x="17" y="0"/>
                    <a:pt x="5" y="13"/>
                    <a:pt x="1" y="24"/>
                  </a:cubicBezTo>
                  <a:cubicBezTo>
                    <a:pt x="1" y="36"/>
                    <a:pt x="5" y="52"/>
                    <a:pt x="17" y="56"/>
                  </a:cubicBezTo>
                  <a:cubicBezTo>
                    <a:pt x="17" y="76"/>
                    <a:pt x="34" y="93"/>
                    <a:pt x="53" y="93"/>
                  </a:cubicBezTo>
                  <a:cubicBezTo>
                    <a:pt x="57" y="93"/>
                    <a:pt x="60" y="92"/>
                    <a:pt x="64" y="91"/>
                  </a:cubicBezTo>
                  <a:cubicBezTo>
                    <a:pt x="76" y="91"/>
                    <a:pt x="84" y="84"/>
                    <a:pt x="88" y="75"/>
                  </a:cubicBezTo>
                  <a:cubicBezTo>
                    <a:pt x="95" y="64"/>
                    <a:pt x="95" y="48"/>
                    <a:pt x="88" y="36"/>
                  </a:cubicBezTo>
                  <a:cubicBezTo>
                    <a:pt x="84" y="33"/>
                    <a:pt x="84" y="24"/>
                    <a:pt x="80" y="20"/>
                  </a:cubicBezTo>
                  <a:cubicBezTo>
                    <a:pt x="72" y="9"/>
                    <a:pt x="60" y="0"/>
                    <a:pt x="48" y="0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8"/>
            <p:cNvSpPr/>
            <p:nvPr/>
          </p:nvSpPr>
          <p:spPr>
            <a:xfrm>
              <a:off x="8170135" y="3936775"/>
              <a:ext cx="4547" cy="5612"/>
            </a:xfrm>
            <a:custGeom>
              <a:rect b="b" l="l" r="r" t="t"/>
              <a:pathLst>
                <a:path extrusionOk="0" h="137" w="111">
                  <a:moveTo>
                    <a:pt x="56" y="1"/>
                  </a:moveTo>
                  <a:cubicBezTo>
                    <a:pt x="44" y="1"/>
                    <a:pt x="32" y="7"/>
                    <a:pt x="28" y="18"/>
                  </a:cubicBezTo>
                  <a:cubicBezTo>
                    <a:pt x="20" y="30"/>
                    <a:pt x="16" y="42"/>
                    <a:pt x="9" y="58"/>
                  </a:cubicBezTo>
                  <a:cubicBezTo>
                    <a:pt x="0" y="73"/>
                    <a:pt x="0" y="93"/>
                    <a:pt x="9" y="109"/>
                  </a:cubicBezTo>
                  <a:cubicBezTo>
                    <a:pt x="20" y="125"/>
                    <a:pt x="36" y="137"/>
                    <a:pt x="56" y="137"/>
                  </a:cubicBezTo>
                  <a:cubicBezTo>
                    <a:pt x="75" y="137"/>
                    <a:pt x="91" y="125"/>
                    <a:pt x="103" y="109"/>
                  </a:cubicBezTo>
                  <a:cubicBezTo>
                    <a:pt x="111" y="93"/>
                    <a:pt x="111" y="73"/>
                    <a:pt x="103" y="58"/>
                  </a:cubicBezTo>
                  <a:cubicBezTo>
                    <a:pt x="95" y="42"/>
                    <a:pt x="91" y="30"/>
                    <a:pt x="83" y="18"/>
                  </a:cubicBezTo>
                  <a:cubicBezTo>
                    <a:pt x="79" y="7"/>
                    <a:pt x="67" y="1"/>
                    <a:pt x="56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8"/>
            <p:cNvSpPr/>
            <p:nvPr/>
          </p:nvSpPr>
          <p:spPr>
            <a:xfrm>
              <a:off x="8200038" y="3923913"/>
              <a:ext cx="2622" cy="3154"/>
            </a:xfrm>
            <a:custGeom>
              <a:rect b="b" l="l" r="r" t="t"/>
              <a:pathLst>
                <a:path extrusionOk="0" h="77" w="64">
                  <a:moveTo>
                    <a:pt x="32" y="1"/>
                  </a:moveTo>
                  <a:cubicBezTo>
                    <a:pt x="20" y="1"/>
                    <a:pt x="8" y="5"/>
                    <a:pt x="4" y="17"/>
                  </a:cubicBezTo>
                  <a:cubicBezTo>
                    <a:pt x="0" y="21"/>
                    <a:pt x="0" y="25"/>
                    <a:pt x="0" y="32"/>
                  </a:cubicBezTo>
                  <a:cubicBezTo>
                    <a:pt x="0" y="36"/>
                    <a:pt x="0" y="44"/>
                    <a:pt x="4" y="48"/>
                  </a:cubicBezTo>
                  <a:cubicBezTo>
                    <a:pt x="8" y="52"/>
                    <a:pt x="8" y="60"/>
                    <a:pt x="13" y="68"/>
                  </a:cubicBezTo>
                  <a:cubicBezTo>
                    <a:pt x="16" y="74"/>
                    <a:pt x="24" y="77"/>
                    <a:pt x="32" y="77"/>
                  </a:cubicBezTo>
                  <a:cubicBezTo>
                    <a:pt x="40" y="77"/>
                    <a:pt x="48" y="74"/>
                    <a:pt x="52" y="68"/>
                  </a:cubicBezTo>
                  <a:cubicBezTo>
                    <a:pt x="52" y="60"/>
                    <a:pt x="55" y="52"/>
                    <a:pt x="60" y="48"/>
                  </a:cubicBezTo>
                  <a:cubicBezTo>
                    <a:pt x="60" y="44"/>
                    <a:pt x="64" y="36"/>
                    <a:pt x="64" y="32"/>
                  </a:cubicBezTo>
                  <a:cubicBezTo>
                    <a:pt x="64" y="25"/>
                    <a:pt x="60" y="21"/>
                    <a:pt x="60" y="17"/>
                  </a:cubicBezTo>
                  <a:cubicBezTo>
                    <a:pt x="52" y="5"/>
                    <a:pt x="44" y="1"/>
                    <a:pt x="32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8"/>
            <p:cNvSpPr/>
            <p:nvPr/>
          </p:nvSpPr>
          <p:spPr>
            <a:xfrm>
              <a:off x="8212490" y="3947671"/>
              <a:ext cx="3605" cy="2785"/>
            </a:xfrm>
            <a:custGeom>
              <a:rect b="b" l="l" r="r" t="t"/>
              <a:pathLst>
                <a:path extrusionOk="0" h="68" w="88">
                  <a:moveTo>
                    <a:pt x="44" y="1"/>
                  </a:moveTo>
                  <a:cubicBezTo>
                    <a:pt x="0" y="1"/>
                    <a:pt x="0" y="68"/>
                    <a:pt x="44" y="68"/>
                  </a:cubicBezTo>
                  <a:cubicBezTo>
                    <a:pt x="88" y="68"/>
                    <a:pt x="88" y="1"/>
                    <a:pt x="44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8"/>
            <p:cNvSpPr/>
            <p:nvPr/>
          </p:nvSpPr>
          <p:spPr>
            <a:xfrm>
              <a:off x="8227155" y="3952299"/>
              <a:ext cx="4629" cy="9176"/>
            </a:xfrm>
            <a:custGeom>
              <a:rect b="b" l="l" r="r" t="t"/>
              <a:pathLst>
                <a:path extrusionOk="0" h="224" w="113">
                  <a:moveTo>
                    <a:pt x="28" y="1"/>
                  </a:moveTo>
                  <a:cubicBezTo>
                    <a:pt x="14" y="1"/>
                    <a:pt x="0" y="15"/>
                    <a:pt x="9" y="30"/>
                  </a:cubicBezTo>
                  <a:cubicBezTo>
                    <a:pt x="41" y="77"/>
                    <a:pt x="41" y="137"/>
                    <a:pt x="41" y="192"/>
                  </a:cubicBezTo>
                  <a:cubicBezTo>
                    <a:pt x="41" y="213"/>
                    <a:pt x="56" y="223"/>
                    <a:pt x="73" y="223"/>
                  </a:cubicBezTo>
                  <a:cubicBezTo>
                    <a:pt x="92" y="223"/>
                    <a:pt x="113" y="208"/>
                    <a:pt x="108" y="180"/>
                  </a:cubicBezTo>
                  <a:cubicBezTo>
                    <a:pt x="96" y="121"/>
                    <a:pt x="85" y="53"/>
                    <a:pt x="41" y="6"/>
                  </a:cubicBezTo>
                  <a:cubicBezTo>
                    <a:pt x="37" y="2"/>
                    <a:pt x="32" y="1"/>
                    <a:pt x="28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8"/>
            <p:cNvSpPr/>
            <p:nvPr/>
          </p:nvSpPr>
          <p:spPr>
            <a:xfrm>
              <a:off x="8227687" y="3916171"/>
              <a:ext cx="5038" cy="4055"/>
            </a:xfrm>
            <a:custGeom>
              <a:rect b="b" l="l" r="r" t="t"/>
              <a:pathLst>
                <a:path extrusionOk="0" h="99" w="123">
                  <a:moveTo>
                    <a:pt x="63" y="0"/>
                  </a:moveTo>
                  <a:cubicBezTo>
                    <a:pt x="1" y="0"/>
                    <a:pt x="1" y="99"/>
                    <a:pt x="63" y="99"/>
                  </a:cubicBezTo>
                  <a:cubicBezTo>
                    <a:pt x="123" y="99"/>
                    <a:pt x="123" y="0"/>
                    <a:pt x="63" y="0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8"/>
            <p:cNvSpPr/>
            <p:nvPr/>
          </p:nvSpPr>
          <p:spPr>
            <a:xfrm>
              <a:off x="8245915" y="3969012"/>
              <a:ext cx="4915" cy="4588"/>
            </a:xfrm>
            <a:custGeom>
              <a:rect b="b" l="l" r="r" t="t"/>
              <a:pathLst>
                <a:path extrusionOk="0" h="112" w="120">
                  <a:moveTo>
                    <a:pt x="31" y="0"/>
                  </a:moveTo>
                  <a:cubicBezTo>
                    <a:pt x="26" y="0"/>
                    <a:pt x="22" y="2"/>
                    <a:pt x="17" y="5"/>
                  </a:cubicBezTo>
                  <a:cubicBezTo>
                    <a:pt x="9" y="9"/>
                    <a:pt x="1" y="20"/>
                    <a:pt x="6" y="33"/>
                  </a:cubicBezTo>
                  <a:cubicBezTo>
                    <a:pt x="17" y="64"/>
                    <a:pt x="29" y="91"/>
                    <a:pt x="61" y="108"/>
                  </a:cubicBezTo>
                  <a:cubicBezTo>
                    <a:pt x="66" y="110"/>
                    <a:pt x="73" y="111"/>
                    <a:pt x="79" y="111"/>
                  </a:cubicBezTo>
                  <a:cubicBezTo>
                    <a:pt x="93" y="111"/>
                    <a:pt x="106" y="104"/>
                    <a:pt x="112" y="88"/>
                  </a:cubicBezTo>
                  <a:cubicBezTo>
                    <a:pt x="119" y="68"/>
                    <a:pt x="112" y="44"/>
                    <a:pt x="88" y="40"/>
                  </a:cubicBezTo>
                  <a:lnTo>
                    <a:pt x="80" y="37"/>
                  </a:lnTo>
                  <a:cubicBezTo>
                    <a:pt x="77" y="37"/>
                    <a:pt x="77" y="33"/>
                    <a:pt x="72" y="33"/>
                  </a:cubicBezTo>
                  <a:cubicBezTo>
                    <a:pt x="72" y="29"/>
                    <a:pt x="72" y="29"/>
                    <a:pt x="68" y="29"/>
                  </a:cubicBezTo>
                  <a:lnTo>
                    <a:pt x="68" y="27"/>
                  </a:lnTo>
                  <a:lnTo>
                    <a:pt x="68" y="27"/>
                  </a:lnTo>
                  <a:cubicBezTo>
                    <a:pt x="69" y="27"/>
                    <a:pt x="69" y="27"/>
                    <a:pt x="69" y="27"/>
                  </a:cubicBezTo>
                  <a:cubicBezTo>
                    <a:pt x="70" y="27"/>
                    <a:pt x="70" y="26"/>
                    <a:pt x="68" y="24"/>
                  </a:cubicBezTo>
                  <a:lnTo>
                    <a:pt x="68" y="27"/>
                  </a:lnTo>
                  <a:lnTo>
                    <a:pt x="68" y="27"/>
                  </a:lnTo>
                  <a:cubicBezTo>
                    <a:pt x="67" y="26"/>
                    <a:pt x="66" y="24"/>
                    <a:pt x="64" y="20"/>
                  </a:cubicBezTo>
                  <a:cubicBezTo>
                    <a:pt x="61" y="17"/>
                    <a:pt x="53" y="13"/>
                    <a:pt x="48" y="9"/>
                  </a:cubicBezTo>
                  <a:cubicBezTo>
                    <a:pt x="44" y="4"/>
                    <a:pt x="38" y="0"/>
                    <a:pt x="31" y="0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8"/>
            <p:cNvSpPr/>
            <p:nvPr/>
          </p:nvSpPr>
          <p:spPr>
            <a:xfrm>
              <a:off x="8207943" y="3955126"/>
              <a:ext cx="4588" cy="4752"/>
            </a:xfrm>
            <a:custGeom>
              <a:rect b="b" l="l" r="r" t="t"/>
              <a:pathLst>
                <a:path extrusionOk="0" h="116" w="112">
                  <a:moveTo>
                    <a:pt x="56" y="0"/>
                  </a:moveTo>
                  <a:cubicBezTo>
                    <a:pt x="28" y="0"/>
                    <a:pt x="1" y="32"/>
                    <a:pt x="9" y="60"/>
                  </a:cubicBezTo>
                  <a:cubicBezTo>
                    <a:pt x="13" y="68"/>
                    <a:pt x="17" y="75"/>
                    <a:pt x="17" y="84"/>
                  </a:cubicBezTo>
                  <a:cubicBezTo>
                    <a:pt x="24" y="99"/>
                    <a:pt x="40" y="115"/>
                    <a:pt x="56" y="115"/>
                  </a:cubicBezTo>
                  <a:cubicBezTo>
                    <a:pt x="75" y="115"/>
                    <a:pt x="92" y="103"/>
                    <a:pt x="95" y="84"/>
                  </a:cubicBezTo>
                  <a:cubicBezTo>
                    <a:pt x="99" y="75"/>
                    <a:pt x="104" y="68"/>
                    <a:pt x="104" y="60"/>
                  </a:cubicBezTo>
                  <a:cubicBezTo>
                    <a:pt x="111" y="32"/>
                    <a:pt x="88" y="0"/>
                    <a:pt x="56" y="0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8"/>
            <p:cNvSpPr/>
            <p:nvPr/>
          </p:nvSpPr>
          <p:spPr>
            <a:xfrm>
              <a:off x="8171282" y="3952013"/>
              <a:ext cx="9585" cy="6718"/>
            </a:xfrm>
            <a:custGeom>
              <a:rect b="b" l="l" r="r" t="t"/>
              <a:pathLst>
                <a:path extrusionOk="0" h="164" w="234">
                  <a:moveTo>
                    <a:pt x="198" y="1"/>
                  </a:moveTo>
                  <a:cubicBezTo>
                    <a:pt x="194" y="1"/>
                    <a:pt x="189" y="2"/>
                    <a:pt x="185" y="5"/>
                  </a:cubicBezTo>
                  <a:cubicBezTo>
                    <a:pt x="162" y="21"/>
                    <a:pt x="142" y="37"/>
                    <a:pt x="118" y="53"/>
                  </a:cubicBezTo>
                  <a:cubicBezTo>
                    <a:pt x="99" y="73"/>
                    <a:pt x="79" y="84"/>
                    <a:pt x="52" y="84"/>
                  </a:cubicBezTo>
                  <a:cubicBezTo>
                    <a:pt x="1" y="89"/>
                    <a:pt x="4" y="164"/>
                    <a:pt x="48" y="164"/>
                  </a:cubicBezTo>
                  <a:cubicBezTo>
                    <a:pt x="49" y="164"/>
                    <a:pt x="51" y="164"/>
                    <a:pt x="52" y="164"/>
                  </a:cubicBezTo>
                  <a:cubicBezTo>
                    <a:pt x="130" y="155"/>
                    <a:pt x="178" y="104"/>
                    <a:pt x="221" y="41"/>
                  </a:cubicBezTo>
                  <a:cubicBezTo>
                    <a:pt x="233" y="23"/>
                    <a:pt x="216" y="1"/>
                    <a:pt x="198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8"/>
            <p:cNvSpPr/>
            <p:nvPr/>
          </p:nvSpPr>
          <p:spPr>
            <a:xfrm>
              <a:off x="8199546" y="3925428"/>
              <a:ext cx="5694" cy="4260"/>
            </a:xfrm>
            <a:custGeom>
              <a:rect b="b" l="l" r="r" t="t"/>
              <a:pathLst>
                <a:path extrusionOk="0" h="104" w="139">
                  <a:moveTo>
                    <a:pt x="98" y="1"/>
                  </a:moveTo>
                  <a:cubicBezTo>
                    <a:pt x="92" y="1"/>
                    <a:pt x="86" y="2"/>
                    <a:pt x="80" y="4"/>
                  </a:cubicBezTo>
                  <a:cubicBezTo>
                    <a:pt x="52" y="7"/>
                    <a:pt x="28" y="23"/>
                    <a:pt x="12" y="51"/>
                  </a:cubicBezTo>
                  <a:cubicBezTo>
                    <a:pt x="1" y="66"/>
                    <a:pt x="9" y="86"/>
                    <a:pt x="20" y="98"/>
                  </a:cubicBezTo>
                  <a:cubicBezTo>
                    <a:pt x="27" y="102"/>
                    <a:pt x="35" y="104"/>
                    <a:pt x="42" y="104"/>
                  </a:cubicBezTo>
                  <a:cubicBezTo>
                    <a:pt x="52" y="104"/>
                    <a:pt x="61" y="101"/>
                    <a:pt x="67" y="94"/>
                  </a:cubicBezTo>
                  <a:lnTo>
                    <a:pt x="72" y="90"/>
                  </a:lnTo>
                  <a:cubicBezTo>
                    <a:pt x="76" y="90"/>
                    <a:pt x="76" y="86"/>
                    <a:pt x="76" y="86"/>
                  </a:cubicBezTo>
                  <a:lnTo>
                    <a:pt x="91" y="86"/>
                  </a:lnTo>
                  <a:cubicBezTo>
                    <a:pt x="93" y="86"/>
                    <a:pt x="95" y="86"/>
                    <a:pt x="96" y="86"/>
                  </a:cubicBezTo>
                  <a:cubicBezTo>
                    <a:pt x="122" y="86"/>
                    <a:pt x="138" y="61"/>
                    <a:pt x="135" y="39"/>
                  </a:cubicBezTo>
                  <a:cubicBezTo>
                    <a:pt x="135" y="27"/>
                    <a:pt x="127" y="15"/>
                    <a:pt x="119" y="7"/>
                  </a:cubicBezTo>
                  <a:cubicBezTo>
                    <a:pt x="112" y="3"/>
                    <a:pt x="106" y="1"/>
                    <a:pt x="98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8"/>
            <p:cNvSpPr/>
            <p:nvPr/>
          </p:nvSpPr>
          <p:spPr>
            <a:xfrm>
              <a:off x="8196146" y="4020132"/>
              <a:ext cx="3932" cy="3605"/>
            </a:xfrm>
            <a:custGeom>
              <a:rect b="b" l="l" r="r" t="t"/>
              <a:pathLst>
                <a:path extrusionOk="0" h="88" w="96">
                  <a:moveTo>
                    <a:pt x="54" y="1"/>
                  </a:moveTo>
                  <a:cubicBezTo>
                    <a:pt x="42" y="1"/>
                    <a:pt x="30" y="5"/>
                    <a:pt x="21" y="12"/>
                  </a:cubicBezTo>
                  <a:cubicBezTo>
                    <a:pt x="17" y="16"/>
                    <a:pt x="13" y="20"/>
                    <a:pt x="8" y="24"/>
                  </a:cubicBezTo>
                  <a:cubicBezTo>
                    <a:pt x="1" y="36"/>
                    <a:pt x="1" y="51"/>
                    <a:pt x="8" y="63"/>
                  </a:cubicBezTo>
                  <a:cubicBezTo>
                    <a:pt x="13" y="67"/>
                    <a:pt x="17" y="71"/>
                    <a:pt x="21" y="75"/>
                  </a:cubicBezTo>
                  <a:cubicBezTo>
                    <a:pt x="31" y="83"/>
                    <a:pt x="41" y="87"/>
                    <a:pt x="52" y="87"/>
                  </a:cubicBezTo>
                  <a:cubicBezTo>
                    <a:pt x="58" y="87"/>
                    <a:pt x="65" y="86"/>
                    <a:pt x="72" y="83"/>
                  </a:cubicBezTo>
                  <a:cubicBezTo>
                    <a:pt x="84" y="79"/>
                    <a:pt x="95" y="60"/>
                    <a:pt x="95" y="43"/>
                  </a:cubicBezTo>
                  <a:cubicBezTo>
                    <a:pt x="95" y="27"/>
                    <a:pt x="88" y="16"/>
                    <a:pt x="75" y="7"/>
                  </a:cubicBezTo>
                  <a:cubicBezTo>
                    <a:pt x="69" y="3"/>
                    <a:pt x="62" y="1"/>
                    <a:pt x="54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8"/>
            <p:cNvSpPr/>
            <p:nvPr/>
          </p:nvSpPr>
          <p:spPr>
            <a:xfrm>
              <a:off x="8174150" y="4006041"/>
              <a:ext cx="65991" cy="6595"/>
            </a:xfrm>
            <a:custGeom>
              <a:rect b="b" l="l" r="r" t="t"/>
              <a:pathLst>
                <a:path extrusionOk="0" h="161" w="1611">
                  <a:moveTo>
                    <a:pt x="54" y="1"/>
                  </a:moveTo>
                  <a:cubicBezTo>
                    <a:pt x="46" y="1"/>
                    <a:pt x="37" y="1"/>
                    <a:pt x="29" y="1"/>
                  </a:cubicBezTo>
                  <a:cubicBezTo>
                    <a:pt x="5" y="1"/>
                    <a:pt x="1" y="40"/>
                    <a:pt x="24" y="44"/>
                  </a:cubicBezTo>
                  <a:cubicBezTo>
                    <a:pt x="297" y="80"/>
                    <a:pt x="538" y="154"/>
                    <a:pt x="814" y="154"/>
                  </a:cubicBezTo>
                  <a:cubicBezTo>
                    <a:pt x="849" y="154"/>
                    <a:pt x="1083" y="161"/>
                    <a:pt x="1283" y="161"/>
                  </a:cubicBezTo>
                  <a:cubicBezTo>
                    <a:pt x="1440" y="161"/>
                    <a:pt x="1576" y="157"/>
                    <a:pt x="1580" y="143"/>
                  </a:cubicBezTo>
                  <a:cubicBezTo>
                    <a:pt x="1580" y="148"/>
                    <a:pt x="1584" y="151"/>
                    <a:pt x="1589" y="151"/>
                  </a:cubicBezTo>
                  <a:cubicBezTo>
                    <a:pt x="1591" y="151"/>
                    <a:pt x="1594" y="150"/>
                    <a:pt x="1596" y="147"/>
                  </a:cubicBezTo>
                  <a:cubicBezTo>
                    <a:pt x="1599" y="143"/>
                    <a:pt x="1603" y="135"/>
                    <a:pt x="1607" y="131"/>
                  </a:cubicBezTo>
                  <a:cubicBezTo>
                    <a:pt x="1611" y="123"/>
                    <a:pt x="1607" y="115"/>
                    <a:pt x="1603" y="115"/>
                  </a:cubicBezTo>
                  <a:cubicBezTo>
                    <a:pt x="1516" y="84"/>
                    <a:pt x="1414" y="75"/>
                    <a:pt x="1311" y="75"/>
                  </a:cubicBezTo>
                  <a:cubicBezTo>
                    <a:pt x="1186" y="75"/>
                    <a:pt x="1058" y="87"/>
                    <a:pt x="945" y="87"/>
                  </a:cubicBezTo>
                  <a:cubicBezTo>
                    <a:pt x="937" y="87"/>
                    <a:pt x="929" y="87"/>
                    <a:pt x="920" y="87"/>
                  </a:cubicBezTo>
                  <a:cubicBezTo>
                    <a:pt x="629" y="80"/>
                    <a:pt x="344" y="1"/>
                    <a:pt x="54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8"/>
            <p:cNvSpPr/>
            <p:nvPr/>
          </p:nvSpPr>
          <p:spPr>
            <a:xfrm>
              <a:off x="8220437" y="3989370"/>
              <a:ext cx="9995" cy="2499"/>
            </a:xfrm>
            <a:custGeom>
              <a:rect b="b" l="l" r="r" t="t"/>
              <a:pathLst>
                <a:path extrusionOk="0" h="61" w="244">
                  <a:moveTo>
                    <a:pt x="20" y="0"/>
                  </a:moveTo>
                  <a:cubicBezTo>
                    <a:pt x="3" y="0"/>
                    <a:pt x="1" y="25"/>
                    <a:pt x="16" y="29"/>
                  </a:cubicBezTo>
                  <a:cubicBezTo>
                    <a:pt x="83" y="53"/>
                    <a:pt x="145" y="60"/>
                    <a:pt x="213" y="60"/>
                  </a:cubicBezTo>
                  <a:cubicBezTo>
                    <a:pt x="214" y="61"/>
                    <a:pt x="215" y="61"/>
                    <a:pt x="216" y="61"/>
                  </a:cubicBezTo>
                  <a:cubicBezTo>
                    <a:pt x="244" y="61"/>
                    <a:pt x="243" y="17"/>
                    <a:pt x="213" y="17"/>
                  </a:cubicBezTo>
                  <a:cubicBezTo>
                    <a:pt x="198" y="18"/>
                    <a:pt x="183" y="18"/>
                    <a:pt x="168" y="18"/>
                  </a:cubicBezTo>
                  <a:cubicBezTo>
                    <a:pt x="120" y="18"/>
                    <a:pt x="72" y="13"/>
                    <a:pt x="23" y="1"/>
                  </a:cubicBezTo>
                  <a:cubicBezTo>
                    <a:pt x="22" y="1"/>
                    <a:pt x="21" y="0"/>
                    <a:pt x="20" y="0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8"/>
            <p:cNvSpPr/>
            <p:nvPr/>
          </p:nvSpPr>
          <p:spPr>
            <a:xfrm>
              <a:off x="8211220" y="3923135"/>
              <a:ext cx="3236" cy="164"/>
            </a:xfrm>
            <a:custGeom>
              <a:rect b="b" l="l" r="r" t="t"/>
              <a:pathLst>
                <a:path extrusionOk="0" h="4" w="79">
                  <a:moveTo>
                    <a:pt x="0" y="0"/>
                  </a:moveTo>
                  <a:lnTo>
                    <a:pt x="0" y="4"/>
                  </a:lnTo>
                  <a:lnTo>
                    <a:pt x="75" y="4"/>
                  </a:lnTo>
                  <a:cubicBezTo>
                    <a:pt x="79" y="4"/>
                    <a:pt x="79" y="0"/>
                    <a:pt x="75" y="0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8"/>
            <p:cNvSpPr/>
            <p:nvPr/>
          </p:nvSpPr>
          <p:spPr>
            <a:xfrm>
              <a:off x="8183694" y="4072482"/>
              <a:ext cx="18474" cy="3973"/>
            </a:xfrm>
            <a:custGeom>
              <a:rect b="b" l="l" r="r" t="t"/>
              <a:pathLst>
                <a:path extrusionOk="0" h="97" w="451">
                  <a:moveTo>
                    <a:pt x="40" y="1"/>
                  </a:moveTo>
                  <a:cubicBezTo>
                    <a:pt x="13" y="4"/>
                    <a:pt x="1" y="40"/>
                    <a:pt x="24" y="56"/>
                  </a:cubicBezTo>
                  <a:cubicBezTo>
                    <a:pt x="84" y="89"/>
                    <a:pt x="159" y="96"/>
                    <a:pt x="235" y="96"/>
                  </a:cubicBezTo>
                  <a:cubicBezTo>
                    <a:pt x="295" y="96"/>
                    <a:pt x="355" y="92"/>
                    <a:pt x="407" y="92"/>
                  </a:cubicBezTo>
                  <a:cubicBezTo>
                    <a:pt x="451" y="92"/>
                    <a:pt x="451" y="20"/>
                    <a:pt x="407" y="20"/>
                  </a:cubicBezTo>
                  <a:lnTo>
                    <a:pt x="222" y="20"/>
                  </a:lnTo>
                  <a:cubicBezTo>
                    <a:pt x="163" y="17"/>
                    <a:pt x="99" y="1"/>
                    <a:pt x="40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8"/>
            <p:cNvSpPr/>
            <p:nvPr/>
          </p:nvSpPr>
          <p:spPr>
            <a:xfrm>
              <a:off x="8165670" y="4118523"/>
              <a:ext cx="20235" cy="4629"/>
            </a:xfrm>
            <a:custGeom>
              <a:rect b="b" l="l" r="r" t="t"/>
              <a:pathLst>
                <a:path extrusionOk="0" h="113" w="494">
                  <a:moveTo>
                    <a:pt x="457" y="1"/>
                  </a:moveTo>
                  <a:cubicBezTo>
                    <a:pt x="454" y="1"/>
                    <a:pt x="452" y="1"/>
                    <a:pt x="449" y="2"/>
                  </a:cubicBezTo>
                  <a:cubicBezTo>
                    <a:pt x="302" y="25"/>
                    <a:pt x="156" y="49"/>
                    <a:pt x="14" y="88"/>
                  </a:cubicBezTo>
                  <a:cubicBezTo>
                    <a:pt x="0" y="92"/>
                    <a:pt x="6" y="112"/>
                    <a:pt x="19" y="112"/>
                  </a:cubicBezTo>
                  <a:cubicBezTo>
                    <a:pt x="21" y="112"/>
                    <a:pt x="22" y="112"/>
                    <a:pt x="23" y="112"/>
                  </a:cubicBezTo>
                  <a:cubicBezTo>
                    <a:pt x="165" y="80"/>
                    <a:pt x="311" y="68"/>
                    <a:pt x="457" y="53"/>
                  </a:cubicBezTo>
                  <a:cubicBezTo>
                    <a:pt x="494" y="49"/>
                    <a:pt x="489" y="1"/>
                    <a:pt x="457" y="1"/>
                  </a:cubicBezTo>
                  <a:close/>
                </a:path>
              </a:pathLst>
            </a:custGeom>
            <a:solidFill>
              <a:srgbClr val="CA7A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8"/>
            <p:cNvSpPr/>
            <p:nvPr/>
          </p:nvSpPr>
          <p:spPr>
            <a:xfrm>
              <a:off x="7787343" y="3085627"/>
              <a:ext cx="127721" cy="140870"/>
            </a:xfrm>
            <a:custGeom>
              <a:rect b="b" l="l" r="r" t="t"/>
              <a:pathLst>
                <a:path extrusionOk="0" h="3439" w="3118">
                  <a:moveTo>
                    <a:pt x="2689" y="0"/>
                  </a:moveTo>
                  <a:cubicBezTo>
                    <a:pt x="2671" y="0"/>
                    <a:pt x="2653" y="15"/>
                    <a:pt x="2660" y="39"/>
                  </a:cubicBezTo>
                  <a:cubicBezTo>
                    <a:pt x="2940" y="978"/>
                    <a:pt x="2842" y="1898"/>
                    <a:pt x="1961" y="2454"/>
                  </a:cubicBezTo>
                  <a:cubicBezTo>
                    <a:pt x="1685" y="2628"/>
                    <a:pt x="1425" y="2750"/>
                    <a:pt x="1097" y="2782"/>
                  </a:cubicBezTo>
                  <a:cubicBezTo>
                    <a:pt x="782" y="2812"/>
                    <a:pt x="438" y="2927"/>
                    <a:pt x="125" y="2927"/>
                  </a:cubicBezTo>
                  <a:cubicBezTo>
                    <a:pt x="120" y="2927"/>
                    <a:pt x="115" y="2927"/>
                    <a:pt x="110" y="2927"/>
                  </a:cubicBezTo>
                  <a:cubicBezTo>
                    <a:pt x="28" y="2927"/>
                    <a:pt x="0" y="3026"/>
                    <a:pt x="48" y="3082"/>
                  </a:cubicBezTo>
                  <a:cubicBezTo>
                    <a:pt x="279" y="3356"/>
                    <a:pt x="586" y="3438"/>
                    <a:pt x="925" y="3438"/>
                  </a:cubicBezTo>
                  <a:cubicBezTo>
                    <a:pt x="995" y="3438"/>
                    <a:pt x="1068" y="3435"/>
                    <a:pt x="1141" y="3428"/>
                  </a:cubicBezTo>
                  <a:cubicBezTo>
                    <a:pt x="1649" y="3390"/>
                    <a:pt x="1899" y="3192"/>
                    <a:pt x="2258" y="2836"/>
                  </a:cubicBezTo>
                  <a:cubicBezTo>
                    <a:pt x="3035" y="2067"/>
                    <a:pt x="3118" y="1006"/>
                    <a:pt x="2719" y="23"/>
                  </a:cubicBezTo>
                  <a:cubicBezTo>
                    <a:pt x="2714" y="7"/>
                    <a:pt x="2702" y="0"/>
                    <a:pt x="2689" y="0"/>
                  </a:cubicBezTo>
                  <a:close/>
                </a:path>
              </a:pathLst>
            </a:custGeom>
            <a:solidFill>
              <a:srgbClr val="9011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55" name="Google Shape;5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7925" y="3610300"/>
            <a:ext cx="2337925" cy="9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8"/>
          <p:cNvSpPr txBox="1"/>
          <p:nvPr/>
        </p:nvSpPr>
        <p:spPr>
          <a:xfrm>
            <a:off x="6381288" y="2933488"/>
            <a:ext cx="2021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Database selection:</a:t>
            </a:r>
            <a:endParaRPr sz="18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uFill>
                  <a:noFill/>
                </a:uFill>
                <a:latin typeface="Fjalla One"/>
                <a:ea typeface="Fjalla One"/>
                <a:cs typeface="Fjalla One"/>
                <a:sym typeface="Fjalla On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www.kaggle.com</a:t>
            </a:r>
            <a:endParaRPr sz="150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7" name="Google Shape;557;p28"/>
          <p:cNvSpPr txBox="1"/>
          <p:nvPr>
            <p:ph idx="4294967295" type="title"/>
          </p:nvPr>
        </p:nvSpPr>
        <p:spPr>
          <a:xfrm>
            <a:off x="1619100" y="1431450"/>
            <a:ext cx="4022700" cy="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Supermarket sales database</a:t>
            </a:r>
            <a:endParaRPr sz="2700"/>
          </a:p>
        </p:txBody>
      </p:sp>
      <p:sp>
        <p:nvSpPr>
          <p:cNvPr id="558" name="Google Shape;558;p28"/>
          <p:cNvSpPr txBox="1"/>
          <p:nvPr>
            <p:ph idx="4294967295" type="subTitle"/>
          </p:nvPr>
        </p:nvSpPr>
        <p:spPr>
          <a:xfrm>
            <a:off x="1619100" y="2005950"/>
            <a:ext cx="7309800" cy="4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1"/>
                </a:solidFill>
              </a:rPr>
              <a:t>Database of sales from a series of supermarkets located in Myanmar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9" name="Google Shape;559;p28"/>
          <p:cNvSpPr txBox="1"/>
          <p:nvPr>
            <p:ph idx="4294967295" type="subTitle"/>
          </p:nvPr>
        </p:nvSpPr>
        <p:spPr>
          <a:xfrm>
            <a:off x="2231125" y="3448550"/>
            <a:ext cx="4022700" cy="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1"/>
                </a:solidFill>
              </a:rPr>
              <a:t>Study our database and its variables using different statistical methods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0" name="Google Shape;560;p28"/>
          <p:cNvSpPr txBox="1"/>
          <p:nvPr>
            <p:ph idx="4294967295" type="title"/>
          </p:nvPr>
        </p:nvSpPr>
        <p:spPr>
          <a:xfrm>
            <a:off x="2231125" y="2947888"/>
            <a:ext cx="930900" cy="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Goals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29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566" name="Google Shape;566;p29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29"/>
          <p:cNvSpPr txBox="1"/>
          <p:nvPr>
            <p:ph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METADATA TABLE</a:t>
            </a:r>
            <a:endParaRPr/>
          </a:p>
        </p:txBody>
      </p:sp>
      <p:graphicFrame>
        <p:nvGraphicFramePr>
          <p:cNvPr id="572" name="Google Shape;572;p29"/>
          <p:cNvGraphicFramePr/>
          <p:nvPr/>
        </p:nvGraphicFramePr>
        <p:xfrm>
          <a:off x="660900" y="7092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{9B2D883D-2A6F-460F-AC3E-B5E1A0F1FFFC}</a:tableStyleId>
              </a:tblPr>
              <a:tblGrid>
                <a:gridCol w="1367200"/>
                <a:gridCol w="2019550"/>
                <a:gridCol w="759825"/>
                <a:gridCol w="1584650"/>
              </a:tblGrid>
              <a:tr h="1930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Column Name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b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b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Type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b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b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Invoice ID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Unique identifier for each transaction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750-67-8428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Branch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Branch where the transaction occurred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A, B, C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City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City where the branch is located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Yangon,Mandalay, Naypyidaw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 Type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of customer (Member or Normal)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Member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0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Gender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Gender of the customer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Female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 Line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 of the product purchased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Health and beauty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0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Unit Price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 per unit of the product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74.69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 of the product purchased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Integer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0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 5%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 amount (5% of total price)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26.1415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0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amount (including tax)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548.9715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0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 of the transaction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01-05-2019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0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 of the transaction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13:08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0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Payment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Payment method used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Credit card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0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cogs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 of goods sold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522.83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gross margin percentage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Gross margin percentage per transaction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4.761904762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0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gross income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Gross income per transaction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26.1415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Rating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 rating of the transaction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9.1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73" name="Google Shape;5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6554"/>
            <a:ext cx="4492691" cy="3844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2701" y="1283949"/>
            <a:ext cx="4791426" cy="356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0"/>
          <p:cNvSpPr txBox="1"/>
          <p:nvPr/>
        </p:nvSpPr>
        <p:spPr>
          <a:xfrm>
            <a:off x="514250" y="1214025"/>
            <a:ext cx="121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CITY</a:t>
            </a:r>
            <a:endParaRPr sz="2400">
              <a:solidFill>
                <a:srgbClr val="E69138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80" name="Google Shape;580;p30"/>
          <p:cNvSpPr txBox="1"/>
          <p:nvPr/>
        </p:nvSpPr>
        <p:spPr>
          <a:xfrm>
            <a:off x="392600" y="1594804"/>
            <a:ext cx="1643400" cy="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194F"/>
              </a:buClr>
              <a:buSzPts val="1400"/>
              <a:buFont typeface="Poppins"/>
              <a:buChar char="★"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Yangon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194F"/>
              </a:buClr>
              <a:buSzPts val="1400"/>
              <a:buFont typeface="Poppins"/>
              <a:buChar char="★"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Mandalay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194F"/>
              </a:buClr>
              <a:buSzPts val="1400"/>
              <a:buFont typeface="Poppins"/>
              <a:buChar char="★"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Naypyitaw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1" name="Google Shape;581;p30"/>
          <p:cNvSpPr txBox="1"/>
          <p:nvPr/>
        </p:nvSpPr>
        <p:spPr>
          <a:xfrm>
            <a:off x="5348250" y="2405263"/>
            <a:ext cx="2032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Normal / Member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2" name="Google Shape;582;p30"/>
          <p:cNvSpPr txBox="1"/>
          <p:nvPr/>
        </p:nvSpPr>
        <p:spPr>
          <a:xfrm>
            <a:off x="7572450" y="2803375"/>
            <a:ext cx="149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Female / Male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3" name="Google Shape;583;p30"/>
          <p:cNvSpPr txBox="1"/>
          <p:nvPr/>
        </p:nvSpPr>
        <p:spPr>
          <a:xfrm>
            <a:off x="2222975" y="3472225"/>
            <a:ext cx="2691900" cy="15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194F"/>
              </a:buClr>
              <a:buSzPts val="1400"/>
              <a:buFont typeface="Poppins"/>
              <a:buChar char="★"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Sports and travel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194F"/>
              </a:buClr>
              <a:buSzPts val="1400"/>
              <a:buFont typeface="Poppins"/>
              <a:buChar char="★"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Food and beverages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194F"/>
              </a:buClr>
              <a:buSzPts val="1400"/>
              <a:buFont typeface="Poppins"/>
              <a:buChar char="★"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Health and beauty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194F"/>
              </a:buClr>
              <a:buSzPts val="1400"/>
              <a:buFont typeface="Poppins"/>
              <a:buChar char="★"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Fashion accessories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194F"/>
              </a:buClr>
              <a:buSzPts val="1400"/>
              <a:buFont typeface="Poppins"/>
              <a:buChar char="★"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Electronic accessories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194F"/>
              </a:buClr>
              <a:buSzPts val="1400"/>
              <a:buFont typeface="Poppins"/>
              <a:buChar char="★"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Home and lifestyle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4" name="Google Shape;584;p30"/>
          <p:cNvSpPr txBox="1"/>
          <p:nvPr/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300"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5" name="Google Shape;585;p30"/>
          <p:cNvSpPr txBox="1"/>
          <p:nvPr/>
        </p:nvSpPr>
        <p:spPr>
          <a:xfrm>
            <a:off x="7500600" y="2315713"/>
            <a:ext cx="164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GENDER</a:t>
            </a:r>
            <a:endParaRPr sz="2400">
              <a:solidFill>
                <a:srgbClr val="E69138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86" name="Google Shape;586;p30"/>
          <p:cNvSpPr txBox="1"/>
          <p:nvPr/>
        </p:nvSpPr>
        <p:spPr>
          <a:xfrm>
            <a:off x="4914875" y="2012288"/>
            <a:ext cx="279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CUSTOMER</a:t>
            </a:r>
            <a:r>
              <a:rPr lang="en" sz="2400">
                <a:solidFill>
                  <a:srgbClr val="E69138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TYPE</a:t>
            </a:r>
            <a:endParaRPr sz="2400">
              <a:solidFill>
                <a:srgbClr val="E69138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87" name="Google Shape;587;p30"/>
          <p:cNvSpPr txBox="1"/>
          <p:nvPr/>
        </p:nvSpPr>
        <p:spPr>
          <a:xfrm>
            <a:off x="2313725" y="3289750"/>
            <a:ext cx="245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PRODUCT</a:t>
            </a:r>
            <a:r>
              <a:rPr lang="en" sz="2400">
                <a:solidFill>
                  <a:srgbClr val="E69138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LINE</a:t>
            </a:r>
            <a:endParaRPr sz="2400">
              <a:solidFill>
                <a:srgbClr val="E69138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88" name="Google Shape;588;p30"/>
          <p:cNvSpPr txBox="1"/>
          <p:nvPr/>
        </p:nvSpPr>
        <p:spPr>
          <a:xfrm>
            <a:off x="113025" y="2930875"/>
            <a:ext cx="1703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PAYMENT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p30"/>
          <p:cNvSpPr txBox="1"/>
          <p:nvPr/>
        </p:nvSpPr>
        <p:spPr>
          <a:xfrm>
            <a:off x="362600" y="3324475"/>
            <a:ext cx="17034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194F"/>
              </a:buClr>
              <a:buSzPts val="1400"/>
              <a:buFont typeface="Poppins"/>
              <a:buChar char="★"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Credit card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194F"/>
              </a:buClr>
              <a:buSzPts val="1400"/>
              <a:buFont typeface="Poppins"/>
              <a:buChar char="★"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Ewallet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194F"/>
              </a:buClr>
              <a:buSzPts val="1400"/>
              <a:buFont typeface="Poppins"/>
              <a:buChar char="★"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Cash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0"/>
          <p:cNvSpPr txBox="1"/>
          <p:nvPr/>
        </p:nvSpPr>
        <p:spPr>
          <a:xfrm>
            <a:off x="3523950" y="1078825"/>
            <a:ext cx="2598300" cy="653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CATEGORICAL</a:t>
            </a:r>
            <a:endParaRPr sz="3000">
              <a:solidFill>
                <a:srgbClr val="C27BA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p30"/>
          <p:cNvSpPr txBox="1"/>
          <p:nvPr/>
        </p:nvSpPr>
        <p:spPr>
          <a:xfrm>
            <a:off x="6796050" y="1416975"/>
            <a:ext cx="1329600" cy="572700"/>
          </a:xfrm>
          <a:prstGeom prst="rect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CA7A00"/>
                </a:solidFill>
                <a:latin typeface="Fjalla One"/>
                <a:ea typeface="Fjalla One"/>
                <a:cs typeface="Fjalla One"/>
                <a:sym typeface="Fjalla One"/>
              </a:rPr>
              <a:t>BINARY</a:t>
            </a:r>
            <a:endParaRPr sz="3000">
              <a:solidFill>
                <a:srgbClr val="CA7A00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92" name="Google Shape;592;p30"/>
          <p:cNvSpPr txBox="1"/>
          <p:nvPr/>
        </p:nvSpPr>
        <p:spPr>
          <a:xfrm>
            <a:off x="5582750" y="2989375"/>
            <a:ext cx="1855800" cy="572700"/>
          </a:xfrm>
          <a:prstGeom prst="rect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CA7A00"/>
                </a:solidFill>
                <a:latin typeface="Fjalla One"/>
                <a:ea typeface="Fjalla One"/>
                <a:cs typeface="Fjalla One"/>
                <a:sym typeface="Fjalla One"/>
              </a:rPr>
              <a:t>ORDINARY</a:t>
            </a:r>
            <a:endParaRPr sz="3000">
              <a:solidFill>
                <a:srgbClr val="CA7A00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93" name="Google Shape;593;p30"/>
          <p:cNvSpPr txBox="1"/>
          <p:nvPr/>
        </p:nvSpPr>
        <p:spPr>
          <a:xfrm>
            <a:off x="2498700" y="2315725"/>
            <a:ext cx="1855800" cy="572700"/>
          </a:xfrm>
          <a:prstGeom prst="rect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CA7A00"/>
                </a:solidFill>
                <a:latin typeface="Fjalla One"/>
                <a:ea typeface="Fjalla One"/>
                <a:cs typeface="Fjalla One"/>
                <a:sym typeface="Fjalla One"/>
              </a:rPr>
              <a:t>NOMINAL</a:t>
            </a:r>
            <a:endParaRPr sz="3000">
              <a:solidFill>
                <a:srgbClr val="CA7A00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cxnSp>
        <p:nvCxnSpPr>
          <p:cNvPr id="594" name="Google Shape;594;p30"/>
          <p:cNvCxnSpPr>
            <a:endCxn id="593" idx="0"/>
          </p:cNvCxnSpPr>
          <p:nvPr/>
        </p:nvCxnSpPr>
        <p:spPr>
          <a:xfrm flipH="1" rot="-5400000">
            <a:off x="2298750" y="1187875"/>
            <a:ext cx="1163100" cy="10926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5" name="Google Shape;595;p30"/>
          <p:cNvCxnSpPr>
            <a:stCxn id="593" idx="3"/>
            <a:endCxn id="587" idx="3"/>
          </p:cNvCxnSpPr>
          <p:nvPr/>
        </p:nvCxnSpPr>
        <p:spPr>
          <a:xfrm>
            <a:off x="4354500" y="2602075"/>
            <a:ext cx="415500" cy="870300"/>
          </a:xfrm>
          <a:prstGeom prst="bentConnector3">
            <a:avLst>
              <a:gd fmla="val 157341" name="adj1"/>
            </a:avLst>
          </a:prstGeom>
          <a:noFill/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6" name="Google Shape;596;p30"/>
          <p:cNvCxnSpPr>
            <a:stCxn id="588" idx="3"/>
            <a:endCxn id="593" idx="1"/>
          </p:cNvCxnSpPr>
          <p:nvPr/>
        </p:nvCxnSpPr>
        <p:spPr>
          <a:xfrm flipH="1" rot="10800000">
            <a:off x="1816425" y="2602075"/>
            <a:ext cx="682200" cy="525600"/>
          </a:xfrm>
          <a:prstGeom prst="bentConnector3">
            <a:avLst>
              <a:gd fmla="val 50005" name="adj1"/>
            </a:avLst>
          </a:prstGeom>
          <a:noFill/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7" name="Google Shape;597;p30"/>
          <p:cNvCxnSpPr>
            <a:stCxn id="586" idx="0"/>
            <a:endCxn id="591" idx="1"/>
          </p:cNvCxnSpPr>
          <p:nvPr/>
        </p:nvCxnSpPr>
        <p:spPr>
          <a:xfrm rot="-5400000">
            <a:off x="6400625" y="1616738"/>
            <a:ext cx="309000" cy="482100"/>
          </a:xfrm>
          <a:prstGeom prst="bentConnector2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p30"/>
          <p:cNvCxnSpPr>
            <a:stCxn id="585" idx="0"/>
            <a:endCxn id="591" idx="3"/>
          </p:cNvCxnSpPr>
          <p:nvPr/>
        </p:nvCxnSpPr>
        <p:spPr>
          <a:xfrm flipH="1" rot="5400000">
            <a:off x="7917900" y="1911313"/>
            <a:ext cx="612300" cy="196500"/>
          </a:xfrm>
          <a:prstGeom prst="bentConnector2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30"/>
          <p:cNvCxnSpPr/>
          <p:nvPr/>
        </p:nvCxnSpPr>
        <p:spPr>
          <a:xfrm flipH="1">
            <a:off x="1743200" y="1162800"/>
            <a:ext cx="595800" cy="2784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0" name="Google Shape;600;p30"/>
          <p:cNvSpPr txBox="1"/>
          <p:nvPr/>
        </p:nvSpPr>
        <p:spPr>
          <a:xfrm>
            <a:off x="6512700" y="3923375"/>
            <a:ext cx="189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RATING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1" name="Google Shape;601;p30"/>
          <p:cNvSpPr txBox="1"/>
          <p:nvPr/>
        </p:nvSpPr>
        <p:spPr>
          <a:xfrm>
            <a:off x="5934600" y="4277000"/>
            <a:ext cx="28899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Satisfaction with the services in a scale from 1 to 10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02" name="Google Shape;602;p30"/>
          <p:cNvCxnSpPr>
            <a:stCxn id="600" idx="0"/>
            <a:endCxn id="592" idx="2"/>
          </p:cNvCxnSpPr>
          <p:nvPr/>
        </p:nvCxnSpPr>
        <p:spPr>
          <a:xfrm flipH="1" rot="5400000">
            <a:off x="6805200" y="3267725"/>
            <a:ext cx="361200" cy="950100"/>
          </a:xfrm>
          <a:prstGeom prst="bentConnector3">
            <a:avLst>
              <a:gd fmla="val 50014" name="adj1"/>
            </a:avLst>
          </a:prstGeom>
          <a:noFill/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03" name="Google Shape;603;p30"/>
          <p:cNvGrpSpPr/>
          <p:nvPr/>
        </p:nvGrpSpPr>
        <p:grpSpPr>
          <a:xfrm>
            <a:off x="319500" y="-131225"/>
            <a:ext cx="8505000" cy="981750"/>
            <a:chOff x="319500" y="0"/>
            <a:chExt cx="8505000" cy="981750"/>
          </a:xfrm>
        </p:grpSpPr>
        <p:sp>
          <p:nvSpPr>
            <p:cNvPr id="604" name="Google Shape;604;p30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0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0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0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0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9" name="Google Shape;609;p30"/>
          <p:cNvSpPr txBox="1"/>
          <p:nvPr/>
        </p:nvSpPr>
        <p:spPr>
          <a:xfrm>
            <a:off x="622950" y="2778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The variables of our database</a:t>
            </a:r>
            <a:endParaRPr sz="2000">
              <a:solidFill>
                <a:srgbClr val="E69138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1"/>
          <p:cNvSpPr txBox="1"/>
          <p:nvPr/>
        </p:nvSpPr>
        <p:spPr>
          <a:xfrm>
            <a:off x="8415196" y="4491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300"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p31"/>
          <p:cNvSpPr txBox="1"/>
          <p:nvPr/>
        </p:nvSpPr>
        <p:spPr>
          <a:xfrm>
            <a:off x="6298413" y="1411063"/>
            <a:ext cx="190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UNIT PRICE</a:t>
            </a:r>
            <a:endParaRPr sz="26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616" name="Google Shape;616;p31"/>
          <p:cNvSpPr txBox="1"/>
          <p:nvPr/>
        </p:nvSpPr>
        <p:spPr>
          <a:xfrm>
            <a:off x="6685400" y="4311400"/>
            <a:ext cx="18171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QUANTITY</a:t>
            </a:r>
            <a:endParaRPr sz="2400">
              <a:solidFill>
                <a:srgbClr val="E69138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17" name="Google Shape;617;p31"/>
          <p:cNvSpPr txBox="1"/>
          <p:nvPr/>
        </p:nvSpPr>
        <p:spPr>
          <a:xfrm>
            <a:off x="7120338" y="2611375"/>
            <a:ext cx="15594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TAX</a:t>
            </a:r>
            <a:endParaRPr sz="26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618" name="Google Shape;618;p31"/>
          <p:cNvSpPr txBox="1"/>
          <p:nvPr/>
        </p:nvSpPr>
        <p:spPr>
          <a:xfrm>
            <a:off x="332163" y="1442725"/>
            <a:ext cx="15594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TOTAL</a:t>
            </a:r>
            <a:endParaRPr sz="26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619" name="Google Shape;619;p31"/>
          <p:cNvSpPr txBox="1"/>
          <p:nvPr/>
        </p:nvSpPr>
        <p:spPr>
          <a:xfrm>
            <a:off x="18688" y="2921025"/>
            <a:ext cx="271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COST OF GOODS</a:t>
            </a:r>
            <a:endParaRPr sz="26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620" name="Google Shape;620;p31"/>
          <p:cNvSpPr txBox="1"/>
          <p:nvPr/>
        </p:nvSpPr>
        <p:spPr>
          <a:xfrm>
            <a:off x="3133449" y="947425"/>
            <a:ext cx="2620500" cy="653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NUMERICAL</a:t>
            </a:r>
            <a:endParaRPr sz="3900">
              <a:solidFill>
                <a:srgbClr val="C27BA0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21" name="Google Shape;621;p31"/>
          <p:cNvSpPr txBox="1"/>
          <p:nvPr/>
        </p:nvSpPr>
        <p:spPr>
          <a:xfrm>
            <a:off x="3133450" y="2227075"/>
            <a:ext cx="2061000" cy="554100"/>
          </a:xfrm>
          <a:prstGeom prst="rect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CA7A00"/>
                </a:solidFill>
                <a:latin typeface="Fjalla One"/>
                <a:ea typeface="Fjalla One"/>
                <a:cs typeface="Fjalla One"/>
                <a:sym typeface="Fjalla One"/>
              </a:rPr>
              <a:t>CONTINUOUS</a:t>
            </a:r>
            <a:endParaRPr>
              <a:solidFill>
                <a:srgbClr val="CA7A00"/>
              </a:solidFill>
            </a:endParaRPr>
          </a:p>
        </p:txBody>
      </p:sp>
      <p:sp>
        <p:nvSpPr>
          <p:cNvPr id="622" name="Google Shape;622;p31"/>
          <p:cNvSpPr txBox="1"/>
          <p:nvPr/>
        </p:nvSpPr>
        <p:spPr>
          <a:xfrm>
            <a:off x="5120950" y="3495313"/>
            <a:ext cx="2061000" cy="554100"/>
          </a:xfrm>
          <a:prstGeom prst="rect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CA7A00"/>
                </a:solidFill>
                <a:latin typeface="Fjalla One"/>
                <a:ea typeface="Fjalla One"/>
                <a:cs typeface="Fjalla One"/>
                <a:sym typeface="Fjalla One"/>
              </a:rPr>
              <a:t>DISCRETE</a:t>
            </a:r>
            <a:endParaRPr/>
          </a:p>
        </p:txBody>
      </p:sp>
      <p:cxnSp>
        <p:nvCxnSpPr>
          <p:cNvPr id="623" name="Google Shape;623;p31"/>
          <p:cNvCxnSpPr>
            <a:stCxn id="615" idx="1"/>
            <a:endCxn id="621" idx="3"/>
          </p:cNvCxnSpPr>
          <p:nvPr/>
        </p:nvCxnSpPr>
        <p:spPr>
          <a:xfrm flipH="1">
            <a:off x="5194413" y="1697413"/>
            <a:ext cx="1104000" cy="806700"/>
          </a:xfrm>
          <a:prstGeom prst="bentConnector3">
            <a:avLst>
              <a:gd fmla="val 49998" name="adj1"/>
            </a:avLst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31"/>
          <p:cNvCxnSpPr>
            <a:stCxn id="617" idx="1"/>
            <a:endCxn id="621" idx="3"/>
          </p:cNvCxnSpPr>
          <p:nvPr/>
        </p:nvCxnSpPr>
        <p:spPr>
          <a:xfrm rot="10800000">
            <a:off x="5194338" y="2504125"/>
            <a:ext cx="1926000" cy="339000"/>
          </a:xfrm>
          <a:prstGeom prst="bentConnector3">
            <a:avLst>
              <a:gd fmla="val 49997" name="adj1"/>
            </a:avLst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31"/>
          <p:cNvCxnSpPr>
            <a:endCxn id="621" idx="0"/>
          </p:cNvCxnSpPr>
          <p:nvPr/>
        </p:nvCxnSpPr>
        <p:spPr>
          <a:xfrm>
            <a:off x="1946050" y="1745275"/>
            <a:ext cx="2217900" cy="481800"/>
          </a:xfrm>
          <a:prstGeom prst="bentConnector2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" name="Google Shape;626;p31"/>
          <p:cNvSpPr txBox="1"/>
          <p:nvPr/>
        </p:nvSpPr>
        <p:spPr>
          <a:xfrm>
            <a:off x="2318200" y="3560063"/>
            <a:ext cx="2760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GROSS</a:t>
            </a:r>
            <a:r>
              <a:rPr lang="en" sz="2400">
                <a:solidFill>
                  <a:srgbClr val="E69138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en" sz="26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INCOME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7" name="Google Shape;627;p31"/>
          <p:cNvCxnSpPr>
            <a:stCxn id="616" idx="0"/>
            <a:endCxn id="622" idx="2"/>
          </p:cNvCxnSpPr>
          <p:nvPr/>
        </p:nvCxnSpPr>
        <p:spPr>
          <a:xfrm flipH="1" rot="5400000">
            <a:off x="6741800" y="3459250"/>
            <a:ext cx="261900" cy="1442400"/>
          </a:xfrm>
          <a:prstGeom prst="bentConnector3">
            <a:avLst>
              <a:gd fmla="val 54725" name="adj1"/>
            </a:avLst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31"/>
          <p:cNvCxnSpPr>
            <a:stCxn id="619" idx="0"/>
            <a:endCxn id="621" idx="1"/>
          </p:cNvCxnSpPr>
          <p:nvPr/>
        </p:nvCxnSpPr>
        <p:spPr>
          <a:xfrm rot="-5400000">
            <a:off x="2045338" y="1832925"/>
            <a:ext cx="417000" cy="1759200"/>
          </a:xfrm>
          <a:prstGeom prst="bentConnector2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31"/>
          <p:cNvCxnSpPr>
            <a:stCxn id="626" idx="0"/>
            <a:endCxn id="621" idx="2"/>
          </p:cNvCxnSpPr>
          <p:nvPr/>
        </p:nvCxnSpPr>
        <p:spPr>
          <a:xfrm rot="-5400000">
            <a:off x="3541900" y="2937863"/>
            <a:ext cx="778800" cy="465600"/>
          </a:xfrm>
          <a:prstGeom prst="bentConnector3">
            <a:avLst>
              <a:gd fmla="val 50006" name="adj1"/>
            </a:avLst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31"/>
          <p:cNvSpPr txBox="1"/>
          <p:nvPr/>
        </p:nvSpPr>
        <p:spPr>
          <a:xfrm>
            <a:off x="6081438" y="1947619"/>
            <a:ext cx="2598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Average price for unit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1" name="Google Shape;631;p31"/>
          <p:cNvSpPr txBox="1"/>
          <p:nvPr/>
        </p:nvSpPr>
        <p:spPr>
          <a:xfrm>
            <a:off x="18688" y="1818488"/>
            <a:ext cx="24819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The amount of money spent including the tax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31"/>
          <p:cNvSpPr txBox="1"/>
          <p:nvPr/>
        </p:nvSpPr>
        <p:spPr>
          <a:xfrm>
            <a:off x="243238" y="3336733"/>
            <a:ext cx="20328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The sum of every article price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31"/>
          <p:cNvSpPr txBox="1"/>
          <p:nvPr/>
        </p:nvSpPr>
        <p:spPr>
          <a:xfrm>
            <a:off x="2211088" y="4114175"/>
            <a:ext cx="29748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An individual’s total earnings before taxes or other deductions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31"/>
          <p:cNvSpPr txBox="1"/>
          <p:nvPr/>
        </p:nvSpPr>
        <p:spPr>
          <a:xfrm>
            <a:off x="5884763" y="4701625"/>
            <a:ext cx="2858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Amount of articles purchased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31"/>
          <p:cNvSpPr txBox="1"/>
          <p:nvPr/>
        </p:nvSpPr>
        <p:spPr>
          <a:xfrm>
            <a:off x="6545688" y="2891038"/>
            <a:ext cx="2598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The 5% tax correspondent from each purchase</a:t>
            </a:r>
            <a:endParaRPr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36" name="Google Shape;636;p31"/>
          <p:cNvGrpSpPr/>
          <p:nvPr/>
        </p:nvGrpSpPr>
        <p:grpSpPr>
          <a:xfrm>
            <a:off x="319500" y="-131225"/>
            <a:ext cx="8505000" cy="981750"/>
            <a:chOff x="319500" y="0"/>
            <a:chExt cx="8505000" cy="981750"/>
          </a:xfrm>
        </p:grpSpPr>
        <p:sp>
          <p:nvSpPr>
            <p:cNvPr id="637" name="Google Shape;637;p31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1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1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2" name="Google Shape;642;p31"/>
          <p:cNvSpPr txBox="1"/>
          <p:nvPr/>
        </p:nvSpPr>
        <p:spPr>
          <a:xfrm>
            <a:off x="622950" y="2778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The variables of our database</a:t>
            </a:r>
            <a:endParaRPr sz="2000">
              <a:solidFill>
                <a:srgbClr val="E69138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7" name="Google Shape;647;p32"/>
          <p:cNvGrpSpPr/>
          <p:nvPr/>
        </p:nvGrpSpPr>
        <p:grpSpPr>
          <a:xfrm>
            <a:off x="319486" y="2782505"/>
            <a:ext cx="566729" cy="1423236"/>
            <a:chOff x="319500" y="2918252"/>
            <a:chExt cx="516900" cy="1157573"/>
          </a:xfrm>
        </p:grpSpPr>
        <p:sp>
          <p:nvSpPr>
            <p:cNvPr id="648" name="Google Shape;648;p32"/>
            <p:cNvSpPr/>
            <p:nvPr/>
          </p:nvSpPr>
          <p:spPr>
            <a:xfrm>
              <a:off x="319500" y="3736825"/>
              <a:ext cx="516900" cy="339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9" name="Google Shape;649;p32"/>
            <p:cNvGrpSpPr/>
            <p:nvPr/>
          </p:nvGrpSpPr>
          <p:grpSpPr>
            <a:xfrm>
              <a:off x="552925" y="2918252"/>
              <a:ext cx="46887" cy="1005185"/>
              <a:chOff x="552925" y="-363261"/>
              <a:chExt cx="46887" cy="1005185"/>
            </a:xfrm>
          </p:grpSpPr>
          <p:sp>
            <p:nvSpPr>
              <p:cNvPr id="650" name="Google Shape;650;p32"/>
              <p:cNvSpPr/>
              <p:nvPr/>
            </p:nvSpPr>
            <p:spPr>
              <a:xfrm>
                <a:off x="572651" y="-363261"/>
                <a:ext cx="8300" cy="98174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32"/>
              <p:cNvSpPr/>
              <p:nvPr/>
            </p:nvSpPr>
            <p:spPr>
              <a:xfrm>
                <a:off x="552925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52" name="Google Shape;652;p32"/>
          <p:cNvGrpSpPr/>
          <p:nvPr/>
        </p:nvGrpSpPr>
        <p:grpSpPr>
          <a:xfrm>
            <a:off x="319487" y="1440458"/>
            <a:ext cx="566729" cy="1517680"/>
            <a:chOff x="319500" y="1766702"/>
            <a:chExt cx="516900" cy="1182823"/>
          </a:xfrm>
        </p:grpSpPr>
        <p:sp>
          <p:nvSpPr>
            <p:cNvPr id="653" name="Google Shape;653;p32"/>
            <p:cNvSpPr/>
            <p:nvPr/>
          </p:nvSpPr>
          <p:spPr>
            <a:xfrm>
              <a:off x="319500" y="2610525"/>
              <a:ext cx="516900" cy="339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4" name="Google Shape;654;p32"/>
            <p:cNvGrpSpPr/>
            <p:nvPr/>
          </p:nvGrpSpPr>
          <p:grpSpPr>
            <a:xfrm>
              <a:off x="552925" y="1766702"/>
              <a:ext cx="46887" cy="1030435"/>
              <a:chOff x="552925" y="-388511"/>
              <a:chExt cx="46887" cy="1030435"/>
            </a:xfrm>
          </p:grpSpPr>
          <p:sp>
            <p:nvSpPr>
              <p:cNvPr id="655" name="Google Shape;655;p32"/>
              <p:cNvSpPr/>
              <p:nvPr/>
            </p:nvSpPr>
            <p:spPr>
              <a:xfrm>
                <a:off x="571701" y="-388511"/>
                <a:ext cx="8300" cy="1007011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32"/>
              <p:cNvSpPr/>
              <p:nvPr/>
            </p:nvSpPr>
            <p:spPr>
              <a:xfrm>
                <a:off x="552925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57" name="Google Shape;657;p32"/>
          <p:cNvGrpSpPr/>
          <p:nvPr/>
        </p:nvGrpSpPr>
        <p:grpSpPr>
          <a:xfrm>
            <a:off x="319511" y="426192"/>
            <a:ext cx="566729" cy="1232296"/>
            <a:chOff x="319500" y="887276"/>
            <a:chExt cx="516900" cy="954824"/>
          </a:xfrm>
        </p:grpSpPr>
        <p:sp>
          <p:nvSpPr>
            <p:cNvPr id="658" name="Google Shape;658;p32"/>
            <p:cNvSpPr/>
            <p:nvPr/>
          </p:nvSpPr>
          <p:spPr>
            <a:xfrm>
              <a:off x="319500" y="1503100"/>
              <a:ext cx="516900" cy="339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9" name="Google Shape;659;p32"/>
            <p:cNvGrpSpPr/>
            <p:nvPr/>
          </p:nvGrpSpPr>
          <p:grpSpPr>
            <a:xfrm>
              <a:off x="552925" y="887276"/>
              <a:ext cx="46887" cy="807911"/>
              <a:chOff x="552925" y="-165987"/>
              <a:chExt cx="46887" cy="807911"/>
            </a:xfrm>
          </p:grpSpPr>
          <p:sp>
            <p:nvSpPr>
              <p:cNvPr id="660" name="Google Shape;660;p32"/>
              <p:cNvSpPr/>
              <p:nvPr/>
            </p:nvSpPr>
            <p:spPr>
              <a:xfrm>
                <a:off x="573549" y="-165987"/>
                <a:ext cx="6450" cy="784502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32"/>
              <p:cNvSpPr/>
              <p:nvPr/>
            </p:nvSpPr>
            <p:spPr>
              <a:xfrm>
                <a:off x="552925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62" name="Google Shape;662;p32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663" name="Google Shape;663;p32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8" name="Google Shape;668;p32"/>
          <p:cNvSpPr txBox="1"/>
          <p:nvPr>
            <p:ph type="ctrTitle"/>
          </p:nvPr>
        </p:nvSpPr>
        <p:spPr>
          <a:xfrm>
            <a:off x="1376850" y="4296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VARIABLES</a:t>
            </a:r>
            <a:endParaRPr b="0">
              <a:solidFill>
                <a:schemeClr val="lt1"/>
              </a:solidFill>
            </a:endParaRPr>
          </a:p>
        </p:txBody>
      </p:sp>
      <p:sp>
        <p:nvSpPr>
          <p:cNvPr id="669" name="Google Shape;669;p32"/>
          <p:cNvSpPr txBox="1"/>
          <p:nvPr>
            <p:ph idx="6" type="subTitle"/>
          </p:nvPr>
        </p:nvSpPr>
        <p:spPr>
          <a:xfrm>
            <a:off x="1027497" y="1952536"/>
            <a:ext cx="47253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Total, cost of goods (Cogs) , Tax, Gross Income and even quantity are              </a:t>
            </a:r>
            <a:endParaRPr b="1">
              <a:solidFill>
                <a:schemeClr val="accent2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0" name="Google Shape;670;p32"/>
          <p:cNvSpPr/>
          <p:nvPr/>
        </p:nvSpPr>
        <p:spPr>
          <a:xfrm rot="3193369">
            <a:off x="3696968" y="2597132"/>
            <a:ext cx="1446122" cy="991982"/>
          </a:xfrm>
          <a:prstGeom prst="rightArrow">
            <a:avLst>
              <a:gd fmla="val 25609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71" name="Google Shape;671;p32"/>
          <p:cNvGrpSpPr/>
          <p:nvPr/>
        </p:nvGrpSpPr>
        <p:grpSpPr>
          <a:xfrm>
            <a:off x="6867768" y="981744"/>
            <a:ext cx="2223848" cy="2173751"/>
            <a:chOff x="179107" y="1804788"/>
            <a:chExt cx="2915757" cy="2469330"/>
          </a:xfrm>
        </p:grpSpPr>
        <p:grpSp>
          <p:nvGrpSpPr>
            <p:cNvPr id="672" name="Google Shape;672;p32"/>
            <p:cNvGrpSpPr/>
            <p:nvPr/>
          </p:nvGrpSpPr>
          <p:grpSpPr>
            <a:xfrm flipH="1" rot="-2983574">
              <a:off x="486405" y="2870392"/>
              <a:ext cx="970678" cy="1255350"/>
              <a:chOff x="7528758" y="3224549"/>
              <a:chExt cx="638662" cy="825963"/>
            </a:xfrm>
          </p:grpSpPr>
          <p:grpSp>
            <p:nvGrpSpPr>
              <p:cNvPr id="673" name="Google Shape;673;p32"/>
              <p:cNvGrpSpPr/>
              <p:nvPr/>
            </p:nvGrpSpPr>
            <p:grpSpPr>
              <a:xfrm rot="-1092437">
                <a:off x="7640100" y="3255502"/>
                <a:ext cx="320563" cy="764056"/>
                <a:chOff x="7089565" y="2941940"/>
                <a:chExt cx="537061" cy="1280073"/>
              </a:xfrm>
            </p:grpSpPr>
            <p:sp>
              <p:nvSpPr>
                <p:cNvPr id="674" name="Google Shape;674;p32"/>
                <p:cNvSpPr/>
                <p:nvPr/>
              </p:nvSpPr>
              <p:spPr>
                <a:xfrm>
                  <a:off x="7242421" y="3003260"/>
                  <a:ext cx="200248" cy="1218753"/>
                </a:xfrm>
                <a:custGeom>
                  <a:rect b="b" l="l" r="r" t="t"/>
                  <a:pathLst>
                    <a:path extrusionOk="0" h="12422" w="2041">
                      <a:moveTo>
                        <a:pt x="115" y="1"/>
                      </a:moveTo>
                      <a:lnTo>
                        <a:pt x="1" y="45"/>
                      </a:lnTo>
                      <a:cubicBezTo>
                        <a:pt x="1796" y="4575"/>
                        <a:pt x="1919" y="12341"/>
                        <a:pt x="1919" y="12421"/>
                      </a:cubicBezTo>
                      <a:lnTo>
                        <a:pt x="2041" y="12417"/>
                      </a:lnTo>
                      <a:cubicBezTo>
                        <a:pt x="2041" y="12341"/>
                        <a:pt x="1919" y="4547"/>
                        <a:pt x="115" y="1"/>
                      </a:cubicBezTo>
                      <a:close/>
                    </a:path>
                  </a:pathLst>
                </a:custGeom>
                <a:solidFill>
                  <a:srgbClr val="09232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5" name="Google Shape;675;p32"/>
                <p:cNvSpPr/>
                <p:nvPr/>
              </p:nvSpPr>
              <p:spPr>
                <a:xfrm>
                  <a:off x="7422846" y="3619498"/>
                  <a:ext cx="203780" cy="251659"/>
                </a:xfrm>
                <a:custGeom>
                  <a:rect b="b" l="l" r="r" t="t"/>
                  <a:pathLst>
                    <a:path extrusionOk="0" h="2565" w="2077">
                      <a:moveTo>
                        <a:pt x="1588" y="0"/>
                      </a:moveTo>
                      <a:cubicBezTo>
                        <a:pt x="1537" y="0"/>
                        <a:pt x="1458" y="28"/>
                        <a:pt x="1347" y="90"/>
                      </a:cubicBezTo>
                      <a:cubicBezTo>
                        <a:pt x="163" y="745"/>
                        <a:pt x="1" y="2565"/>
                        <a:pt x="1" y="2565"/>
                      </a:cubicBezTo>
                      <a:cubicBezTo>
                        <a:pt x="1" y="2565"/>
                        <a:pt x="2076" y="0"/>
                        <a:pt x="1588" y="0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6" name="Google Shape;676;p32"/>
                <p:cNvSpPr/>
                <p:nvPr/>
              </p:nvSpPr>
              <p:spPr>
                <a:xfrm>
                  <a:off x="7397338" y="3419253"/>
                  <a:ext cx="202112" cy="230859"/>
                </a:xfrm>
                <a:custGeom>
                  <a:rect b="b" l="l" r="r" t="t"/>
                  <a:pathLst>
                    <a:path extrusionOk="0" h="2353" w="2060">
                      <a:moveTo>
                        <a:pt x="1678" y="0"/>
                      </a:moveTo>
                      <a:cubicBezTo>
                        <a:pt x="1637" y="0"/>
                        <a:pt x="1566" y="28"/>
                        <a:pt x="1460" y="90"/>
                      </a:cubicBezTo>
                      <a:cubicBezTo>
                        <a:pt x="383" y="722"/>
                        <a:pt x="1" y="2352"/>
                        <a:pt x="1" y="2352"/>
                      </a:cubicBezTo>
                      <a:cubicBezTo>
                        <a:pt x="1" y="2352"/>
                        <a:pt x="2060" y="0"/>
                        <a:pt x="1678" y="0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7" name="Google Shape;677;p32"/>
                <p:cNvSpPr/>
                <p:nvPr/>
              </p:nvSpPr>
              <p:spPr>
                <a:xfrm>
                  <a:off x="7374085" y="3226169"/>
                  <a:ext cx="148150" cy="269024"/>
                </a:xfrm>
                <a:custGeom>
                  <a:rect b="b" l="l" r="r" t="t"/>
                  <a:pathLst>
                    <a:path extrusionOk="0" h="2742" w="1510">
                      <a:moveTo>
                        <a:pt x="1133" y="0"/>
                      </a:moveTo>
                      <a:cubicBezTo>
                        <a:pt x="1085" y="0"/>
                        <a:pt x="1013" y="40"/>
                        <a:pt x="912" y="129"/>
                      </a:cubicBezTo>
                      <a:cubicBezTo>
                        <a:pt x="1" y="922"/>
                        <a:pt x="4" y="2741"/>
                        <a:pt x="4" y="2741"/>
                      </a:cubicBezTo>
                      <a:cubicBezTo>
                        <a:pt x="327" y="2517"/>
                        <a:pt x="1509" y="0"/>
                        <a:pt x="1133" y="0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32"/>
                <p:cNvSpPr/>
                <p:nvPr/>
              </p:nvSpPr>
              <p:spPr>
                <a:xfrm>
                  <a:off x="7329151" y="3064972"/>
                  <a:ext cx="123426" cy="217614"/>
                </a:xfrm>
                <a:custGeom>
                  <a:rect b="b" l="l" r="r" t="t"/>
                  <a:pathLst>
                    <a:path extrusionOk="0" h="2218" w="1258">
                      <a:moveTo>
                        <a:pt x="893" y="1"/>
                      </a:moveTo>
                      <a:cubicBezTo>
                        <a:pt x="869" y="1"/>
                        <a:pt x="840" y="9"/>
                        <a:pt x="805" y="27"/>
                      </a:cubicBezTo>
                      <a:cubicBezTo>
                        <a:pt x="226" y="323"/>
                        <a:pt x="0" y="2217"/>
                        <a:pt x="0" y="2217"/>
                      </a:cubicBezTo>
                      <a:cubicBezTo>
                        <a:pt x="275" y="2077"/>
                        <a:pt x="1257" y="1"/>
                        <a:pt x="893" y="1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32"/>
                <p:cNvSpPr/>
                <p:nvPr/>
              </p:nvSpPr>
              <p:spPr>
                <a:xfrm>
                  <a:off x="7279998" y="2941940"/>
                  <a:ext cx="85947" cy="171501"/>
                </a:xfrm>
                <a:custGeom>
                  <a:rect b="b" l="l" r="r" t="t"/>
                  <a:pathLst>
                    <a:path extrusionOk="0" h="1748" w="876">
                      <a:moveTo>
                        <a:pt x="705" y="1"/>
                      </a:moveTo>
                      <a:cubicBezTo>
                        <a:pt x="668" y="1"/>
                        <a:pt x="605" y="61"/>
                        <a:pt x="514" y="204"/>
                      </a:cubicBezTo>
                      <a:cubicBezTo>
                        <a:pt x="0" y="993"/>
                        <a:pt x="64" y="1747"/>
                        <a:pt x="64" y="1747"/>
                      </a:cubicBezTo>
                      <a:cubicBezTo>
                        <a:pt x="530" y="1252"/>
                        <a:pt x="876" y="1"/>
                        <a:pt x="705" y="1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32"/>
                <p:cNvSpPr/>
                <p:nvPr/>
              </p:nvSpPr>
              <p:spPr>
                <a:xfrm>
                  <a:off x="7090939" y="2952144"/>
                  <a:ext cx="162474" cy="89675"/>
                </a:xfrm>
                <a:custGeom>
                  <a:rect b="b" l="l" r="r" t="t"/>
                  <a:pathLst>
                    <a:path extrusionOk="0" h="914" w="1656">
                      <a:moveTo>
                        <a:pt x="669" y="1"/>
                      </a:moveTo>
                      <a:cubicBezTo>
                        <a:pt x="0" y="1"/>
                        <a:pt x="1175" y="886"/>
                        <a:pt x="1655" y="913"/>
                      </a:cubicBezTo>
                      <a:cubicBezTo>
                        <a:pt x="1655" y="913"/>
                        <a:pt x="1410" y="25"/>
                        <a:pt x="692" y="1"/>
                      </a:cubicBezTo>
                      <a:cubicBezTo>
                        <a:pt x="684" y="1"/>
                        <a:pt x="677" y="1"/>
                        <a:pt x="669" y="1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32"/>
                <p:cNvSpPr/>
                <p:nvPr/>
              </p:nvSpPr>
              <p:spPr>
                <a:xfrm>
                  <a:off x="7089565" y="3107945"/>
                  <a:ext cx="219576" cy="95562"/>
                </a:xfrm>
                <a:custGeom>
                  <a:rect b="b" l="l" r="r" t="t"/>
                  <a:pathLst>
                    <a:path extrusionOk="0" h="974" w="2238">
                      <a:moveTo>
                        <a:pt x="803" y="1"/>
                      </a:moveTo>
                      <a:cubicBezTo>
                        <a:pt x="757" y="1"/>
                        <a:pt x="711" y="6"/>
                        <a:pt x="666" y="16"/>
                      </a:cubicBezTo>
                      <a:cubicBezTo>
                        <a:pt x="0" y="168"/>
                        <a:pt x="1380" y="974"/>
                        <a:pt x="2155" y="974"/>
                      </a:cubicBezTo>
                      <a:cubicBezTo>
                        <a:pt x="2183" y="974"/>
                        <a:pt x="2211" y="973"/>
                        <a:pt x="2238" y="970"/>
                      </a:cubicBezTo>
                      <a:cubicBezTo>
                        <a:pt x="2238" y="970"/>
                        <a:pt x="1464" y="1"/>
                        <a:pt x="803" y="1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32"/>
                <p:cNvSpPr/>
                <p:nvPr/>
              </p:nvSpPr>
              <p:spPr>
                <a:xfrm>
                  <a:off x="7126945" y="3272674"/>
                  <a:ext cx="220851" cy="117931"/>
                </a:xfrm>
                <a:custGeom>
                  <a:rect b="b" l="l" r="r" t="t"/>
                  <a:pathLst>
                    <a:path extrusionOk="0" h="1202" w="2251">
                      <a:moveTo>
                        <a:pt x="752" y="0"/>
                      </a:moveTo>
                      <a:cubicBezTo>
                        <a:pt x="0" y="0"/>
                        <a:pt x="586" y="698"/>
                        <a:pt x="2251" y="1202"/>
                      </a:cubicBezTo>
                      <a:cubicBezTo>
                        <a:pt x="2251" y="1202"/>
                        <a:pt x="1655" y="38"/>
                        <a:pt x="815" y="2"/>
                      </a:cubicBezTo>
                      <a:cubicBezTo>
                        <a:pt x="793" y="1"/>
                        <a:pt x="772" y="0"/>
                        <a:pt x="752" y="0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32"/>
                <p:cNvSpPr/>
                <p:nvPr/>
              </p:nvSpPr>
              <p:spPr>
                <a:xfrm>
                  <a:off x="7090350" y="3435147"/>
                  <a:ext cx="295122" cy="139025"/>
                </a:xfrm>
                <a:custGeom>
                  <a:rect b="b" l="l" r="r" t="t"/>
                  <a:pathLst>
                    <a:path extrusionOk="0" h="1417" w="3008">
                      <a:moveTo>
                        <a:pt x="1029" y="0"/>
                      </a:moveTo>
                      <a:cubicBezTo>
                        <a:pt x="1004" y="0"/>
                        <a:pt x="979" y="1"/>
                        <a:pt x="955" y="3"/>
                      </a:cubicBezTo>
                      <a:cubicBezTo>
                        <a:pt x="0" y="87"/>
                        <a:pt x="1946" y="1258"/>
                        <a:pt x="3007" y="1416"/>
                      </a:cubicBezTo>
                      <a:cubicBezTo>
                        <a:pt x="3007" y="1416"/>
                        <a:pt x="1969" y="0"/>
                        <a:pt x="1029" y="0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4" name="Google Shape;684;p32"/>
                <p:cNvSpPr/>
                <p:nvPr/>
              </p:nvSpPr>
              <p:spPr>
                <a:xfrm>
                  <a:off x="7139209" y="3640984"/>
                  <a:ext cx="271772" cy="137652"/>
                </a:xfrm>
                <a:custGeom>
                  <a:rect b="b" l="l" r="r" t="t"/>
                  <a:pathLst>
                    <a:path extrusionOk="0" h="1403" w="2770">
                      <a:moveTo>
                        <a:pt x="720" y="1"/>
                      </a:moveTo>
                      <a:cubicBezTo>
                        <a:pt x="0" y="1"/>
                        <a:pt x="1042" y="1000"/>
                        <a:pt x="2770" y="1402"/>
                      </a:cubicBezTo>
                      <a:cubicBezTo>
                        <a:pt x="2770" y="1402"/>
                        <a:pt x="1790" y="123"/>
                        <a:pt x="843" y="9"/>
                      </a:cubicBezTo>
                      <a:cubicBezTo>
                        <a:pt x="798" y="4"/>
                        <a:pt x="756" y="1"/>
                        <a:pt x="720" y="1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85" name="Google Shape;685;p32"/>
              <p:cNvGrpSpPr/>
              <p:nvPr/>
            </p:nvGrpSpPr>
            <p:grpSpPr>
              <a:xfrm flipH="1" rot="1092976">
                <a:off x="7927586" y="3481327"/>
                <a:ext cx="177987" cy="424228"/>
                <a:chOff x="7089565" y="2941940"/>
                <a:chExt cx="537061" cy="1280073"/>
              </a:xfrm>
            </p:grpSpPr>
            <p:sp>
              <p:nvSpPr>
                <p:cNvPr id="686" name="Google Shape;686;p32"/>
                <p:cNvSpPr/>
                <p:nvPr/>
              </p:nvSpPr>
              <p:spPr>
                <a:xfrm>
                  <a:off x="7242421" y="3003260"/>
                  <a:ext cx="200248" cy="1218753"/>
                </a:xfrm>
                <a:custGeom>
                  <a:rect b="b" l="l" r="r" t="t"/>
                  <a:pathLst>
                    <a:path extrusionOk="0" h="12422" w="2041">
                      <a:moveTo>
                        <a:pt x="115" y="1"/>
                      </a:moveTo>
                      <a:lnTo>
                        <a:pt x="1" y="45"/>
                      </a:lnTo>
                      <a:cubicBezTo>
                        <a:pt x="1796" y="4575"/>
                        <a:pt x="1919" y="12341"/>
                        <a:pt x="1919" y="12421"/>
                      </a:cubicBezTo>
                      <a:lnTo>
                        <a:pt x="2041" y="12417"/>
                      </a:lnTo>
                      <a:cubicBezTo>
                        <a:pt x="2041" y="12341"/>
                        <a:pt x="1919" y="4547"/>
                        <a:pt x="115" y="1"/>
                      </a:cubicBezTo>
                      <a:close/>
                    </a:path>
                  </a:pathLst>
                </a:custGeom>
                <a:solidFill>
                  <a:srgbClr val="09232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7" name="Google Shape;687;p32"/>
                <p:cNvSpPr/>
                <p:nvPr/>
              </p:nvSpPr>
              <p:spPr>
                <a:xfrm>
                  <a:off x="7422846" y="3619498"/>
                  <a:ext cx="203780" cy="251659"/>
                </a:xfrm>
                <a:custGeom>
                  <a:rect b="b" l="l" r="r" t="t"/>
                  <a:pathLst>
                    <a:path extrusionOk="0" h="2565" w="2077">
                      <a:moveTo>
                        <a:pt x="1588" y="0"/>
                      </a:moveTo>
                      <a:cubicBezTo>
                        <a:pt x="1537" y="0"/>
                        <a:pt x="1458" y="28"/>
                        <a:pt x="1347" y="90"/>
                      </a:cubicBezTo>
                      <a:cubicBezTo>
                        <a:pt x="163" y="745"/>
                        <a:pt x="1" y="2565"/>
                        <a:pt x="1" y="2565"/>
                      </a:cubicBezTo>
                      <a:cubicBezTo>
                        <a:pt x="1" y="2565"/>
                        <a:pt x="2076" y="0"/>
                        <a:pt x="158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p32"/>
                <p:cNvSpPr/>
                <p:nvPr/>
              </p:nvSpPr>
              <p:spPr>
                <a:xfrm>
                  <a:off x="7397338" y="3419253"/>
                  <a:ext cx="202112" cy="230859"/>
                </a:xfrm>
                <a:custGeom>
                  <a:rect b="b" l="l" r="r" t="t"/>
                  <a:pathLst>
                    <a:path extrusionOk="0" h="2353" w="2060">
                      <a:moveTo>
                        <a:pt x="1678" y="0"/>
                      </a:moveTo>
                      <a:cubicBezTo>
                        <a:pt x="1637" y="0"/>
                        <a:pt x="1566" y="28"/>
                        <a:pt x="1460" y="90"/>
                      </a:cubicBezTo>
                      <a:cubicBezTo>
                        <a:pt x="383" y="722"/>
                        <a:pt x="1" y="2352"/>
                        <a:pt x="1" y="2352"/>
                      </a:cubicBezTo>
                      <a:cubicBezTo>
                        <a:pt x="1" y="2352"/>
                        <a:pt x="2060" y="0"/>
                        <a:pt x="167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p32"/>
                <p:cNvSpPr/>
                <p:nvPr/>
              </p:nvSpPr>
              <p:spPr>
                <a:xfrm>
                  <a:off x="7374085" y="3226169"/>
                  <a:ext cx="148150" cy="269024"/>
                </a:xfrm>
                <a:custGeom>
                  <a:rect b="b" l="l" r="r" t="t"/>
                  <a:pathLst>
                    <a:path extrusionOk="0" h="2742" w="1510">
                      <a:moveTo>
                        <a:pt x="1133" y="0"/>
                      </a:moveTo>
                      <a:cubicBezTo>
                        <a:pt x="1085" y="0"/>
                        <a:pt x="1013" y="40"/>
                        <a:pt x="912" y="129"/>
                      </a:cubicBezTo>
                      <a:cubicBezTo>
                        <a:pt x="1" y="922"/>
                        <a:pt x="4" y="2741"/>
                        <a:pt x="4" y="2741"/>
                      </a:cubicBezTo>
                      <a:cubicBezTo>
                        <a:pt x="327" y="2517"/>
                        <a:pt x="1509" y="0"/>
                        <a:pt x="113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32"/>
                <p:cNvSpPr/>
                <p:nvPr/>
              </p:nvSpPr>
              <p:spPr>
                <a:xfrm>
                  <a:off x="7329151" y="3064972"/>
                  <a:ext cx="123426" cy="217614"/>
                </a:xfrm>
                <a:custGeom>
                  <a:rect b="b" l="l" r="r" t="t"/>
                  <a:pathLst>
                    <a:path extrusionOk="0" h="2218" w="1258">
                      <a:moveTo>
                        <a:pt x="893" y="1"/>
                      </a:moveTo>
                      <a:cubicBezTo>
                        <a:pt x="869" y="1"/>
                        <a:pt x="840" y="9"/>
                        <a:pt x="805" y="27"/>
                      </a:cubicBezTo>
                      <a:cubicBezTo>
                        <a:pt x="226" y="323"/>
                        <a:pt x="0" y="2217"/>
                        <a:pt x="0" y="2217"/>
                      </a:cubicBezTo>
                      <a:cubicBezTo>
                        <a:pt x="275" y="2077"/>
                        <a:pt x="1257" y="1"/>
                        <a:pt x="8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32"/>
                <p:cNvSpPr/>
                <p:nvPr/>
              </p:nvSpPr>
              <p:spPr>
                <a:xfrm>
                  <a:off x="7279998" y="2941940"/>
                  <a:ext cx="85947" cy="171501"/>
                </a:xfrm>
                <a:custGeom>
                  <a:rect b="b" l="l" r="r" t="t"/>
                  <a:pathLst>
                    <a:path extrusionOk="0" h="1748" w="876">
                      <a:moveTo>
                        <a:pt x="705" y="1"/>
                      </a:moveTo>
                      <a:cubicBezTo>
                        <a:pt x="668" y="1"/>
                        <a:pt x="605" y="61"/>
                        <a:pt x="514" y="204"/>
                      </a:cubicBezTo>
                      <a:cubicBezTo>
                        <a:pt x="0" y="993"/>
                        <a:pt x="64" y="1747"/>
                        <a:pt x="64" y="1747"/>
                      </a:cubicBezTo>
                      <a:cubicBezTo>
                        <a:pt x="530" y="1252"/>
                        <a:pt x="876" y="1"/>
                        <a:pt x="70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32"/>
                <p:cNvSpPr/>
                <p:nvPr/>
              </p:nvSpPr>
              <p:spPr>
                <a:xfrm>
                  <a:off x="7090939" y="2952144"/>
                  <a:ext cx="162474" cy="89675"/>
                </a:xfrm>
                <a:custGeom>
                  <a:rect b="b" l="l" r="r" t="t"/>
                  <a:pathLst>
                    <a:path extrusionOk="0" h="914" w="1656">
                      <a:moveTo>
                        <a:pt x="669" y="1"/>
                      </a:moveTo>
                      <a:cubicBezTo>
                        <a:pt x="0" y="1"/>
                        <a:pt x="1175" y="886"/>
                        <a:pt x="1655" y="913"/>
                      </a:cubicBezTo>
                      <a:cubicBezTo>
                        <a:pt x="1655" y="913"/>
                        <a:pt x="1410" y="25"/>
                        <a:pt x="692" y="1"/>
                      </a:cubicBezTo>
                      <a:cubicBezTo>
                        <a:pt x="684" y="1"/>
                        <a:pt x="677" y="1"/>
                        <a:pt x="66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3" name="Google Shape;693;p32"/>
                <p:cNvSpPr/>
                <p:nvPr/>
              </p:nvSpPr>
              <p:spPr>
                <a:xfrm>
                  <a:off x="7089565" y="3107945"/>
                  <a:ext cx="219576" cy="95562"/>
                </a:xfrm>
                <a:custGeom>
                  <a:rect b="b" l="l" r="r" t="t"/>
                  <a:pathLst>
                    <a:path extrusionOk="0" h="974" w="2238">
                      <a:moveTo>
                        <a:pt x="803" y="1"/>
                      </a:moveTo>
                      <a:cubicBezTo>
                        <a:pt x="757" y="1"/>
                        <a:pt x="711" y="6"/>
                        <a:pt x="666" y="16"/>
                      </a:cubicBezTo>
                      <a:cubicBezTo>
                        <a:pt x="0" y="168"/>
                        <a:pt x="1380" y="974"/>
                        <a:pt x="2155" y="974"/>
                      </a:cubicBezTo>
                      <a:cubicBezTo>
                        <a:pt x="2183" y="974"/>
                        <a:pt x="2211" y="973"/>
                        <a:pt x="2238" y="970"/>
                      </a:cubicBezTo>
                      <a:cubicBezTo>
                        <a:pt x="2238" y="970"/>
                        <a:pt x="1464" y="1"/>
                        <a:pt x="80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4" name="Google Shape;694;p32"/>
                <p:cNvSpPr/>
                <p:nvPr/>
              </p:nvSpPr>
              <p:spPr>
                <a:xfrm>
                  <a:off x="7126945" y="3272674"/>
                  <a:ext cx="220851" cy="117931"/>
                </a:xfrm>
                <a:custGeom>
                  <a:rect b="b" l="l" r="r" t="t"/>
                  <a:pathLst>
                    <a:path extrusionOk="0" h="1202" w="2251">
                      <a:moveTo>
                        <a:pt x="752" y="0"/>
                      </a:moveTo>
                      <a:cubicBezTo>
                        <a:pt x="0" y="0"/>
                        <a:pt x="586" y="698"/>
                        <a:pt x="2251" y="1202"/>
                      </a:cubicBezTo>
                      <a:cubicBezTo>
                        <a:pt x="2251" y="1202"/>
                        <a:pt x="1655" y="38"/>
                        <a:pt x="815" y="2"/>
                      </a:cubicBezTo>
                      <a:cubicBezTo>
                        <a:pt x="793" y="1"/>
                        <a:pt x="772" y="0"/>
                        <a:pt x="75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p32"/>
                <p:cNvSpPr/>
                <p:nvPr/>
              </p:nvSpPr>
              <p:spPr>
                <a:xfrm>
                  <a:off x="7090350" y="3435147"/>
                  <a:ext cx="295122" cy="139025"/>
                </a:xfrm>
                <a:custGeom>
                  <a:rect b="b" l="l" r="r" t="t"/>
                  <a:pathLst>
                    <a:path extrusionOk="0" h="1417" w="3008">
                      <a:moveTo>
                        <a:pt x="1029" y="0"/>
                      </a:moveTo>
                      <a:cubicBezTo>
                        <a:pt x="1004" y="0"/>
                        <a:pt x="979" y="1"/>
                        <a:pt x="955" y="3"/>
                      </a:cubicBezTo>
                      <a:cubicBezTo>
                        <a:pt x="0" y="87"/>
                        <a:pt x="1946" y="1258"/>
                        <a:pt x="3007" y="1416"/>
                      </a:cubicBezTo>
                      <a:cubicBezTo>
                        <a:pt x="3007" y="1416"/>
                        <a:pt x="1969" y="0"/>
                        <a:pt x="102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6" name="Google Shape;696;p32"/>
                <p:cNvSpPr/>
                <p:nvPr/>
              </p:nvSpPr>
              <p:spPr>
                <a:xfrm>
                  <a:off x="7139209" y="3640984"/>
                  <a:ext cx="271772" cy="137652"/>
                </a:xfrm>
                <a:custGeom>
                  <a:rect b="b" l="l" r="r" t="t"/>
                  <a:pathLst>
                    <a:path extrusionOk="0" h="1403" w="2770">
                      <a:moveTo>
                        <a:pt x="720" y="1"/>
                      </a:moveTo>
                      <a:cubicBezTo>
                        <a:pt x="0" y="1"/>
                        <a:pt x="1042" y="1000"/>
                        <a:pt x="2770" y="1402"/>
                      </a:cubicBezTo>
                      <a:cubicBezTo>
                        <a:pt x="2770" y="1402"/>
                        <a:pt x="1790" y="123"/>
                        <a:pt x="843" y="9"/>
                      </a:cubicBezTo>
                      <a:cubicBezTo>
                        <a:pt x="798" y="4"/>
                        <a:pt x="756" y="1"/>
                        <a:pt x="7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97" name="Google Shape;697;p32"/>
            <p:cNvSpPr/>
            <p:nvPr/>
          </p:nvSpPr>
          <p:spPr>
            <a:xfrm>
              <a:off x="820124" y="4056250"/>
              <a:ext cx="2274740" cy="157105"/>
            </a:xfrm>
            <a:custGeom>
              <a:rect b="b" l="l" r="r" t="t"/>
              <a:pathLst>
                <a:path extrusionOk="0" h="6446" w="41064">
                  <a:moveTo>
                    <a:pt x="20534" y="1"/>
                  </a:moveTo>
                  <a:cubicBezTo>
                    <a:pt x="9191" y="1"/>
                    <a:pt x="0" y="1445"/>
                    <a:pt x="0" y="3225"/>
                  </a:cubicBezTo>
                  <a:cubicBezTo>
                    <a:pt x="0" y="5004"/>
                    <a:pt x="9191" y="6445"/>
                    <a:pt x="20534" y="6445"/>
                  </a:cubicBezTo>
                  <a:cubicBezTo>
                    <a:pt x="31872" y="6445"/>
                    <a:pt x="41063" y="5004"/>
                    <a:pt x="41063" y="3225"/>
                  </a:cubicBezTo>
                  <a:cubicBezTo>
                    <a:pt x="41063" y="1445"/>
                    <a:pt x="31872" y="1"/>
                    <a:pt x="20534" y="1"/>
                  </a:cubicBezTo>
                  <a:close/>
                </a:path>
              </a:pathLst>
            </a:custGeom>
            <a:solidFill>
              <a:srgbClr val="092329">
                <a:alpha val="12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8" name="Google Shape;698;p32"/>
            <p:cNvGrpSpPr/>
            <p:nvPr/>
          </p:nvGrpSpPr>
          <p:grpSpPr>
            <a:xfrm>
              <a:off x="1285152" y="1804788"/>
              <a:ext cx="417740" cy="386444"/>
              <a:chOff x="7402362" y="3681535"/>
              <a:chExt cx="402757" cy="372728"/>
            </a:xfrm>
          </p:grpSpPr>
          <p:sp>
            <p:nvSpPr>
              <p:cNvPr id="699" name="Google Shape;699;p32"/>
              <p:cNvSpPr/>
              <p:nvPr/>
            </p:nvSpPr>
            <p:spPr>
              <a:xfrm>
                <a:off x="7471248" y="3681535"/>
                <a:ext cx="333871" cy="303763"/>
              </a:xfrm>
              <a:custGeom>
                <a:rect b="b" l="l" r="r" t="t"/>
                <a:pathLst>
                  <a:path extrusionOk="0" h="11562" w="12708">
                    <a:moveTo>
                      <a:pt x="6341" y="0"/>
                    </a:moveTo>
                    <a:cubicBezTo>
                      <a:pt x="4868" y="0"/>
                      <a:pt x="3393" y="562"/>
                      <a:pt x="2268" y="1687"/>
                    </a:cubicBezTo>
                    <a:cubicBezTo>
                      <a:pt x="0" y="3955"/>
                      <a:pt x="21" y="7624"/>
                      <a:pt x="2296" y="9871"/>
                    </a:cubicBezTo>
                    <a:cubicBezTo>
                      <a:pt x="2407" y="9982"/>
                      <a:pt x="2518" y="10086"/>
                      <a:pt x="2636" y="10184"/>
                    </a:cubicBezTo>
                    <a:cubicBezTo>
                      <a:pt x="3718" y="11105"/>
                      <a:pt x="5049" y="11561"/>
                      <a:pt x="6375" y="11561"/>
                    </a:cubicBezTo>
                    <a:cubicBezTo>
                      <a:pt x="7854" y="11561"/>
                      <a:pt x="9327" y="10994"/>
                      <a:pt x="10446" y="9871"/>
                    </a:cubicBezTo>
                    <a:cubicBezTo>
                      <a:pt x="12576" y="7749"/>
                      <a:pt x="12707" y="4343"/>
                      <a:pt x="10758" y="2061"/>
                    </a:cubicBezTo>
                    <a:cubicBezTo>
                      <a:pt x="10661" y="1943"/>
                      <a:pt x="10557" y="1832"/>
                      <a:pt x="10446" y="1721"/>
                    </a:cubicBezTo>
                    <a:cubicBezTo>
                      <a:pt x="9320" y="574"/>
                      <a:pt x="7831" y="0"/>
                      <a:pt x="6341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32"/>
              <p:cNvSpPr/>
              <p:nvPr/>
            </p:nvSpPr>
            <p:spPr>
              <a:xfrm>
                <a:off x="7540502" y="3735683"/>
                <a:ext cx="236741" cy="236558"/>
              </a:xfrm>
              <a:custGeom>
                <a:rect b="b" l="l" r="r" t="t"/>
                <a:pathLst>
                  <a:path extrusionOk="0" h="9004" w="9011">
                    <a:moveTo>
                      <a:pt x="8122" y="0"/>
                    </a:moveTo>
                    <a:lnTo>
                      <a:pt x="0" y="8123"/>
                    </a:lnTo>
                    <a:cubicBezTo>
                      <a:pt x="423" y="8483"/>
                      <a:pt x="895" y="8781"/>
                      <a:pt x="1401" y="9003"/>
                    </a:cubicBezTo>
                    <a:lnTo>
                      <a:pt x="9010" y="1401"/>
                    </a:lnTo>
                    <a:cubicBezTo>
                      <a:pt x="8781" y="888"/>
                      <a:pt x="8483" y="416"/>
                      <a:pt x="81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32"/>
              <p:cNvSpPr/>
              <p:nvPr/>
            </p:nvSpPr>
            <p:spPr>
              <a:xfrm>
                <a:off x="7472693" y="3728274"/>
                <a:ext cx="283585" cy="256998"/>
              </a:xfrm>
              <a:custGeom>
                <a:rect b="b" l="l" r="r" t="t"/>
                <a:pathLst>
                  <a:path extrusionOk="0" h="9782" w="10794">
                    <a:moveTo>
                      <a:pt x="9427" y="8869"/>
                    </a:moveTo>
                    <a:cubicBezTo>
                      <a:pt x="9426" y="8870"/>
                      <a:pt x="9424" y="8871"/>
                      <a:pt x="9423" y="8872"/>
                    </a:cubicBezTo>
                    <a:lnTo>
                      <a:pt x="9423" y="8872"/>
                    </a:lnTo>
                    <a:cubicBezTo>
                      <a:pt x="9422" y="8873"/>
                      <a:pt x="9421" y="8875"/>
                      <a:pt x="9420" y="8876"/>
                    </a:cubicBezTo>
                    <a:lnTo>
                      <a:pt x="9427" y="8869"/>
                    </a:lnTo>
                    <a:close/>
                    <a:moveTo>
                      <a:pt x="4560" y="0"/>
                    </a:moveTo>
                    <a:cubicBezTo>
                      <a:pt x="3489" y="0"/>
                      <a:pt x="2412" y="298"/>
                      <a:pt x="1457" y="907"/>
                    </a:cubicBezTo>
                    <a:cubicBezTo>
                      <a:pt x="1" y="3189"/>
                      <a:pt x="327" y="6178"/>
                      <a:pt x="2241" y="8092"/>
                    </a:cubicBezTo>
                    <a:cubicBezTo>
                      <a:pt x="2352" y="8203"/>
                      <a:pt x="2463" y="8307"/>
                      <a:pt x="2574" y="8405"/>
                    </a:cubicBezTo>
                    <a:cubicBezTo>
                      <a:pt x="3647" y="9316"/>
                      <a:pt x="4980" y="9782"/>
                      <a:pt x="6320" y="9782"/>
                    </a:cubicBezTo>
                    <a:cubicBezTo>
                      <a:pt x="7394" y="9782"/>
                      <a:pt x="8472" y="9482"/>
                      <a:pt x="9423" y="8872"/>
                    </a:cubicBezTo>
                    <a:lnTo>
                      <a:pt x="9423" y="8872"/>
                    </a:lnTo>
                    <a:cubicBezTo>
                      <a:pt x="10793" y="6736"/>
                      <a:pt x="10605" y="3957"/>
                      <a:pt x="8955" y="2023"/>
                    </a:cubicBezTo>
                    <a:cubicBezTo>
                      <a:pt x="8858" y="1912"/>
                      <a:pt x="8754" y="1794"/>
                      <a:pt x="8643" y="1690"/>
                    </a:cubicBezTo>
                    <a:cubicBezTo>
                      <a:pt x="7529" y="576"/>
                      <a:pt x="6051" y="0"/>
                      <a:pt x="4560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32"/>
              <p:cNvSpPr/>
              <p:nvPr/>
            </p:nvSpPr>
            <p:spPr>
              <a:xfrm>
                <a:off x="7508791" y="3711985"/>
                <a:ext cx="251691" cy="243572"/>
              </a:xfrm>
              <a:custGeom>
                <a:rect b="b" l="l" r="r" t="t"/>
                <a:pathLst>
                  <a:path extrusionOk="0" h="9271" w="9580">
                    <a:moveTo>
                      <a:pt x="4946" y="1"/>
                    </a:moveTo>
                    <a:cubicBezTo>
                      <a:pt x="4842" y="1"/>
                      <a:pt x="4738" y="7"/>
                      <a:pt x="4641" y="14"/>
                    </a:cubicBezTo>
                    <a:cubicBezTo>
                      <a:pt x="2906" y="125"/>
                      <a:pt x="1381" y="1201"/>
                      <a:pt x="694" y="2796"/>
                    </a:cubicBezTo>
                    <a:cubicBezTo>
                      <a:pt x="0" y="4384"/>
                      <a:pt x="257" y="6229"/>
                      <a:pt x="1360" y="7575"/>
                    </a:cubicBezTo>
                    <a:cubicBezTo>
                      <a:pt x="1561" y="7818"/>
                      <a:pt x="1790" y="8047"/>
                      <a:pt x="2039" y="8248"/>
                    </a:cubicBezTo>
                    <a:cubicBezTo>
                      <a:pt x="2878" y="8922"/>
                      <a:pt x="3906" y="9270"/>
                      <a:pt x="4943" y="9270"/>
                    </a:cubicBezTo>
                    <a:cubicBezTo>
                      <a:pt x="5623" y="9270"/>
                      <a:pt x="6306" y="9121"/>
                      <a:pt x="6943" y="8816"/>
                    </a:cubicBezTo>
                    <a:cubicBezTo>
                      <a:pt x="8553" y="8047"/>
                      <a:pt x="9579" y="6417"/>
                      <a:pt x="9579" y="4634"/>
                    </a:cubicBezTo>
                    <a:cubicBezTo>
                      <a:pt x="9579" y="3247"/>
                      <a:pt x="8955" y="1936"/>
                      <a:pt x="7880" y="1055"/>
                    </a:cubicBezTo>
                    <a:cubicBezTo>
                      <a:pt x="7741" y="937"/>
                      <a:pt x="7595" y="833"/>
                      <a:pt x="7443" y="736"/>
                    </a:cubicBezTo>
                    <a:cubicBezTo>
                      <a:pt x="6694" y="257"/>
                      <a:pt x="5827" y="1"/>
                      <a:pt x="4946" y="1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32"/>
              <p:cNvSpPr/>
              <p:nvPr/>
            </p:nvSpPr>
            <p:spPr>
              <a:xfrm>
                <a:off x="7496575" y="3728248"/>
                <a:ext cx="251323" cy="227310"/>
              </a:xfrm>
              <a:custGeom>
                <a:rect b="b" l="l" r="r" t="t"/>
                <a:pathLst>
                  <a:path extrusionOk="0" h="8652" w="9566">
                    <a:moveTo>
                      <a:pt x="3663" y="0"/>
                    </a:moveTo>
                    <a:cubicBezTo>
                      <a:pt x="3458" y="0"/>
                      <a:pt x="3252" y="11"/>
                      <a:pt x="3045" y="34"/>
                    </a:cubicBezTo>
                    <a:cubicBezTo>
                      <a:pt x="444" y="1580"/>
                      <a:pt x="0" y="5159"/>
                      <a:pt x="2137" y="7296"/>
                    </a:cubicBezTo>
                    <a:cubicBezTo>
                      <a:pt x="3053" y="8211"/>
                      <a:pt x="4232" y="8652"/>
                      <a:pt x="5403" y="8652"/>
                    </a:cubicBezTo>
                    <a:cubicBezTo>
                      <a:pt x="6963" y="8652"/>
                      <a:pt x="8508" y="7869"/>
                      <a:pt x="9392" y="6387"/>
                    </a:cubicBezTo>
                    <a:cubicBezTo>
                      <a:pt x="9565" y="4813"/>
                      <a:pt x="9080" y="3231"/>
                      <a:pt x="8053" y="2024"/>
                    </a:cubicBezTo>
                    <a:cubicBezTo>
                      <a:pt x="7949" y="1913"/>
                      <a:pt x="7845" y="1795"/>
                      <a:pt x="7741" y="1691"/>
                    </a:cubicBezTo>
                    <a:cubicBezTo>
                      <a:pt x="6653" y="603"/>
                      <a:pt x="5183" y="0"/>
                      <a:pt x="36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32"/>
              <p:cNvSpPr/>
              <p:nvPr/>
            </p:nvSpPr>
            <p:spPr>
              <a:xfrm>
                <a:off x="7511524" y="3731296"/>
                <a:ext cx="221976" cy="232564"/>
              </a:xfrm>
              <a:custGeom>
                <a:rect b="b" l="l" r="r" t="t"/>
                <a:pathLst>
                  <a:path extrusionOk="0" h="8852" w="8449">
                    <a:moveTo>
                      <a:pt x="7339" y="1"/>
                    </a:moveTo>
                    <a:lnTo>
                      <a:pt x="0" y="7339"/>
                    </a:lnTo>
                    <a:cubicBezTo>
                      <a:pt x="139" y="7866"/>
                      <a:pt x="340" y="8373"/>
                      <a:pt x="597" y="8851"/>
                    </a:cubicBezTo>
                    <a:lnTo>
                      <a:pt x="1935" y="7513"/>
                    </a:lnTo>
                    <a:lnTo>
                      <a:pt x="8449" y="1000"/>
                    </a:lnTo>
                    <a:cubicBezTo>
                      <a:pt x="8247" y="750"/>
                      <a:pt x="8025" y="521"/>
                      <a:pt x="7776" y="320"/>
                    </a:cubicBezTo>
                    <a:cubicBezTo>
                      <a:pt x="7637" y="202"/>
                      <a:pt x="7491" y="98"/>
                      <a:pt x="73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32"/>
              <p:cNvSpPr/>
              <p:nvPr/>
            </p:nvSpPr>
            <p:spPr>
              <a:xfrm>
                <a:off x="7519721" y="3712169"/>
                <a:ext cx="144157" cy="136696"/>
              </a:xfrm>
              <a:custGeom>
                <a:rect b="b" l="l" r="r" t="t"/>
                <a:pathLst>
                  <a:path extrusionOk="0" h="5203" w="5487">
                    <a:moveTo>
                      <a:pt x="4530" y="0"/>
                    </a:moveTo>
                    <a:cubicBezTo>
                      <a:pt x="4426" y="0"/>
                      <a:pt x="4322" y="7"/>
                      <a:pt x="4225" y="14"/>
                    </a:cubicBezTo>
                    <a:lnTo>
                      <a:pt x="0" y="4232"/>
                    </a:lnTo>
                    <a:cubicBezTo>
                      <a:pt x="91" y="4571"/>
                      <a:pt x="215" y="4897"/>
                      <a:pt x="382" y="5203"/>
                    </a:cubicBezTo>
                    <a:lnTo>
                      <a:pt x="5487" y="98"/>
                    </a:lnTo>
                    <a:cubicBezTo>
                      <a:pt x="5175" y="35"/>
                      <a:pt x="4849" y="0"/>
                      <a:pt x="45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32"/>
              <p:cNvSpPr/>
              <p:nvPr/>
            </p:nvSpPr>
            <p:spPr>
              <a:xfrm>
                <a:off x="7502039" y="3706442"/>
                <a:ext cx="276466" cy="254686"/>
              </a:xfrm>
              <a:custGeom>
                <a:rect b="b" l="l" r="r" t="t"/>
                <a:pathLst>
                  <a:path extrusionOk="0" h="9694" w="10523">
                    <a:moveTo>
                      <a:pt x="5203" y="434"/>
                    </a:moveTo>
                    <a:cubicBezTo>
                      <a:pt x="6375" y="434"/>
                      <a:pt x="7492" y="898"/>
                      <a:pt x="8324" y="1724"/>
                    </a:cubicBezTo>
                    <a:cubicBezTo>
                      <a:pt x="9808" y="3215"/>
                      <a:pt x="10044" y="5545"/>
                      <a:pt x="8872" y="7300"/>
                    </a:cubicBezTo>
                    <a:cubicBezTo>
                      <a:pt x="8035" y="8555"/>
                      <a:pt x="6642" y="9259"/>
                      <a:pt x="5203" y="9259"/>
                    </a:cubicBezTo>
                    <a:cubicBezTo>
                      <a:pt x="4638" y="9259"/>
                      <a:pt x="4065" y="9150"/>
                      <a:pt x="3517" y="8923"/>
                    </a:cubicBezTo>
                    <a:cubicBezTo>
                      <a:pt x="1568" y="8119"/>
                      <a:pt x="465" y="6052"/>
                      <a:pt x="875" y="3992"/>
                    </a:cubicBezTo>
                    <a:cubicBezTo>
                      <a:pt x="1284" y="1925"/>
                      <a:pt x="3094" y="434"/>
                      <a:pt x="5203" y="434"/>
                    </a:cubicBezTo>
                    <a:close/>
                    <a:moveTo>
                      <a:pt x="5207" y="0"/>
                    </a:moveTo>
                    <a:cubicBezTo>
                      <a:pt x="4584" y="0"/>
                      <a:pt x="3954" y="120"/>
                      <a:pt x="3351" y="371"/>
                    </a:cubicBezTo>
                    <a:cubicBezTo>
                      <a:pt x="1214" y="1252"/>
                      <a:pt x="1" y="3520"/>
                      <a:pt x="451" y="5788"/>
                    </a:cubicBezTo>
                    <a:cubicBezTo>
                      <a:pt x="895" y="8056"/>
                      <a:pt x="2886" y="9693"/>
                      <a:pt x="5203" y="9693"/>
                    </a:cubicBezTo>
                    <a:cubicBezTo>
                      <a:pt x="5211" y="9693"/>
                      <a:pt x="5220" y="9693"/>
                      <a:pt x="5228" y="9693"/>
                    </a:cubicBezTo>
                    <a:cubicBezTo>
                      <a:pt x="6502" y="9693"/>
                      <a:pt x="7727" y="9181"/>
                      <a:pt x="8629" y="8278"/>
                    </a:cubicBezTo>
                    <a:cubicBezTo>
                      <a:pt x="10266" y="6641"/>
                      <a:pt x="10523" y="4082"/>
                      <a:pt x="9240" y="2154"/>
                    </a:cubicBezTo>
                    <a:cubicBezTo>
                      <a:pt x="8319" y="775"/>
                      <a:pt x="6788" y="0"/>
                      <a:pt x="5207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32"/>
              <p:cNvSpPr/>
              <p:nvPr/>
            </p:nvSpPr>
            <p:spPr>
              <a:xfrm>
                <a:off x="7402362" y="3750580"/>
                <a:ext cx="333871" cy="303684"/>
              </a:xfrm>
              <a:custGeom>
                <a:rect b="b" l="l" r="r" t="t"/>
                <a:pathLst>
                  <a:path extrusionOk="0" h="11559" w="12708">
                    <a:moveTo>
                      <a:pt x="6339" y="0"/>
                    </a:moveTo>
                    <a:cubicBezTo>
                      <a:pt x="4863" y="0"/>
                      <a:pt x="3387" y="562"/>
                      <a:pt x="2262" y="1688"/>
                    </a:cubicBezTo>
                    <a:cubicBezTo>
                      <a:pt x="0" y="3949"/>
                      <a:pt x="14" y="7625"/>
                      <a:pt x="2296" y="9865"/>
                    </a:cubicBezTo>
                    <a:cubicBezTo>
                      <a:pt x="2407" y="9976"/>
                      <a:pt x="2518" y="10080"/>
                      <a:pt x="2629" y="10177"/>
                    </a:cubicBezTo>
                    <a:cubicBezTo>
                      <a:pt x="3711" y="11101"/>
                      <a:pt x="5041" y="11558"/>
                      <a:pt x="6368" y="11558"/>
                    </a:cubicBezTo>
                    <a:cubicBezTo>
                      <a:pt x="7850" y="11558"/>
                      <a:pt x="9327" y="10989"/>
                      <a:pt x="10446" y="9865"/>
                    </a:cubicBezTo>
                    <a:lnTo>
                      <a:pt x="10446" y="9872"/>
                    </a:lnTo>
                    <a:cubicBezTo>
                      <a:pt x="12569" y="7743"/>
                      <a:pt x="12708" y="4344"/>
                      <a:pt x="10758" y="2055"/>
                    </a:cubicBezTo>
                    <a:cubicBezTo>
                      <a:pt x="10654" y="1937"/>
                      <a:pt x="10557" y="1826"/>
                      <a:pt x="10446" y="1715"/>
                    </a:cubicBezTo>
                    <a:cubicBezTo>
                      <a:pt x="9318" y="573"/>
                      <a:pt x="7828" y="0"/>
                      <a:pt x="6339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32"/>
              <p:cNvSpPr/>
              <p:nvPr/>
            </p:nvSpPr>
            <p:spPr>
              <a:xfrm>
                <a:off x="7471432" y="3804570"/>
                <a:ext cx="236741" cy="236741"/>
              </a:xfrm>
              <a:custGeom>
                <a:rect b="b" l="l" r="r" t="t"/>
                <a:pathLst>
                  <a:path extrusionOk="0" h="9011" w="9011">
                    <a:moveTo>
                      <a:pt x="8129" y="0"/>
                    </a:moveTo>
                    <a:lnTo>
                      <a:pt x="0" y="8122"/>
                    </a:lnTo>
                    <a:cubicBezTo>
                      <a:pt x="423" y="8483"/>
                      <a:pt x="895" y="8781"/>
                      <a:pt x="1408" y="9010"/>
                    </a:cubicBezTo>
                    <a:lnTo>
                      <a:pt x="9010" y="1401"/>
                    </a:lnTo>
                    <a:cubicBezTo>
                      <a:pt x="8788" y="895"/>
                      <a:pt x="8490" y="423"/>
                      <a:pt x="81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32"/>
              <p:cNvSpPr/>
              <p:nvPr/>
            </p:nvSpPr>
            <p:spPr>
              <a:xfrm>
                <a:off x="7435334" y="3781029"/>
                <a:ext cx="256078" cy="243520"/>
              </a:xfrm>
              <a:custGeom>
                <a:rect b="b" l="l" r="r" t="t"/>
                <a:pathLst>
                  <a:path extrusionOk="0" h="9269" w="9747">
                    <a:moveTo>
                      <a:pt x="5117" y="0"/>
                    </a:moveTo>
                    <a:cubicBezTo>
                      <a:pt x="4109" y="0"/>
                      <a:pt x="3101" y="328"/>
                      <a:pt x="2262" y="986"/>
                    </a:cubicBezTo>
                    <a:cubicBezTo>
                      <a:pt x="556" y="2318"/>
                      <a:pt x="1" y="4656"/>
                      <a:pt x="930" y="6618"/>
                    </a:cubicBezTo>
                    <a:cubicBezTo>
                      <a:pt x="1705" y="8262"/>
                      <a:pt x="3357" y="9269"/>
                      <a:pt x="5120" y="9269"/>
                    </a:cubicBezTo>
                    <a:cubicBezTo>
                      <a:pt x="5455" y="9269"/>
                      <a:pt x="5795" y="9232"/>
                      <a:pt x="6133" y="9157"/>
                    </a:cubicBezTo>
                    <a:cubicBezTo>
                      <a:pt x="8248" y="8679"/>
                      <a:pt x="9746" y="6799"/>
                      <a:pt x="9746" y="4635"/>
                    </a:cubicBezTo>
                    <a:cubicBezTo>
                      <a:pt x="9746" y="3247"/>
                      <a:pt x="9122" y="1930"/>
                      <a:pt x="8054" y="1049"/>
                    </a:cubicBezTo>
                    <a:cubicBezTo>
                      <a:pt x="7201" y="351"/>
                      <a:pt x="6159" y="0"/>
                      <a:pt x="5117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32"/>
              <p:cNvSpPr/>
              <p:nvPr/>
            </p:nvSpPr>
            <p:spPr>
              <a:xfrm>
                <a:off x="7435701" y="3780924"/>
                <a:ext cx="211231" cy="198962"/>
              </a:xfrm>
              <a:custGeom>
                <a:rect b="b" l="l" r="r" t="t"/>
                <a:pathLst>
                  <a:path extrusionOk="0" h="7573" w="8040">
                    <a:moveTo>
                      <a:pt x="5097" y="1"/>
                    </a:moveTo>
                    <a:cubicBezTo>
                      <a:pt x="3906" y="1"/>
                      <a:pt x="2718" y="458"/>
                      <a:pt x="1818" y="1358"/>
                    </a:cubicBezTo>
                    <a:cubicBezTo>
                      <a:pt x="133" y="3043"/>
                      <a:pt x="1" y="5735"/>
                      <a:pt x="1520" y="7573"/>
                    </a:cubicBezTo>
                    <a:lnTo>
                      <a:pt x="1520" y="7573"/>
                    </a:lnTo>
                    <a:lnTo>
                      <a:pt x="8040" y="1053"/>
                    </a:lnTo>
                    <a:cubicBezTo>
                      <a:pt x="7180" y="348"/>
                      <a:pt x="6137" y="1"/>
                      <a:pt x="509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32"/>
              <p:cNvSpPr/>
              <p:nvPr/>
            </p:nvSpPr>
            <p:spPr>
              <a:xfrm>
                <a:off x="7452122" y="3785417"/>
                <a:ext cx="174949" cy="174791"/>
              </a:xfrm>
              <a:custGeom>
                <a:rect b="b" l="l" r="r" t="t"/>
                <a:pathLst>
                  <a:path extrusionOk="0" h="6653" w="6659">
                    <a:moveTo>
                      <a:pt x="5688" y="1"/>
                    </a:moveTo>
                    <a:lnTo>
                      <a:pt x="0" y="5682"/>
                    </a:lnTo>
                    <a:cubicBezTo>
                      <a:pt x="97" y="6014"/>
                      <a:pt x="222" y="6340"/>
                      <a:pt x="388" y="6653"/>
                    </a:cubicBezTo>
                    <a:lnTo>
                      <a:pt x="6659" y="382"/>
                    </a:lnTo>
                    <a:cubicBezTo>
                      <a:pt x="6354" y="216"/>
                      <a:pt x="6028" y="91"/>
                      <a:pt x="5688" y="1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32"/>
              <p:cNvSpPr/>
              <p:nvPr/>
            </p:nvSpPr>
            <p:spPr>
              <a:xfrm>
                <a:off x="7432969" y="3775407"/>
                <a:ext cx="276466" cy="254791"/>
              </a:xfrm>
              <a:custGeom>
                <a:rect b="b" l="l" r="r" t="t"/>
                <a:pathLst>
                  <a:path extrusionOk="0" h="9698" w="10523">
                    <a:moveTo>
                      <a:pt x="5229" y="437"/>
                    </a:moveTo>
                    <a:cubicBezTo>
                      <a:pt x="6392" y="437"/>
                      <a:pt x="7505" y="901"/>
                      <a:pt x="8324" y="1727"/>
                    </a:cubicBezTo>
                    <a:cubicBezTo>
                      <a:pt x="9815" y="3212"/>
                      <a:pt x="10044" y="5549"/>
                      <a:pt x="8879" y="7297"/>
                    </a:cubicBezTo>
                    <a:cubicBezTo>
                      <a:pt x="8036" y="8554"/>
                      <a:pt x="6642" y="9262"/>
                      <a:pt x="5203" y="9262"/>
                    </a:cubicBezTo>
                    <a:cubicBezTo>
                      <a:pt x="4640" y="9262"/>
                      <a:pt x="4070" y="9153"/>
                      <a:pt x="3524" y="8927"/>
                    </a:cubicBezTo>
                    <a:cubicBezTo>
                      <a:pt x="1575" y="8123"/>
                      <a:pt x="472" y="6056"/>
                      <a:pt x="882" y="3989"/>
                    </a:cubicBezTo>
                    <a:cubicBezTo>
                      <a:pt x="1291" y="1922"/>
                      <a:pt x="3101" y="437"/>
                      <a:pt x="5203" y="437"/>
                    </a:cubicBezTo>
                    <a:cubicBezTo>
                      <a:pt x="5212" y="437"/>
                      <a:pt x="5220" y="437"/>
                      <a:pt x="5229" y="437"/>
                    </a:cubicBezTo>
                    <a:close/>
                    <a:moveTo>
                      <a:pt x="5204" y="0"/>
                    </a:moveTo>
                    <a:cubicBezTo>
                      <a:pt x="4583" y="0"/>
                      <a:pt x="3954" y="119"/>
                      <a:pt x="3351" y="368"/>
                    </a:cubicBezTo>
                    <a:cubicBezTo>
                      <a:pt x="1215" y="1256"/>
                      <a:pt x="1" y="3524"/>
                      <a:pt x="452" y="5792"/>
                    </a:cubicBezTo>
                    <a:cubicBezTo>
                      <a:pt x="902" y="8060"/>
                      <a:pt x="2893" y="9697"/>
                      <a:pt x="5203" y="9697"/>
                    </a:cubicBezTo>
                    <a:cubicBezTo>
                      <a:pt x="6493" y="9697"/>
                      <a:pt x="7728" y="9191"/>
                      <a:pt x="8636" y="8275"/>
                    </a:cubicBezTo>
                    <a:cubicBezTo>
                      <a:pt x="10266" y="6645"/>
                      <a:pt x="10523" y="4079"/>
                      <a:pt x="9240" y="2157"/>
                    </a:cubicBezTo>
                    <a:cubicBezTo>
                      <a:pt x="8319" y="773"/>
                      <a:pt x="6786" y="0"/>
                      <a:pt x="5204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32"/>
              <p:cNvSpPr/>
              <p:nvPr/>
            </p:nvSpPr>
            <p:spPr>
              <a:xfrm>
                <a:off x="7528286" y="3838093"/>
                <a:ext cx="82758" cy="129418"/>
              </a:xfrm>
              <a:custGeom>
                <a:rect b="b" l="l" r="r" t="t"/>
                <a:pathLst>
                  <a:path extrusionOk="0" h="4926" w="3150">
                    <a:moveTo>
                      <a:pt x="1575" y="0"/>
                    </a:moveTo>
                    <a:cubicBezTo>
                      <a:pt x="722" y="0"/>
                      <a:pt x="14" y="604"/>
                      <a:pt x="14" y="1339"/>
                    </a:cubicBezTo>
                    <a:cubicBezTo>
                      <a:pt x="14" y="2081"/>
                      <a:pt x="715" y="2678"/>
                      <a:pt x="1575" y="2678"/>
                    </a:cubicBezTo>
                    <a:cubicBezTo>
                      <a:pt x="2199" y="2678"/>
                      <a:pt x="2705" y="3087"/>
                      <a:pt x="2705" y="3579"/>
                    </a:cubicBezTo>
                    <a:cubicBezTo>
                      <a:pt x="2705" y="4079"/>
                      <a:pt x="2199" y="4488"/>
                      <a:pt x="1575" y="4488"/>
                    </a:cubicBezTo>
                    <a:cubicBezTo>
                      <a:pt x="958" y="4488"/>
                      <a:pt x="451" y="4079"/>
                      <a:pt x="451" y="3579"/>
                    </a:cubicBezTo>
                    <a:cubicBezTo>
                      <a:pt x="465" y="3423"/>
                      <a:pt x="349" y="3345"/>
                      <a:pt x="233" y="3345"/>
                    </a:cubicBezTo>
                    <a:cubicBezTo>
                      <a:pt x="117" y="3345"/>
                      <a:pt x="0" y="3423"/>
                      <a:pt x="14" y="3579"/>
                    </a:cubicBezTo>
                    <a:cubicBezTo>
                      <a:pt x="14" y="4322"/>
                      <a:pt x="715" y="4925"/>
                      <a:pt x="1575" y="4925"/>
                    </a:cubicBezTo>
                    <a:cubicBezTo>
                      <a:pt x="2442" y="4925"/>
                      <a:pt x="3136" y="4322"/>
                      <a:pt x="3136" y="3579"/>
                    </a:cubicBezTo>
                    <a:cubicBezTo>
                      <a:pt x="3136" y="2844"/>
                      <a:pt x="2442" y="2241"/>
                      <a:pt x="1575" y="2241"/>
                    </a:cubicBezTo>
                    <a:cubicBezTo>
                      <a:pt x="958" y="2241"/>
                      <a:pt x="451" y="1838"/>
                      <a:pt x="451" y="1339"/>
                    </a:cubicBezTo>
                    <a:cubicBezTo>
                      <a:pt x="451" y="840"/>
                      <a:pt x="958" y="437"/>
                      <a:pt x="1575" y="437"/>
                    </a:cubicBezTo>
                    <a:cubicBezTo>
                      <a:pt x="2199" y="437"/>
                      <a:pt x="2705" y="840"/>
                      <a:pt x="2705" y="1339"/>
                    </a:cubicBezTo>
                    <a:cubicBezTo>
                      <a:pt x="2692" y="1499"/>
                      <a:pt x="2806" y="1578"/>
                      <a:pt x="2921" y="1578"/>
                    </a:cubicBezTo>
                    <a:cubicBezTo>
                      <a:pt x="3035" y="1578"/>
                      <a:pt x="3149" y="1499"/>
                      <a:pt x="3136" y="1339"/>
                    </a:cubicBezTo>
                    <a:cubicBezTo>
                      <a:pt x="3136" y="604"/>
                      <a:pt x="2435" y="0"/>
                      <a:pt x="157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32"/>
              <p:cNvSpPr/>
              <p:nvPr/>
            </p:nvSpPr>
            <p:spPr>
              <a:xfrm>
                <a:off x="7563622" y="3825798"/>
                <a:ext cx="12164" cy="153353"/>
              </a:xfrm>
              <a:custGeom>
                <a:rect b="b" l="l" r="r" t="t"/>
                <a:pathLst>
                  <a:path extrusionOk="0" h="5837" w="463">
                    <a:moveTo>
                      <a:pt x="232" y="0"/>
                    </a:moveTo>
                    <a:cubicBezTo>
                      <a:pt x="117" y="0"/>
                      <a:pt x="1" y="80"/>
                      <a:pt x="15" y="239"/>
                    </a:cubicBezTo>
                    <a:lnTo>
                      <a:pt x="15" y="5622"/>
                    </a:lnTo>
                    <a:cubicBezTo>
                      <a:pt x="15" y="5740"/>
                      <a:pt x="112" y="5837"/>
                      <a:pt x="230" y="5837"/>
                    </a:cubicBezTo>
                    <a:cubicBezTo>
                      <a:pt x="355" y="5837"/>
                      <a:pt x="452" y="5740"/>
                      <a:pt x="445" y="5622"/>
                    </a:cubicBezTo>
                    <a:lnTo>
                      <a:pt x="445" y="239"/>
                    </a:lnTo>
                    <a:cubicBezTo>
                      <a:pt x="462" y="80"/>
                      <a:pt x="348" y="0"/>
                      <a:pt x="2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5" name="Google Shape;715;p32"/>
            <p:cNvGrpSpPr/>
            <p:nvPr/>
          </p:nvGrpSpPr>
          <p:grpSpPr>
            <a:xfrm>
              <a:off x="2411177" y="2472088"/>
              <a:ext cx="417740" cy="386444"/>
              <a:chOff x="7402362" y="3681535"/>
              <a:chExt cx="402757" cy="372728"/>
            </a:xfrm>
          </p:grpSpPr>
          <p:sp>
            <p:nvSpPr>
              <p:cNvPr id="716" name="Google Shape;716;p32"/>
              <p:cNvSpPr/>
              <p:nvPr/>
            </p:nvSpPr>
            <p:spPr>
              <a:xfrm>
                <a:off x="7471248" y="3681535"/>
                <a:ext cx="333871" cy="303763"/>
              </a:xfrm>
              <a:custGeom>
                <a:rect b="b" l="l" r="r" t="t"/>
                <a:pathLst>
                  <a:path extrusionOk="0" h="11562" w="12708">
                    <a:moveTo>
                      <a:pt x="6341" y="0"/>
                    </a:moveTo>
                    <a:cubicBezTo>
                      <a:pt x="4868" y="0"/>
                      <a:pt x="3393" y="562"/>
                      <a:pt x="2268" y="1687"/>
                    </a:cubicBezTo>
                    <a:cubicBezTo>
                      <a:pt x="0" y="3955"/>
                      <a:pt x="21" y="7624"/>
                      <a:pt x="2296" y="9871"/>
                    </a:cubicBezTo>
                    <a:cubicBezTo>
                      <a:pt x="2407" y="9982"/>
                      <a:pt x="2518" y="10086"/>
                      <a:pt x="2636" y="10184"/>
                    </a:cubicBezTo>
                    <a:cubicBezTo>
                      <a:pt x="3718" y="11105"/>
                      <a:pt x="5049" y="11561"/>
                      <a:pt x="6375" y="11561"/>
                    </a:cubicBezTo>
                    <a:cubicBezTo>
                      <a:pt x="7854" y="11561"/>
                      <a:pt x="9327" y="10994"/>
                      <a:pt x="10446" y="9871"/>
                    </a:cubicBezTo>
                    <a:cubicBezTo>
                      <a:pt x="12576" y="7749"/>
                      <a:pt x="12707" y="4343"/>
                      <a:pt x="10758" y="2061"/>
                    </a:cubicBezTo>
                    <a:cubicBezTo>
                      <a:pt x="10661" y="1943"/>
                      <a:pt x="10557" y="1832"/>
                      <a:pt x="10446" y="1721"/>
                    </a:cubicBezTo>
                    <a:cubicBezTo>
                      <a:pt x="9320" y="574"/>
                      <a:pt x="7831" y="0"/>
                      <a:pt x="6341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32"/>
              <p:cNvSpPr/>
              <p:nvPr/>
            </p:nvSpPr>
            <p:spPr>
              <a:xfrm>
                <a:off x="7540502" y="3735683"/>
                <a:ext cx="236741" cy="236558"/>
              </a:xfrm>
              <a:custGeom>
                <a:rect b="b" l="l" r="r" t="t"/>
                <a:pathLst>
                  <a:path extrusionOk="0" h="9004" w="9011">
                    <a:moveTo>
                      <a:pt x="8122" y="0"/>
                    </a:moveTo>
                    <a:lnTo>
                      <a:pt x="0" y="8123"/>
                    </a:lnTo>
                    <a:cubicBezTo>
                      <a:pt x="423" y="8483"/>
                      <a:pt x="895" y="8781"/>
                      <a:pt x="1401" y="9003"/>
                    </a:cubicBezTo>
                    <a:lnTo>
                      <a:pt x="9010" y="1401"/>
                    </a:lnTo>
                    <a:cubicBezTo>
                      <a:pt x="8781" y="888"/>
                      <a:pt x="8483" y="416"/>
                      <a:pt x="81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32"/>
              <p:cNvSpPr/>
              <p:nvPr/>
            </p:nvSpPr>
            <p:spPr>
              <a:xfrm>
                <a:off x="7472693" y="3728274"/>
                <a:ext cx="283585" cy="256998"/>
              </a:xfrm>
              <a:custGeom>
                <a:rect b="b" l="l" r="r" t="t"/>
                <a:pathLst>
                  <a:path extrusionOk="0" h="9782" w="10794">
                    <a:moveTo>
                      <a:pt x="9427" y="8869"/>
                    </a:moveTo>
                    <a:cubicBezTo>
                      <a:pt x="9426" y="8870"/>
                      <a:pt x="9424" y="8871"/>
                      <a:pt x="9423" y="8872"/>
                    </a:cubicBezTo>
                    <a:lnTo>
                      <a:pt x="9423" y="8872"/>
                    </a:lnTo>
                    <a:cubicBezTo>
                      <a:pt x="9422" y="8873"/>
                      <a:pt x="9421" y="8875"/>
                      <a:pt x="9420" y="8876"/>
                    </a:cubicBezTo>
                    <a:lnTo>
                      <a:pt x="9427" y="8869"/>
                    </a:lnTo>
                    <a:close/>
                    <a:moveTo>
                      <a:pt x="4560" y="0"/>
                    </a:moveTo>
                    <a:cubicBezTo>
                      <a:pt x="3489" y="0"/>
                      <a:pt x="2412" y="298"/>
                      <a:pt x="1457" y="907"/>
                    </a:cubicBezTo>
                    <a:cubicBezTo>
                      <a:pt x="1" y="3189"/>
                      <a:pt x="327" y="6178"/>
                      <a:pt x="2241" y="8092"/>
                    </a:cubicBezTo>
                    <a:cubicBezTo>
                      <a:pt x="2352" y="8203"/>
                      <a:pt x="2463" y="8307"/>
                      <a:pt x="2574" y="8405"/>
                    </a:cubicBezTo>
                    <a:cubicBezTo>
                      <a:pt x="3647" y="9316"/>
                      <a:pt x="4980" y="9782"/>
                      <a:pt x="6320" y="9782"/>
                    </a:cubicBezTo>
                    <a:cubicBezTo>
                      <a:pt x="7394" y="9782"/>
                      <a:pt x="8472" y="9482"/>
                      <a:pt x="9423" y="8872"/>
                    </a:cubicBezTo>
                    <a:lnTo>
                      <a:pt x="9423" y="8872"/>
                    </a:lnTo>
                    <a:cubicBezTo>
                      <a:pt x="10793" y="6736"/>
                      <a:pt x="10605" y="3957"/>
                      <a:pt x="8955" y="2023"/>
                    </a:cubicBezTo>
                    <a:cubicBezTo>
                      <a:pt x="8858" y="1912"/>
                      <a:pt x="8754" y="1794"/>
                      <a:pt x="8643" y="1690"/>
                    </a:cubicBezTo>
                    <a:cubicBezTo>
                      <a:pt x="7529" y="576"/>
                      <a:pt x="6051" y="0"/>
                      <a:pt x="4560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32"/>
              <p:cNvSpPr/>
              <p:nvPr/>
            </p:nvSpPr>
            <p:spPr>
              <a:xfrm>
                <a:off x="7508791" y="3711985"/>
                <a:ext cx="251691" cy="243572"/>
              </a:xfrm>
              <a:custGeom>
                <a:rect b="b" l="l" r="r" t="t"/>
                <a:pathLst>
                  <a:path extrusionOk="0" h="9271" w="9580">
                    <a:moveTo>
                      <a:pt x="4946" y="1"/>
                    </a:moveTo>
                    <a:cubicBezTo>
                      <a:pt x="4842" y="1"/>
                      <a:pt x="4738" y="7"/>
                      <a:pt x="4641" y="14"/>
                    </a:cubicBezTo>
                    <a:cubicBezTo>
                      <a:pt x="2906" y="125"/>
                      <a:pt x="1381" y="1201"/>
                      <a:pt x="694" y="2796"/>
                    </a:cubicBezTo>
                    <a:cubicBezTo>
                      <a:pt x="0" y="4384"/>
                      <a:pt x="257" y="6229"/>
                      <a:pt x="1360" y="7575"/>
                    </a:cubicBezTo>
                    <a:cubicBezTo>
                      <a:pt x="1561" y="7818"/>
                      <a:pt x="1790" y="8047"/>
                      <a:pt x="2039" y="8248"/>
                    </a:cubicBezTo>
                    <a:cubicBezTo>
                      <a:pt x="2878" y="8922"/>
                      <a:pt x="3906" y="9270"/>
                      <a:pt x="4943" y="9270"/>
                    </a:cubicBezTo>
                    <a:cubicBezTo>
                      <a:pt x="5623" y="9270"/>
                      <a:pt x="6306" y="9121"/>
                      <a:pt x="6943" y="8816"/>
                    </a:cubicBezTo>
                    <a:cubicBezTo>
                      <a:pt x="8553" y="8047"/>
                      <a:pt x="9579" y="6417"/>
                      <a:pt x="9579" y="4634"/>
                    </a:cubicBezTo>
                    <a:cubicBezTo>
                      <a:pt x="9579" y="3247"/>
                      <a:pt x="8955" y="1936"/>
                      <a:pt x="7880" y="1055"/>
                    </a:cubicBezTo>
                    <a:cubicBezTo>
                      <a:pt x="7741" y="937"/>
                      <a:pt x="7595" y="833"/>
                      <a:pt x="7443" y="736"/>
                    </a:cubicBezTo>
                    <a:cubicBezTo>
                      <a:pt x="6694" y="257"/>
                      <a:pt x="5827" y="1"/>
                      <a:pt x="4946" y="1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32"/>
              <p:cNvSpPr/>
              <p:nvPr/>
            </p:nvSpPr>
            <p:spPr>
              <a:xfrm>
                <a:off x="7496575" y="3728248"/>
                <a:ext cx="251323" cy="227310"/>
              </a:xfrm>
              <a:custGeom>
                <a:rect b="b" l="l" r="r" t="t"/>
                <a:pathLst>
                  <a:path extrusionOk="0" h="8652" w="9566">
                    <a:moveTo>
                      <a:pt x="3663" y="0"/>
                    </a:moveTo>
                    <a:cubicBezTo>
                      <a:pt x="3458" y="0"/>
                      <a:pt x="3252" y="11"/>
                      <a:pt x="3045" y="34"/>
                    </a:cubicBezTo>
                    <a:cubicBezTo>
                      <a:pt x="444" y="1580"/>
                      <a:pt x="0" y="5159"/>
                      <a:pt x="2137" y="7296"/>
                    </a:cubicBezTo>
                    <a:cubicBezTo>
                      <a:pt x="3053" y="8211"/>
                      <a:pt x="4232" y="8652"/>
                      <a:pt x="5403" y="8652"/>
                    </a:cubicBezTo>
                    <a:cubicBezTo>
                      <a:pt x="6963" y="8652"/>
                      <a:pt x="8508" y="7869"/>
                      <a:pt x="9392" y="6387"/>
                    </a:cubicBezTo>
                    <a:cubicBezTo>
                      <a:pt x="9565" y="4813"/>
                      <a:pt x="9080" y="3231"/>
                      <a:pt x="8053" y="2024"/>
                    </a:cubicBezTo>
                    <a:cubicBezTo>
                      <a:pt x="7949" y="1913"/>
                      <a:pt x="7845" y="1795"/>
                      <a:pt x="7741" y="1691"/>
                    </a:cubicBezTo>
                    <a:cubicBezTo>
                      <a:pt x="6653" y="603"/>
                      <a:pt x="5183" y="0"/>
                      <a:pt x="36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32"/>
              <p:cNvSpPr/>
              <p:nvPr/>
            </p:nvSpPr>
            <p:spPr>
              <a:xfrm>
                <a:off x="7511524" y="3731296"/>
                <a:ext cx="221976" cy="232564"/>
              </a:xfrm>
              <a:custGeom>
                <a:rect b="b" l="l" r="r" t="t"/>
                <a:pathLst>
                  <a:path extrusionOk="0" h="8852" w="8449">
                    <a:moveTo>
                      <a:pt x="7339" y="1"/>
                    </a:moveTo>
                    <a:lnTo>
                      <a:pt x="0" y="7339"/>
                    </a:lnTo>
                    <a:cubicBezTo>
                      <a:pt x="139" y="7866"/>
                      <a:pt x="340" y="8373"/>
                      <a:pt x="597" y="8851"/>
                    </a:cubicBezTo>
                    <a:lnTo>
                      <a:pt x="1935" y="7513"/>
                    </a:lnTo>
                    <a:lnTo>
                      <a:pt x="8449" y="1000"/>
                    </a:lnTo>
                    <a:cubicBezTo>
                      <a:pt x="8247" y="750"/>
                      <a:pt x="8025" y="521"/>
                      <a:pt x="7776" y="320"/>
                    </a:cubicBezTo>
                    <a:cubicBezTo>
                      <a:pt x="7637" y="202"/>
                      <a:pt x="7491" y="98"/>
                      <a:pt x="73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32"/>
              <p:cNvSpPr/>
              <p:nvPr/>
            </p:nvSpPr>
            <p:spPr>
              <a:xfrm>
                <a:off x="7519721" y="3712169"/>
                <a:ext cx="144157" cy="136696"/>
              </a:xfrm>
              <a:custGeom>
                <a:rect b="b" l="l" r="r" t="t"/>
                <a:pathLst>
                  <a:path extrusionOk="0" h="5203" w="5487">
                    <a:moveTo>
                      <a:pt x="4530" y="0"/>
                    </a:moveTo>
                    <a:cubicBezTo>
                      <a:pt x="4426" y="0"/>
                      <a:pt x="4322" y="7"/>
                      <a:pt x="4225" y="14"/>
                    </a:cubicBezTo>
                    <a:lnTo>
                      <a:pt x="0" y="4232"/>
                    </a:lnTo>
                    <a:cubicBezTo>
                      <a:pt x="91" y="4571"/>
                      <a:pt x="215" y="4897"/>
                      <a:pt x="382" y="5203"/>
                    </a:cubicBezTo>
                    <a:lnTo>
                      <a:pt x="5487" y="98"/>
                    </a:lnTo>
                    <a:cubicBezTo>
                      <a:pt x="5175" y="35"/>
                      <a:pt x="4849" y="0"/>
                      <a:pt x="45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32"/>
              <p:cNvSpPr/>
              <p:nvPr/>
            </p:nvSpPr>
            <p:spPr>
              <a:xfrm>
                <a:off x="7502039" y="3706442"/>
                <a:ext cx="276466" cy="254686"/>
              </a:xfrm>
              <a:custGeom>
                <a:rect b="b" l="l" r="r" t="t"/>
                <a:pathLst>
                  <a:path extrusionOk="0" h="9694" w="10523">
                    <a:moveTo>
                      <a:pt x="5203" y="434"/>
                    </a:moveTo>
                    <a:cubicBezTo>
                      <a:pt x="6375" y="434"/>
                      <a:pt x="7492" y="898"/>
                      <a:pt x="8324" y="1724"/>
                    </a:cubicBezTo>
                    <a:cubicBezTo>
                      <a:pt x="9808" y="3215"/>
                      <a:pt x="10044" y="5545"/>
                      <a:pt x="8872" y="7300"/>
                    </a:cubicBezTo>
                    <a:cubicBezTo>
                      <a:pt x="8035" y="8555"/>
                      <a:pt x="6642" y="9259"/>
                      <a:pt x="5203" y="9259"/>
                    </a:cubicBezTo>
                    <a:cubicBezTo>
                      <a:pt x="4638" y="9259"/>
                      <a:pt x="4065" y="9150"/>
                      <a:pt x="3517" y="8923"/>
                    </a:cubicBezTo>
                    <a:cubicBezTo>
                      <a:pt x="1568" y="8119"/>
                      <a:pt x="465" y="6052"/>
                      <a:pt x="875" y="3992"/>
                    </a:cubicBezTo>
                    <a:cubicBezTo>
                      <a:pt x="1284" y="1925"/>
                      <a:pt x="3094" y="434"/>
                      <a:pt x="5203" y="434"/>
                    </a:cubicBezTo>
                    <a:close/>
                    <a:moveTo>
                      <a:pt x="5207" y="0"/>
                    </a:moveTo>
                    <a:cubicBezTo>
                      <a:pt x="4584" y="0"/>
                      <a:pt x="3954" y="120"/>
                      <a:pt x="3351" y="371"/>
                    </a:cubicBezTo>
                    <a:cubicBezTo>
                      <a:pt x="1214" y="1252"/>
                      <a:pt x="1" y="3520"/>
                      <a:pt x="451" y="5788"/>
                    </a:cubicBezTo>
                    <a:cubicBezTo>
                      <a:pt x="895" y="8056"/>
                      <a:pt x="2886" y="9693"/>
                      <a:pt x="5203" y="9693"/>
                    </a:cubicBezTo>
                    <a:cubicBezTo>
                      <a:pt x="5211" y="9693"/>
                      <a:pt x="5220" y="9693"/>
                      <a:pt x="5228" y="9693"/>
                    </a:cubicBezTo>
                    <a:cubicBezTo>
                      <a:pt x="6502" y="9693"/>
                      <a:pt x="7727" y="9181"/>
                      <a:pt x="8629" y="8278"/>
                    </a:cubicBezTo>
                    <a:cubicBezTo>
                      <a:pt x="10266" y="6641"/>
                      <a:pt x="10523" y="4082"/>
                      <a:pt x="9240" y="2154"/>
                    </a:cubicBezTo>
                    <a:cubicBezTo>
                      <a:pt x="8319" y="775"/>
                      <a:pt x="6788" y="0"/>
                      <a:pt x="5207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32"/>
              <p:cNvSpPr/>
              <p:nvPr/>
            </p:nvSpPr>
            <p:spPr>
              <a:xfrm>
                <a:off x="7402362" y="3750580"/>
                <a:ext cx="333871" cy="303684"/>
              </a:xfrm>
              <a:custGeom>
                <a:rect b="b" l="l" r="r" t="t"/>
                <a:pathLst>
                  <a:path extrusionOk="0" h="11559" w="12708">
                    <a:moveTo>
                      <a:pt x="6339" y="0"/>
                    </a:moveTo>
                    <a:cubicBezTo>
                      <a:pt x="4863" y="0"/>
                      <a:pt x="3387" y="562"/>
                      <a:pt x="2262" y="1688"/>
                    </a:cubicBezTo>
                    <a:cubicBezTo>
                      <a:pt x="0" y="3949"/>
                      <a:pt x="14" y="7625"/>
                      <a:pt x="2296" y="9865"/>
                    </a:cubicBezTo>
                    <a:cubicBezTo>
                      <a:pt x="2407" y="9976"/>
                      <a:pt x="2518" y="10080"/>
                      <a:pt x="2629" y="10177"/>
                    </a:cubicBezTo>
                    <a:cubicBezTo>
                      <a:pt x="3711" y="11101"/>
                      <a:pt x="5041" y="11558"/>
                      <a:pt x="6368" y="11558"/>
                    </a:cubicBezTo>
                    <a:cubicBezTo>
                      <a:pt x="7850" y="11558"/>
                      <a:pt x="9327" y="10989"/>
                      <a:pt x="10446" y="9865"/>
                    </a:cubicBezTo>
                    <a:lnTo>
                      <a:pt x="10446" y="9872"/>
                    </a:lnTo>
                    <a:cubicBezTo>
                      <a:pt x="12569" y="7743"/>
                      <a:pt x="12708" y="4344"/>
                      <a:pt x="10758" y="2055"/>
                    </a:cubicBezTo>
                    <a:cubicBezTo>
                      <a:pt x="10654" y="1937"/>
                      <a:pt x="10557" y="1826"/>
                      <a:pt x="10446" y="1715"/>
                    </a:cubicBezTo>
                    <a:cubicBezTo>
                      <a:pt x="9318" y="573"/>
                      <a:pt x="7828" y="0"/>
                      <a:pt x="6339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32"/>
              <p:cNvSpPr/>
              <p:nvPr/>
            </p:nvSpPr>
            <p:spPr>
              <a:xfrm>
                <a:off x="7471432" y="3804570"/>
                <a:ext cx="236741" cy="236741"/>
              </a:xfrm>
              <a:custGeom>
                <a:rect b="b" l="l" r="r" t="t"/>
                <a:pathLst>
                  <a:path extrusionOk="0" h="9011" w="9011">
                    <a:moveTo>
                      <a:pt x="8129" y="0"/>
                    </a:moveTo>
                    <a:lnTo>
                      <a:pt x="0" y="8122"/>
                    </a:lnTo>
                    <a:cubicBezTo>
                      <a:pt x="423" y="8483"/>
                      <a:pt x="895" y="8781"/>
                      <a:pt x="1408" y="9010"/>
                    </a:cubicBezTo>
                    <a:lnTo>
                      <a:pt x="9010" y="1401"/>
                    </a:lnTo>
                    <a:cubicBezTo>
                      <a:pt x="8788" y="895"/>
                      <a:pt x="8490" y="423"/>
                      <a:pt x="81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32"/>
              <p:cNvSpPr/>
              <p:nvPr/>
            </p:nvSpPr>
            <p:spPr>
              <a:xfrm>
                <a:off x="7435334" y="3781029"/>
                <a:ext cx="256078" cy="243520"/>
              </a:xfrm>
              <a:custGeom>
                <a:rect b="b" l="l" r="r" t="t"/>
                <a:pathLst>
                  <a:path extrusionOk="0" h="9269" w="9747">
                    <a:moveTo>
                      <a:pt x="5117" y="0"/>
                    </a:moveTo>
                    <a:cubicBezTo>
                      <a:pt x="4109" y="0"/>
                      <a:pt x="3101" y="328"/>
                      <a:pt x="2262" y="986"/>
                    </a:cubicBezTo>
                    <a:cubicBezTo>
                      <a:pt x="556" y="2318"/>
                      <a:pt x="1" y="4656"/>
                      <a:pt x="930" y="6618"/>
                    </a:cubicBezTo>
                    <a:cubicBezTo>
                      <a:pt x="1705" y="8262"/>
                      <a:pt x="3357" y="9269"/>
                      <a:pt x="5120" y="9269"/>
                    </a:cubicBezTo>
                    <a:cubicBezTo>
                      <a:pt x="5455" y="9269"/>
                      <a:pt x="5795" y="9232"/>
                      <a:pt x="6133" y="9157"/>
                    </a:cubicBezTo>
                    <a:cubicBezTo>
                      <a:pt x="8248" y="8679"/>
                      <a:pt x="9746" y="6799"/>
                      <a:pt x="9746" y="4635"/>
                    </a:cubicBezTo>
                    <a:cubicBezTo>
                      <a:pt x="9746" y="3247"/>
                      <a:pt x="9122" y="1930"/>
                      <a:pt x="8054" y="1049"/>
                    </a:cubicBezTo>
                    <a:cubicBezTo>
                      <a:pt x="7201" y="351"/>
                      <a:pt x="6159" y="0"/>
                      <a:pt x="5117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32"/>
              <p:cNvSpPr/>
              <p:nvPr/>
            </p:nvSpPr>
            <p:spPr>
              <a:xfrm>
                <a:off x="7435701" y="3780924"/>
                <a:ext cx="211231" cy="198962"/>
              </a:xfrm>
              <a:custGeom>
                <a:rect b="b" l="l" r="r" t="t"/>
                <a:pathLst>
                  <a:path extrusionOk="0" h="7573" w="8040">
                    <a:moveTo>
                      <a:pt x="5097" y="1"/>
                    </a:moveTo>
                    <a:cubicBezTo>
                      <a:pt x="3906" y="1"/>
                      <a:pt x="2718" y="458"/>
                      <a:pt x="1818" y="1358"/>
                    </a:cubicBezTo>
                    <a:cubicBezTo>
                      <a:pt x="133" y="3043"/>
                      <a:pt x="1" y="5735"/>
                      <a:pt x="1520" y="7573"/>
                    </a:cubicBezTo>
                    <a:lnTo>
                      <a:pt x="1520" y="7573"/>
                    </a:lnTo>
                    <a:lnTo>
                      <a:pt x="8040" y="1053"/>
                    </a:lnTo>
                    <a:cubicBezTo>
                      <a:pt x="7180" y="348"/>
                      <a:pt x="6137" y="1"/>
                      <a:pt x="509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32"/>
              <p:cNvSpPr/>
              <p:nvPr/>
            </p:nvSpPr>
            <p:spPr>
              <a:xfrm>
                <a:off x="7452122" y="3785417"/>
                <a:ext cx="174949" cy="174791"/>
              </a:xfrm>
              <a:custGeom>
                <a:rect b="b" l="l" r="r" t="t"/>
                <a:pathLst>
                  <a:path extrusionOk="0" h="6653" w="6659">
                    <a:moveTo>
                      <a:pt x="5688" y="1"/>
                    </a:moveTo>
                    <a:lnTo>
                      <a:pt x="0" y="5682"/>
                    </a:lnTo>
                    <a:cubicBezTo>
                      <a:pt x="97" y="6014"/>
                      <a:pt x="222" y="6340"/>
                      <a:pt x="388" y="6653"/>
                    </a:cubicBezTo>
                    <a:lnTo>
                      <a:pt x="6659" y="382"/>
                    </a:lnTo>
                    <a:cubicBezTo>
                      <a:pt x="6354" y="216"/>
                      <a:pt x="6028" y="91"/>
                      <a:pt x="5688" y="1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32"/>
              <p:cNvSpPr/>
              <p:nvPr/>
            </p:nvSpPr>
            <p:spPr>
              <a:xfrm>
                <a:off x="7432969" y="3775407"/>
                <a:ext cx="276466" cy="254791"/>
              </a:xfrm>
              <a:custGeom>
                <a:rect b="b" l="l" r="r" t="t"/>
                <a:pathLst>
                  <a:path extrusionOk="0" h="9698" w="10523">
                    <a:moveTo>
                      <a:pt x="5229" y="437"/>
                    </a:moveTo>
                    <a:cubicBezTo>
                      <a:pt x="6392" y="437"/>
                      <a:pt x="7505" y="901"/>
                      <a:pt x="8324" y="1727"/>
                    </a:cubicBezTo>
                    <a:cubicBezTo>
                      <a:pt x="9815" y="3212"/>
                      <a:pt x="10044" y="5549"/>
                      <a:pt x="8879" y="7297"/>
                    </a:cubicBezTo>
                    <a:cubicBezTo>
                      <a:pt x="8036" y="8554"/>
                      <a:pt x="6642" y="9262"/>
                      <a:pt x="5203" y="9262"/>
                    </a:cubicBezTo>
                    <a:cubicBezTo>
                      <a:pt x="4640" y="9262"/>
                      <a:pt x="4070" y="9153"/>
                      <a:pt x="3524" y="8927"/>
                    </a:cubicBezTo>
                    <a:cubicBezTo>
                      <a:pt x="1575" y="8123"/>
                      <a:pt x="472" y="6056"/>
                      <a:pt x="882" y="3989"/>
                    </a:cubicBezTo>
                    <a:cubicBezTo>
                      <a:pt x="1291" y="1922"/>
                      <a:pt x="3101" y="437"/>
                      <a:pt x="5203" y="437"/>
                    </a:cubicBezTo>
                    <a:cubicBezTo>
                      <a:pt x="5212" y="437"/>
                      <a:pt x="5220" y="437"/>
                      <a:pt x="5229" y="437"/>
                    </a:cubicBezTo>
                    <a:close/>
                    <a:moveTo>
                      <a:pt x="5204" y="0"/>
                    </a:moveTo>
                    <a:cubicBezTo>
                      <a:pt x="4583" y="0"/>
                      <a:pt x="3954" y="119"/>
                      <a:pt x="3351" y="368"/>
                    </a:cubicBezTo>
                    <a:cubicBezTo>
                      <a:pt x="1215" y="1256"/>
                      <a:pt x="1" y="3524"/>
                      <a:pt x="452" y="5792"/>
                    </a:cubicBezTo>
                    <a:cubicBezTo>
                      <a:pt x="902" y="8060"/>
                      <a:pt x="2893" y="9697"/>
                      <a:pt x="5203" y="9697"/>
                    </a:cubicBezTo>
                    <a:cubicBezTo>
                      <a:pt x="6493" y="9697"/>
                      <a:pt x="7728" y="9191"/>
                      <a:pt x="8636" y="8275"/>
                    </a:cubicBezTo>
                    <a:cubicBezTo>
                      <a:pt x="10266" y="6645"/>
                      <a:pt x="10523" y="4079"/>
                      <a:pt x="9240" y="2157"/>
                    </a:cubicBezTo>
                    <a:cubicBezTo>
                      <a:pt x="8319" y="773"/>
                      <a:pt x="6786" y="0"/>
                      <a:pt x="5204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32"/>
              <p:cNvSpPr/>
              <p:nvPr/>
            </p:nvSpPr>
            <p:spPr>
              <a:xfrm>
                <a:off x="7528286" y="3838093"/>
                <a:ext cx="82758" cy="129418"/>
              </a:xfrm>
              <a:custGeom>
                <a:rect b="b" l="l" r="r" t="t"/>
                <a:pathLst>
                  <a:path extrusionOk="0" h="4926" w="3150">
                    <a:moveTo>
                      <a:pt x="1575" y="0"/>
                    </a:moveTo>
                    <a:cubicBezTo>
                      <a:pt x="722" y="0"/>
                      <a:pt x="14" y="604"/>
                      <a:pt x="14" y="1339"/>
                    </a:cubicBezTo>
                    <a:cubicBezTo>
                      <a:pt x="14" y="2081"/>
                      <a:pt x="715" y="2678"/>
                      <a:pt x="1575" y="2678"/>
                    </a:cubicBezTo>
                    <a:cubicBezTo>
                      <a:pt x="2199" y="2678"/>
                      <a:pt x="2705" y="3087"/>
                      <a:pt x="2705" y="3579"/>
                    </a:cubicBezTo>
                    <a:cubicBezTo>
                      <a:pt x="2705" y="4079"/>
                      <a:pt x="2199" y="4488"/>
                      <a:pt x="1575" y="4488"/>
                    </a:cubicBezTo>
                    <a:cubicBezTo>
                      <a:pt x="958" y="4488"/>
                      <a:pt x="451" y="4079"/>
                      <a:pt x="451" y="3579"/>
                    </a:cubicBezTo>
                    <a:cubicBezTo>
                      <a:pt x="465" y="3423"/>
                      <a:pt x="349" y="3345"/>
                      <a:pt x="233" y="3345"/>
                    </a:cubicBezTo>
                    <a:cubicBezTo>
                      <a:pt x="117" y="3345"/>
                      <a:pt x="0" y="3423"/>
                      <a:pt x="14" y="3579"/>
                    </a:cubicBezTo>
                    <a:cubicBezTo>
                      <a:pt x="14" y="4322"/>
                      <a:pt x="715" y="4925"/>
                      <a:pt x="1575" y="4925"/>
                    </a:cubicBezTo>
                    <a:cubicBezTo>
                      <a:pt x="2442" y="4925"/>
                      <a:pt x="3136" y="4322"/>
                      <a:pt x="3136" y="3579"/>
                    </a:cubicBezTo>
                    <a:cubicBezTo>
                      <a:pt x="3136" y="2844"/>
                      <a:pt x="2442" y="2241"/>
                      <a:pt x="1575" y="2241"/>
                    </a:cubicBezTo>
                    <a:cubicBezTo>
                      <a:pt x="958" y="2241"/>
                      <a:pt x="451" y="1838"/>
                      <a:pt x="451" y="1339"/>
                    </a:cubicBezTo>
                    <a:cubicBezTo>
                      <a:pt x="451" y="840"/>
                      <a:pt x="958" y="437"/>
                      <a:pt x="1575" y="437"/>
                    </a:cubicBezTo>
                    <a:cubicBezTo>
                      <a:pt x="2199" y="437"/>
                      <a:pt x="2705" y="840"/>
                      <a:pt x="2705" y="1339"/>
                    </a:cubicBezTo>
                    <a:cubicBezTo>
                      <a:pt x="2692" y="1499"/>
                      <a:pt x="2806" y="1578"/>
                      <a:pt x="2921" y="1578"/>
                    </a:cubicBezTo>
                    <a:cubicBezTo>
                      <a:pt x="3035" y="1578"/>
                      <a:pt x="3149" y="1499"/>
                      <a:pt x="3136" y="1339"/>
                    </a:cubicBezTo>
                    <a:cubicBezTo>
                      <a:pt x="3136" y="604"/>
                      <a:pt x="2435" y="0"/>
                      <a:pt x="157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32"/>
              <p:cNvSpPr/>
              <p:nvPr/>
            </p:nvSpPr>
            <p:spPr>
              <a:xfrm>
                <a:off x="7563622" y="3825798"/>
                <a:ext cx="12164" cy="153353"/>
              </a:xfrm>
              <a:custGeom>
                <a:rect b="b" l="l" r="r" t="t"/>
                <a:pathLst>
                  <a:path extrusionOk="0" h="5837" w="463">
                    <a:moveTo>
                      <a:pt x="232" y="0"/>
                    </a:moveTo>
                    <a:cubicBezTo>
                      <a:pt x="117" y="0"/>
                      <a:pt x="1" y="80"/>
                      <a:pt x="15" y="239"/>
                    </a:cubicBezTo>
                    <a:lnTo>
                      <a:pt x="15" y="5622"/>
                    </a:lnTo>
                    <a:cubicBezTo>
                      <a:pt x="15" y="5740"/>
                      <a:pt x="112" y="5837"/>
                      <a:pt x="230" y="5837"/>
                    </a:cubicBezTo>
                    <a:cubicBezTo>
                      <a:pt x="355" y="5837"/>
                      <a:pt x="452" y="5740"/>
                      <a:pt x="445" y="5622"/>
                    </a:cubicBezTo>
                    <a:lnTo>
                      <a:pt x="445" y="239"/>
                    </a:lnTo>
                    <a:cubicBezTo>
                      <a:pt x="462" y="80"/>
                      <a:pt x="348" y="0"/>
                      <a:pt x="2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2" name="Google Shape;732;p32"/>
            <p:cNvGrpSpPr/>
            <p:nvPr/>
          </p:nvGrpSpPr>
          <p:grpSpPr>
            <a:xfrm>
              <a:off x="1134865" y="2703864"/>
              <a:ext cx="1613413" cy="1436245"/>
              <a:chOff x="1266377" y="3450263"/>
              <a:chExt cx="1613413" cy="1436245"/>
            </a:xfrm>
          </p:grpSpPr>
          <p:sp>
            <p:nvSpPr>
              <p:cNvPr id="733" name="Google Shape;733;p32"/>
              <p:cNvSpPr/>
              <p:nvPr/>
            </p:nvSpPr>
            <p:spPr>
              <a:xfrm>
                <a:off x="1306893" y="4142017"/>
                <a:ext cx="1044409" cy="744491"/>
              </a:xfrm>
              <a:custGeom>
                <a:rect b="b" l="l" r="r" t="t"/>
                <a:pathLst>
                  <a:path extrusionOk="0" h="11025" w="15467">
                    <a:moveTo>
                      <a:pt x="15288" y="0"/>
                    </a:moveTo>
                    <a:cubicBezTo>
                      <a:pt x="15287" y="0"/>
                      <a:pt x="15286" y="1"/>
                      <a:pt x="15285" y="1"/>
                    </a:cubicBezTo>
                    <a:cubicBezTo>
                      <a:pt x="15088" y="124"/>
                      <a:pt x="1" y="988"/>
                      <a:pt x="1" y="988"/>
                    </a:cubicBezTo>
                    <a:lnTo>
                      <a:pt x="467" y="11024"/>
                    </a:lnTo>
                    <a:lnTo>
                      <a:pt x="13561" y="11024"/>
                    </a:lnTo>
                    <a:cubicBezTo>
                      <a:pt x="13561" y="11024"/>
                      <a:pt x="15466" y="0"/>
                      <a:pt x="15288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32"/>
              <p:cNvSpPr/>
              <p:nvPr/>
            </p:nvSpPr>
            <p:spPr>
              <a:xfrm>
                <a:off x="2189549" y="3857185"/>
                <a:ext cx="690241" cy="1029322"/>
              </a:xfrm>
              <a:custGeom>
                <a:rect b="b" l="l" r="r" t="t"/>
                <a:pathLst>
                  <a:path extrusionOk="0" h="15243" w="10222">
                    <a:moveTo>
                      <a:pt x="1583" y="1"/>
                    </a:moveTo>
                    <a:lnTo>
                      <a:pt x="0" y="15242"/>
                    </a:lnTo>
                    <a:lnTo>
                      <a:pt x="9725" y="15242"/>
                    </a:lnTo>
                    <a:lnTo>
                      <a:pt x="10222" y="11651"/>
                    </a:lnTo>
                    <a:lnTo>
                      <a:pt x="1583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32"/>
              <p:cNvSpPr/>
              <p:nvPr/>
            </p:nvSpPr>
            <p:spPr>
              <a:xfrm>
                <a:off x="1266377" y="3857185"/>
                <a:ext cx="1030026" cy="351616"/>
              </a:xfrm>
              <a:custGeom>
                <a:rect b="b" l="l" r="r" t="t"/>
                <a:pathLst>
                  <a:path extrusionOk="0" h="5207" w="15254">
                    <a:moveTo>
                      <a:pt x="15254" y="1"/>
                    </a:moveTo>
                    <a:lnTo>
                      <a:pt x="1" y="605"/>
                    </a:lnTo>
                    <a:lnTo>
                      <a:pt x="1" y="5206"/>
                    </a:lnTo>
                    <a:lnTo>
                      <a:pt x="14713" y="5206"/>
                    </a:lnTo>
                    <a:lnTo>
                      <a:pt x="15254" y="1"/>
                    </a:lnTo>
                    <a:close/>
                  </a:path>
                </a:pathLst>
              </a:custGeom>
              <a:solidFill>
                <a:srgbClr val="09232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32"/>
              <p:cNvSpPr/>
              <p:nvPr/>
            </p:nvSpPr>
            <p:spPr>
              <a:xfrm>
                <a:off x="1428173" y="3450263"/>
                <a:ext cx="829072" cy="234591"/>
              </a:xfrm>
              <a:custGeom>
                <a:rect b="b" l="l" r="r" t="t"/>
                <a:pathLst>
                  <a:path extrusionOk="0" h="3474" w="12278">
                    <a:moveTo>
                      <a:pt x="12277" y="1"/>
                    </a:moveTo>
                    <a:lnTo>
                      <a:pt x="0" y="198"/>
                    </a:lnTo>
                    <a:lnTo>
                      <a:pt x="0" y="3473"/>
                    </a:lnTo>
                    <a:lnTo>
                      <a:pt x="11989" y="3473"/>
                    </a:lnTo>
                    <a:lnTo>
                      <a:pt x="12277" y="1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32"/>
              <p:cNvSpPr/>
              <p:nvPr/>
            </p:nvSpPr>
            <p:spPr>
              <a:xfrm>
                <a:off x="1742042" y="3684787"/>
                <a:ext cx="81638" cy="194344"/>
              </a:xfrm>
              <a:custGeom>
                <a:rect b="b" l="l" r="r" t="t"/>
                <a:pathLst>
                  <a:path extrusionOk="0" h="2878" w="1209">
                    <a:moveTo>
                      <a:pt x="1" y="0"/>
                    </a:moveTo>
                    <a:lnTo>
                      <a:pt x="1" y="2878"/>
                    </a:lnTo>
                    <a:lnTo>
                      <a:pt x="1031" y="2878"/>
                    </a:lnTo>
                    <a:lnTo>
                      <a:pt x="1209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8" name="Google Shape;738;p32"/>
            <p:cNvGrpSpPr/>
            <p:nvPr/>
          </p:nvGrpSpPr>
          <p:grpSpPr>
            <a:xfrm>
              <a:off x="2448592" y="3797507"/>
              <a:ext cx="532726" cy="418801"/>
              <a:chOff x="2710853" y="2697097"/>
              <a:chExt cx="299150" cy="235163"/>
            </a:xfrm>
          </p:grpSpPr>
          <p:sp>
            <p:nvSpPr>
              <p:cNvPr id="739" name="Google Shape;739;p32"/>
              <p:cNvSpPr/>
              <p:nvPr/>
            </p:nvSpPr>
            <p:spPr>
              <a:xfrm rot="-1400388">
                <a:off x="2732175" y="2774339"/>
                <a:ext cx="135824" cy="135687"/>
              </a:xfrm>
              <a:custGeom>
                <a:rect b="b" l="l" r="r" t="t"/>
                <a:pathLst>
                  <a:path extrusionOk="0" h="2970" w="2973">
                    <a:moveTo>
                      <a:pt x="1484" y="1"/>
                    </a:moveTo>
                    <a:cubicBezTo>
                      <a:pt x="664" y="1"/>
                      <a:pt x="1" y="664"/>
                      <a:pt x="1" y="1485"/>
                    </a:cubicBezTo>
                    <a:cubicBezTo>
                      <a:pt x="1" y="2306"/>
                      <a:pt x="664" y="2969"/>
                      <a:pt x="1484" y="2969"/>
                    </a:cubicBezTo>
                    <a:cubicBezTo>
                      <a:pt x="2305" y="2969"/>
                      <a:pt x="2972" y="2306"/>
                      <a:pt x="2972" y="1485"/>
                    </a:cubicBezTo>
                    <a:cubicBezTo>
                      <a:pt x="2972" y="664"/>
                      <a:pt x="2305" y="1"/>
                      <a:pt x="14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32"/>
              <p:cNvSpPr/>
              <p:nvPr/>
            </p:nvSpPr>
            <p:spPr>
              <a:xfrm rot="-1400388">
                <a:off x="2840346" y="2762777"/>
                <a:ext cx="146652" cy="146423"/>
              </a:xfrm>
              <a:custGeom>
                <a:rect b="b" l="l" r="r" t="t"/>
                <a:pathLst>
                  <a:path extrusionOk="0" h="3205" w="3210">
                    <a:moveTo>
                      <a:pt x="1603" y="1"/>
                    </a:moveTo>
                    <a:cubicBezTo>
                      <a:pt x="719" y="1"/>
                      <a:pt x="0" y="718"/>
                      <a:pt x="0" y="1602"/>
                    </a:cubicBezTo>
                    <a:cubicBezTo>
                      <a:pt x="0" y="2487"/>
                      <a:pt x="719" y="3205"/>
                      <a:pt x="1603" y="3205"/>
                    </a:cubicBezTo>
                    <a:cubicBezTo>
                      <a:pt x="2490" y="3205"/>
                      <a:pt x="3209" y="2487"/>
                      <a:pt x="3209" y="1602"/>
                    </a:cubicBezTo>
                    <a:cubicBezTo>
                      <a:pt x="3209" y="718"/>
                      <a:pt x="2490" y="1"/>
                      <a:pt x="16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32"/>
              <p:cNvSpPr/>
              <p:nvPr/>
            </p:nvSpPr>
            <p:spPr>
              <a:xfrm rot="-1400388">
                <a:off x="2810168" y="2733050"/>
                <a:ext cx="29239" cy="50117"/>
              </a:xfrm>
              <a:custGeom>
                <a:rect b="b" l="l" r="r" t="t"/>
                <a:pathLst>
                  <a:path extrusionOk="0" h="1097" w="640">
                    <a:moveTo>
                      <a:pt x="517" y="0"/>
                    </a:moveTo>
                    <a:cubicBezTo>
                      <a:pt x="505" y="465"/>
                      <a:pt x="4" y="1010"/>
                      <a:pt x="0" y="1014"/>
                    </a:cubicBezTo>
                    <a:lnTo>
                      <a:pt x="87" y="1097"/>
                    </a:lnTo>
                    <a:cubicBezTo>
                      <a:pt x="110" y="1073"/>
                      <a:pt x="627" y="516"/>
                      <a:pt x="6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32"/>
              <p:cNvSpPr/>
              <p:nvPr/>
            </p:nvSpPr>
            <p:spPr>
              <a:xfrm rot="-1400388">
                <a:off x="2770018" y="2705448"/>
                <a:ext cx="54823" cy="61310"/>
              </a:xfrm>
              <a:custGeom>
                <a:rect b="b" l="l" r="r" t="t"/>
                <a:pathLst>
                  <a:path extrusionOk="0" h="1342" w="1200">
                    <a:moveTo>
                      <a:pt x="465" y="1"/>
                    </a:moveTo>
                    <a:lnTo>
                      <a:pt x="465" y="1"/>
                    </a:lnTo>
                    <a:cubicBezTo>
                      <a:pt x="0" y="797"/>
                      <a:pt x="1049" y="1342"/>
                      <a:pt x="1049" y="1342"/>
                    </a:cubicBezTo>
                    <a:cubicBezTo>
                      <a:pt x="1049" y="1342"/>
                      <a:pt x="1199" y="123"/>
                      <a:pt x="4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>
            <a:off x="1241395" y="2687748"/>
            <a:ext cx="1950292" cy="2275821"/>
            <a:chOff x="721500" y="1702962"/>
            <a:chExt cx="3082491" cy="3128277"/>
          </a:xfrm>
        </p:grpSpPr>
        <p:grpSp>
          <p:nvGrpSpPr>
            <p:cNvPr id="744" name="Google Shape;744;p32"/>
            <p:cNvGrpSpPr/>
            <p:nvPr/>
          </p:nvGrpSpPr>
          <p:grpSpPr>
            <a:xfrm>
              <a:off x="2408757" y="2888378"/>
              <a:ext cx="778176" cy="1196487"/>
              <a:chOff x="2408757" y="2449015"/>
              <a:chExt cx="778176" cy="1196487"/>
            </a:xfrm>
          </p:grpSpPr>
          <p:sp>
            <p:nvSpPr>
              <p:cNvPr id="745" name="Google Shape;745;p32"/>
              <p:cNvSpPr/>
              <p:nvPr/>
            </p:nvSpPr>
            <p:spPr>
              <a:xfrm rot="-1400388">
                <a:off x="2600789" y="2456330"/>
                <a:ext cx="93245" cy="567510"/>
              </a:xfrm>
              <a:custGeom>
                <a:rect b="b" l="l" r="r" t="t"/>
                <a:pathLst>
                  <a:path extrusionOk="0" h="12422" w="2041">
                    <a:moveTo>
                      <a:pt x="115" y="1"/>
                    </a:moveTo>
                    <a:lnTo>
                      <a:pt x="1" y="45"/>
                    </a:lnTo>
                    <a:cubicBezTo>
                      <a:pt x="1796" y="4575"/>
                      <a:pt x="1919" y="12341"/>
                      <a:pt x="1919" y="12421"/>
                    </a:cubicBezTo>
                    <a:lnTo>
                      <a:pt x="2041" y="12417"/>
                    </a:lnTo>
                    <a:cubicBezTo>
                      <a:pt x="2041" y="12341"/>
                      <a:pt x="1919" y="4547"/>
                      <a:pt x="1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32"/>
              <p:cNvSpPr/>
              <p:nvPr/>
            </p:nvSpPr>
            <p:spPr>
              <a:xfrm rot="-1400388">
                <a:off x="2743711" y="2792868"/>
                <a:ext cx="138839" cy="100509"/>
              </a:xfrm>
              <a:custGeom>
                <a:rect b="b" l="l" r="r" t="t"/>
                <a:pathLst>
                  <a:path extrusionOk="0" h="2200" w="3039">
                    <a:moveTo>
                      <a:pt x="2468" y="1"/>
                    </a:moveTo>
                    <a:cubicBezTo>
                      <a:pt x="2389" y="1"/>
                      <a:pt x="2244" y="42"/>
                      <a:pt x="2013" y="136"/>
                    </a:cubicBezTo>
                    <a:cubicBezTo>
                      <a:pt x="103" y="909"/>
                      <a:pt x="0" y="2199"/>
                      <a:pt x="0" y="2199"/>
                    </a:cubicBezTo>
                    <a:cubicBezTo>
                      <a:pt x="0" y="2199"/>
                      <a:pt x="3039" y="1"/>
                      <a:pt x="2468" y="1"/>
                    </a:cubicBezTo>
                    <a:close/>
                  </a:path>
                </a:pathLst>
              </a:custGeom>
              <a:solidFill>
                <a:srgbClr val="9CC42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32"/>
              <p:cNvSpPr/>
              <p:nvPr/>
            </p:nvSpPr>
            <p:spPr>
              <a:xfrm rot="-1400388">
                <a:off x="2702342" y="2704612"/>
                <a:ext cx="94890" cy="117184"/>
              </a:xfrm>
              <a:custGeom>
                <a:rect b="b" l="l" r="r" t="t"/>
                <a:pathLst>
                  <a:path extrusionOk="0" h="2565" w="2077">
                    <a:moveTo>
                      <a:pt x="1588" y="0"/>
                    </a:moveTo>
                    <a:cubicBezTo>
                      <a:pt x="1537" y="0"/>
                      <a:pt x="1458" y="28"/>
                      <a:pt x="1347" y="90"/>
                    </a:cubicBezTo>
                    <a:cubicBezTo>
                      <a:pt x="163" y="745"/>
                      <a:pt x="1" y="2565"/>
                      <a:pt x="1" y="2565"/>
                    </a:cubicBezTo>
                    <a:cubicBezTo>
                      <a:pt x="1" y="2565"/>
                      <a:pt x="2076" y="0"/>
                      <a:pt x="15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32"/>
              <p:cNvSpPr/>
              <p:nvPr/>
            </p:nvSpPr>
            <p:spPr>
              <a:xfrm rot="-1400388">
                <a:off x="2652607" y="2624254"/>
                <a:ext cx="94113" cy="107499"/>
              </a:xfrm>
              <a:custGeom>
                <a:rect b="b" l="l" r="r" t="t"/>
                <a:pathLst>
                  <a:path extrusionOk="0" h="2353" w="2060">
                    <a:moveTo>
                      <a:pt x="1678" y="0"/>
                    </a:moveTo>
                    <a:cubicBezTo>
                      <a:pt x="1637" y="0"/>
                      <a:pt x="1566" y="28"/>
                      <a:pt x="1460" y="90"/>
                    </a:cubicBezTo>
                    <a:cubicBezTo>
                      <a:pt x="383" y="722"/>
                      <a:pt x="1" y="2352"/>
                      <a:pt x="1" y="2352"/>
                    </a:cubicBezTo>
                    <a:cubicBezTo>
                      <a:pt x="1" y="2352"/>
                      <a:pt x="2060" y="0"/>
                      <a:pt x="16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32"/>
              <p:cNvSpPr/>
              <p:nvPr/>
            </p:nvSpPr>
            <p:spPr>
              <a:xfrm rot="-1400388">
                <a:off x="2611594" y="2550243"/>
                <a:ext cx="68986" cy="125271"/>
              </a:xfrm>
              <a:custGeom>
                <a:rect b="b" l="l" r="r" t="t"/>
                <a:pathLst>
                  <a:path extrusionOk="0" h="2742" w="1510">
                    <a:moveTo>
                      <a:pt x="1133" y="0"/>
                    </a:moveTo>
                    <a:cubicBezTo>
                      <a:pt x="1085" y="0"/>
                      <a:pt x="1013" y="40"/>
                      <a:pt x="912" y="129"/>
                    </a:cubicBezTo>
                    <a:cubicBezTo>
                      <a:pt x="1" y="922"/>
                      <a:pt x="4" y="2741"/>
                      <a:pt x="4" y="2741"/>
                    </a:cubicBezTo>
                    <a:cubicBezTo>
                      <a:pt x="327" y="2517"/>
                      <a:pt x="1509" y="0"/>
                      <a:pt x="11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32"/>
              <p:cNvSpPr/>
              <p:nvPr/>
            </p:nvSpPr>
            <p:spPr>
              <a:xfrm rot="-1400388">
                <a:off x="2558373" y="2492874"/>
                <a:ext cx="57473" cy="101331"/>
              </a:xfrm>
              <a:custGeom>
                <a:rect b="b" l="l" r="r" t="t"/>
                <a:pathLst>
                  <a:path extrusionOk="0" h="2218" w="1258">
                    <a:moveTo>
                      <a:pt x="893" y="1"/>
                    </a:moveTo>
                    <a:cubicBezTo>
                      <a:pt x="869" y="1"/>
                      <a:pt x="840" y="9"/>
                      <a:pt x="805" y="27"/>
                    </a:cubicBezTo>
                    <a:cubicBezTo>
                      <a:pt x="226" y="323"/>
                      <a:pt x="0" y="2217"/>
                      <a:pt x="0" y="2217"/>
                    </a:cubicBezTo>
                    <a:cubicBezTo>
                      <a:pt x="275" y="2077"/>
                      <a:pt x="1257" y="1"/>
                      <a:pt x="8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32"/>
              <p:cNvSpPr/>
              <p:nvPr/>
            </p:nvSpPr>
            <p:spPr>
              <a:xfrm rot="-1400388">
                <a:off x="2511120" y="2453676"/>
                <a:ext cx="40021" cy="79859"/>
              </a:xfrm>
              <a:custGeom>
                <a:rect b="b" l="l" r="r" t="t"/>
                <a:pathLst>
                  <a:path extrusionOk="0" h="1748" w="876">
                    <a:moveTo>
                      <a:pt x="705" y="1"/>
                    </a:moveTo>
                    <a:cubicBezTo>
                      <a:pt x="668" y="1"/>
                      <a:pt x="605" y="61"/>
                      <a:pt x="514" y="204"/>
                    </a:cubicBezTo>
                    <a:cubicBezTo>
                      <a:pt x="0" y="993"/>
                      <a:pt x="64" y="1747"/>
                      <a:pt x="64" y="1747"/>
                    </a:cubicBezTo>
                    <a:cubicBezTo>
                      <a:pt x="530" y="1252"/>
                      <a:pt x="876" y="1"/>
                      <a:pt x="7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32"/>
              <p:cNvSpPr/>
              <p:nvPr/>
            </p:nvSpPr>
            <p:spPr>
              <a:xfrm rot="-1400388">
                <a:off x="2423164" y="2487416"/>
                <a:ext cx="75656" cy="41757"/>
              </a:xfrm>
              <a:custGeom>
                <a:rect b="b" l="l" r="r" t="t"/>
                <a:pathLst>
                  <a:path extrusionOk="0" h="914" w="1656">
                    <a:moveTo>
                      <a:pt x="669" y="1"/>
                    </a:moveTo>
                    <a:cubicBezTo>
                      <a:pt x="0" y="1"/>
                      <a:pt x="1175" y="886"/>
                      <a:pt x="1655" y="913"/>
                    </a:cubicBezTo>
                    <a:cubicBezTo>
                      <a:pt x="1655" y="913"/>
                      <a:pt x="1410" y="25"/>
                      <a:pt x="692" y="1"/>
                    </a:cubicBezTo>
                    <a:cubicBezTo>
                      <a:pt x="684" y="1"/>
                      <a:pt x="677" y="1"/>
                      <a:pt x="6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32"/>
              <p:cNvSpPr/>
              <p:nvPr/>
            </p:nvSpPr>
            <p:spPr>
              <a:xfrm rot="-1400388">
                <a:off x="2450774" y="2548902"/>
                <a:ext cx="102245" cy="44498"/>
              </a:xfrm>
              <a:custGeom>
                <a:rect b="b" l="l" r="r" t="t"/>
                <a:pathLst>
                  <a:path extrusionOk="0" h="974" w="2238">
                    <a:moveTo>
                      <a:pt x="803" y="1"/>
                    </a:moveTo>
                    <a:cubicBezTo>
                      <a:pt x="757" y="1"/>
                      <a:pt x="711" y="6"/>
                      <a:pt x="666" y="16"/>
                    </a:cubicBezTo>
                    <a:cubicBezTo>
                      <a:pt x="0" y="168"/>
                      <a:pt x="1380" y="974"/>
                      <a:pt x="2155" y="974"/>
                    </a:cubicBezTo>
                    <a:cubicBezTo>
                      <a:pt x="2183" y="974"/>
                      <a:pt x="2211" y="973"/>
                      <a:pt x="2238" y="970"/>
                    </a:cubicBezTo>
                    <a:cubicBezTo>
                      <a:pt x="2238" y="970"/>
                      <a:pt x="1464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32"/>
              <p:cNvSpPr/>
              <p:nvPr/>
            </p:nvSpPr>
            <p:spPr>
              <a:xfrm rot="-1400388">
                <a:off x="2499185" y="2611891"/>
                <a:ext cx="102839" cy="54914"/>
              </a:xfrm>
              <a:custGeom>
                <a:rect b="b" l="l" r="r" t="t"/>
                <a:pathLst>
                  <a:path extrusionOk="0" h="1202" w="2251">
                    <a:moveTo>
                      <a:pt x="752" y="0"/>
                    </a:moveTo>
                    <a:cubicBezTo>
                      <a:pt x="0" y="0"/>
                      <a:pt x="586" y="698"/>
                      <a:pt x="2251" y="1202"/>
                    </a:cubicBezTo>
                    <a:cubicBezTo>
                      <a:pt x="2251" y="1202"/>
                      <a:pt x="1655" y="38"/>
                      <a:pt x="815" y="2"/>
                    </a:cubicBezTo>
                    <a:cubicBezTo>
                      <a:pt x="793" y="1"/>
                      <a:pt x="772" y="0"/>
                      <a:pt x="7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32"/>
              <p:cNvSpPr/>
              <p:nvPr/>
            </p:nvSpPr>
            <p:spPr>
              <a:xfrm rot="-1400388">
                <a:off x="2514042" y="2680854"/>
                <a:ext cx="137423" cy="64737"/>
              </a:xfrm>
              <a:custGeom>
                <a:rect b="b" l="l" r="r" t="t"/>
                <a:pathLst>
                  <a:path extrusionOk="0" h="1417" w="3008">
                    <a:moveTo>
                      <a:pt x="1029" y="0"/>
                    </a:moveTo>
                    <a:cubicBezTo>
                      <a:pt x="1004" y="0"/>
                      <a:pt x="979" y="1"/>
                      <a:pt x="955" y="3"/>
                    </a:cubicBezTo>
                    <a:cubicBezTo>
                      <a:pt x="0" y="87"/>
                      <a:pt x="1946" y="1258"/>
                      <a:pt x="3007" y="1416"/>
                    </a:cubicBezTo>
                    <a:cubicBezTo>
                      <a:pt x="3007" y="1416"/>
                      <a:pt x="1969" y="0"/>
                      <a:pt x="10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32"/>
              <p:cNvSpPr/>
              <p:nvPr/>
            </p:nvSpPr>
            <p:spPr>
              <a:xfrm rot="-1400388">
                <a:off x="2573224" y="2762025"/>
                <a:ext cx="126550" cy="64097"/>
              </a:xfrm>
              <a:custGeom>
                <a:rect b="b" l="l" r="r" t="t"/>
                <a:pathLst>
                  <a:path extrusionOk="0" h="1403" w="2770">
                    <a:moveTo>
                      <a:pt x="720" y="1"/>
                    </a:moveTo>
                    <a:cubicBezTo>
                      <a:pt x="0" y="1"/>
                      <a:pt x="1042" y="1000"/>
                      <a:pt x="2770" y="1402"/>
                    </a:cubicBezTo>
                    <a:cubicBezTo>
                      <a:pt x="2770" y="1402"/>
                      <a:pt x="1790" y="123"/>
                      <a:pt x="843" y="9"/>
                    </a:cubicBezTo>
                    <a:cubicBezTo>
                      <a:pt x="798" y="4"/>
                      <a:pt x="756" y="1"/>
                      <a:pt x="7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32"/>
              <p:cNvSpPr/>
              <p:nvPr/>
            </p:nvSpPr>
            <p:spPr>
              <a:xfrm rot="-1400388">
                <a:off x="2560247" y="2844913"/>
                <a:ext cx="180185" cy="65102"/>
              </a:xfrm>
              <a:custGeom>
                <a:rect b="b" l="l" r="r" t="t"/>
                <a:pathLst>
                  <a:path extrusionOk="0" h="1425" w="3944">
                    <a:moveTo>
                      <a:pt x="1534" y="0"/>
                    </a:moveTo>
                    <a:cubicBezTo>
                      <a:pt x="1442" y="0"/>
                      <a:pt x="1350" y="9"/>
                      <a:pt x="1260" y="27"/>
                    </a:cubicBezTo>
                    <a:cubicBezTo>
                      <a:pt x="1" y="288"/>
                      <a:pt x="3778" y="1424"/>
                      <a:pt x="3944" y="1424"/>
                    </a:cubicBezTo>
                    <a:cubicBezTo>
                      <a:pt x="3944" y="1424"/>
                      <a:pt x="2716" y="0"/>
                      <a:pt x="15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 rot="-1400388">
                <a:off x="2609328" y="2898665"/>
                <a:ext cx="160266" cy="62361"/>
              </a:xfrm>
              <a:custGeom>
                <a:rect b="b" l="l" r="r" t="t"/>
                <a:pathLst>
                  <a:path extrusionOk="0" h="1365" w="3508">
                    <a:moveTo>
                      <a:pt x="1009" y="0"/>
                    </a:moveTo>
                    <a:cubicBezTo>
                      <a:pt x="987" y="0"/>
                      <a:pt x="964" y="1"/>
                      <a:pt x="943" y="2"/>
                    </a:cubicBezTo>
                    <a:cubicBezTo>
                      <a:pt x="1" y="69"/>
                      <a:pt x="2480" y="1364"/>
                      <a:pt x="3490" y="1364"/>
                    </a:cubicBezTo>
                    <a:cubicBezTo>
                      <a:pt x="3496" y="1364"/>
                      <a:pt x="3502" y="1364"/>
                      <a:pt x="3508" y="1364"/>
                    </a:cubicBezTo>
                    <a:cubicBezTo>
                      <a:pt x="3508" y="1364"/>
                      <a:pt x="1963" y="0"/>
                      <a:pt x="1009" y="0"/>
                    </a:cubicBezTo>
                    <a:close/>
                  </a:path>
                </a:pathLst>
              </a:custGeom>
              <a:solidFill>
                <a:srgbClr val="9CC42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32"/>
              <p:cNvSpPr/>
              <p:nvPr/>
            </p:nvSpPr>
            <p:spPr>
              <a:xfrm rot="-1400388">
                <a:off x="2454208" y="2669582"/>
                <a:ext cx="208328" cy="272471"/>
              </a:xfrm>
              <a:custGeom>
                <a:rect b="b" l="l" r="r" t="t"/>
                <a:pathLst>
                  <a:path extrusionOk="0" h="5964" w="4560">
                    <a:moveTo>
                      <a:pt x="1" y="773"/>
                    </a:moveTo>
                    <a:lnTo>
                      <a:pt x="1" y="773"/>
                    </a:lnTo>
                    <a:cubicBezTo>
                      <a:pt x="530" y="2738"/>
                      <a:pt x="3446" y="5659"/>
                      <a:pt x="3387" y="5840"/>
                    </a:cubicBezTo>
                    <a:lnTo>
                      <a:pt x="4106" y="5916"/>
                    </a:lnTo>
                    <a:lnTo>
                      <a:pt x="4106" y="5916"/>
                    </a:lnTo>
                    <a:cubicBezTo>
                      <a:pt x="3842" y="5446"/>
                      <a:pt x="1656" y="1625"/>
                      <a:pt x="1" y="773"/>
                    </a:cubicBezTo>
                    <a:close/>
                    <a:moveTo>
                      <a:pt x="4106" y="5916"/>
                    </a:moveTo>
                    <a:cubicBezTo>
                      <a:pt x="4124" y="5947"/>
                      <a:pt x="4133" y="5964"/>
                      <a:pt x="4133" y="5964"/>
                    </a:cubicBezTo>
                    <a:cubicBezTo>
                      <a:pt x="4133" y="5964"/>
                      <a:pt x="4125" y="5947"/>
                      <a:pt x="4109" y="5916"/>
                    </a:cubicBezTo>
                    <a:lnTo>
                      <a:pt x="4109" y="5916"/>
                    </a:lnTo>
                    <a:lnTo>
                      <a:pt x="4106" y="5916"/>
                    </a:lnTo>
                    <a:close/>
                    <a:moveTo>
                      <a:pt x="1461" y="0"/>
                    </a:moveTo>
                    <a:lnTo>
                      <a:pt x="1461" y="0"/>
                    </a:lnTo>
                    <a:cubicBezTo>
                      <a:pt x="1699" y="1151"/>
                      <a:pt x="3857" y="5419"/>
                      <a:pt x="4109" y="5916"/>
                    </a:cubicBezTo>
                    <a:lnTo>
                      <a:pt x="4109" y="5916"/>
                    </a:lnTo>
                    <a:lnTo>
                      <a:pt x="4559" y="5964"/>
                    </a:lnTo>
                    <a:cubicBezTo>
                      <a:pt x="4559" y="5964"/>
                      <a:pt x="3099" y="1228"/>
                      <a:pt x="14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32"/>
              <p:cNvSpPr/>
              <p:nvPr/>
            </p:nvSpPr>
            <p:spPr>
              <a:xfrm rot="-1400388">
                <a:off x="2732175" y="2774339"/>
                <a:ext cx="135824" cy="135687"/>
              </a:xfrm>
              <a:custGeom>
                <a:rect b="b" l="l" r="r" t="t"/>
                <a:pathLst>
                  <a:path extrusionOk="0" h="2970" w="2973">
                    <a:moveTo>
                      <a:pt x="1484" y="1"/>
                    </a:moveTo>
                    <a:cubicBezTo>
                      <a:pt x="664" y="1"/>
                      <a:pt x="1" y="664"/>
                      <a:pt x="1" y="1485"/>
                    </a:cubicBezTo>
                    <a:cubicBezTo>
                      <a:pt x="1" y="2306"/>
                      <a:pt x="664" y="2969"/>
                      <a:pt x="1484" y="2969"/>
                    </a:cubicBezTo>
                    <a:cubicBezTo>
                      <a:pt x="2305" y="2969"/>
                      <a:pt x="2972" y="2306"/>
                      <a:pt x="2972" y="1485"/>
                    </a:cubicBezTo>
                    <a:cubicBezTo>
                      <a:pt x="2972" y="664"/>
                      <a:pt x="2305" y="1"/>
                      <a:pt x="14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32"/>
              <p:cNvSpPr/>
              <p:nvPr/>
            </p:nvSpPr>
            <p:spPr>
              <a:xfrm rot="-1400388">
                <a:off x="2840346" y="2762777"/>
                <a:ext cx="146652" cy="146423"/>
              </a:xfrm>
              <a:custGeom>
                <a:rect b="b" l="l" r="r" t="t"/>
                <a:pathLst>
                  <a:path extrusionOk="0" h="3205" w="3210">
                    <a:moveTo>
                      <a:pt x="1603" y="1"/>
                    </a:moveTo>
                    <a:cubicBezTo>
                      <a:pt x="719" y="1"/>
                      <a:pt x="0" y="718"/>
                      <a:pt x="0" y="1602"/>
                    </a:cubicBezTo>
                    <a:cubicBezTo>
                      <a:pt x="0" y="2487"/>
                      <a:pt x="719" y="3205"/>
                      <a:pt x="1603" y="3205"/>
                    </a:cubicBezTo>
                    <a:cubicBezTo>
                      <a:pt x="2490" y="3205"/>
                      <a:pt x="3209" y="2487"/>
                      <a:pt x="3209" y="1602"/>
                    </a:cubicBezTo>
                    <a:cubicBezTo>
                      <a:pt x="3209" y="718"/>
                      <a:pt x="2490" y="1"/>
                      <a:pt x="16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32"/>
              <p:cNvSpPr/>
              <p:nvPr/>
            </p:nvSpPr>
            <p:spPr>
              <a:xfrm rot="-1400388">
                <a:off x="2810168" y="2733050"/>
                <a:ext cx="29239" cy="50117"/>
              </a:xfrm>
              <a:custGeom>
                <a:rect b="b" l="l" r="r" t="t"/>
                <a:pathLst>
                  <a:path extrusionOk="0" h="1097" w="640">
                    <a:moveTo>
                      <a:pt x="517" y="0"/>
                    </a:moveTo>
                    <a:cubicBezTo>
                      <a:pt x="505" y="465"/>
                      <a:pt x="4" y="1010"/>
                      <a:pt x="0" y="1014"/>
                    </a:cubicBezTo>
                    <a:lnTo>
                      <a:pt x="87" y="1097"/>
                    </a:lnTo>
                    <a:cubicBezTo>
                      <a:pt x="110" y="1073"/>
                      <a:pt x="627" y="516"/>
                      <a:pt x="6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32"/>
              <p:cNvSpPr/>
              <p:nvPr/>
            </p:nvSpPr>
            <p:spPr>
              <a:xfrm rot="-1400388">
                <a:off x="2770018" y="2705448"/>
                <a:ext cx="54823" cy="61310"/>
              </a:xfrm>
              <a:custGeom>
                <a:rect b="b" l="l" r="r" t="t"/>
                <a:pathLst>
                  <a:path extrusionOk="0" h="1342" w="1200">
                    <a:moveTo>
                      <a:pt x="465" y="1"/>
                    </a:moveTo>
                    <a:lnTo>
                      <a:pt x="465" y="1"/>
                    </a:lnTo>
                    <a:cubicBezTo>
                      <a:pt x="0" y="797"/>
                      <a:pt x="1049" y="1342"/>
                      <a:pt x="1049" y="1342"/>
                    </a:cubicBezTo>
                    <a:cubicBezTo>
                      <a:pt x="1049" y="1342"/>
                      <a:pt x="1199" y="123"/>
                      <a:pt x="4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32"/>
              <p:cNvSpPr/>
              <p:nvPr/>
            </p:nvSpPr>
            <p:spPr>
              <a:xfrm rot="-368213">
                <a:off x="2565849" y="2861470"/>
                <a:ext cx="582382" cy="755068"/>
              </a:xfrm>
              <a:custGeom>
                <a:rect b="b" l="l" r="r" t="t"/>
                <a:pathLst>
                  <a:path extrusionOk="0" h="13172" w="15594">
                    <a:moveTo>
                      <a:pt x="7905" y="0"/>
                    </a:moveTo>
                    <a:cubicBezTo>
                      <a:pt x="3356" y="0"/>
                      <a:pt x="423" y="578"/>
                      <a:pt x="423" y="578"/>
                    </a:cubicBezTo>
                    <a:cubicBezTo>
                      <a:pt x="0" y="3956"/>
                      <a:pt x="916" y="12998"/>
                      <a:pt x="916" y="12998"/>
                    </a:cubicBezTo>
                    <a:cubicBezTo>
                      <a:pt x="2841" y="13128"/>
                      <a:pt x="5005" y="13171"/>
                      <a:pt x="7036" y="13171"/>
                    </a:cubicBezTo>
                    <a:cubicBezTo>
                      <a:pt x="11097" y="13171"/>
                      <a:pt x="14623" y="12998"/>
                      <a:pt x="14623" y="12998"/>
                    </a:cubicBezTo>
                    <a:cubicBezTo>
                      <a:pt x="14623" y="12998"/>
                      <a:pt x="15594" y="4939"/>
                      <a:pt x="14749" y="436"/>
                    </a:cubicBezTo>
                    <a:cubicBezTo>
                      <a:pt x="12229" y="113"/>
                      <a:pt x="9910" y="0"/>
                      <a:pt x="79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5" name="Google Shape;765;p32"/>
            <p:cNvGrpSpPr/>
            <p:nvPr/>
          </p:nvGrpSpPr>
          <p:grpSpPr>
            <a:xfrm>
              <a:off x="2966148" y="2701538"/>
              <a:ext cx="647347" cy="1377158"/>
              <a:chOff x="3017948" y="2225650"/>
              <a:chExt cx="647347" cy="1377158"/>
            </a:xfrm>
          </p:grpSpPr>
          <p:sp>
            <p:nvSpPr>
              <p:cNvPr id="766" name="Google Shape;766;p32"/>
              <p:cNvSpPr/>
              <p:nvPr/>
            </p:nvSpPr>
            <p:spPr>
              <a:xfrm>
                <a:off x="3265000" y="2225650"/>
                <a:ext cx="231906" cy="532845"/>
              </a:xfrm>
              <a:custGeom>
                <a:rect b="b" l="l" r="r" t="t"/>
                <a:pathLst>
                  <a:path extrusionOk="0" h="12137" w="5282">
                    <a:moveTo>
                      <a:pt x="3530" y="0"/>
                    </a:moveTo>
                    <a:cubicBezTo>
                      <a:pt x="3262" y="0"/>
                      <a:pt x="2975" y="216"/>
                      <a:pt x="2699" y="604"/>
                    </a:cubicBezTo>
                    <a:cubicBezTo>
                      <a:pt x="1393" y="2451"/>
                      <a:pt x="0" y="12136"/>
                      <a:pt x="0" y="12136"/>
                    </a:cubicBezTo>
                    <a:lnTo>
                      <a:pt x="4187" y="11489"/>
                    </a:lnTo>
                    <a:cubicBezTo>
                      <a:pt x="5282" y="3052"/>
                      <a:pt x="4537" y="0"/>
                      <a:pt x="3530" y="0"/>
                    </a:cubicBezTo>
                    <a:close/>
                  </a:path>
                </a:pathLst>
              </a:custGeom>
              <a:solidFill>
                <a:srgbClr val="DC8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32"/>
              <p:cNvSpPr/>
              <p:nvPr/>
            </p:nvSpPr>
            <p:spPr>
              <a:xfrm>
                <a:off x="3355268" y="2348317"/>
                <a:ext cx="95186" cy="31829"/>
              </a:xfrm>
              <a:custGeom>
                <a:rect b="b" l="l" r="r" t="t"/>
                <a:pathLst>
                  <a:path extrusionOk="0" h="725" w="2168">
                    <a:moveTo>
                      <a:pt x="1073" y="1"/>
                    </a:moveTo>
                    <a:cubicBezTo>
                      <a:pt x="418" y="1"/>
                      <a:pt x="0" y="546"/>
                      <a:pt x="0" y="546"/>
                    </a:cubicBezTo>
                    <a:cubicBezTo>
                      <a:pt x="0" y="546"/>
                      <a:pt x="362" y="724"/>
                      <a:pt x="969" y="724"/>
                    </a:cubicBezTo>
                    <a:cubicBezTo>
                      <a:pt x="1302" y="724"/>
                      <a:pt x="1707" y="671"/>
                      <a:pt x="2167" y="506"/>
                    </a:cubicBezTo>
                    <a:cubicBezTo>
                      <a:pt x="1761" y="128"/>
                      <a:pt x="1389" y="1"/>
                      <a:pt x="1073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32"/>
              <p:cNvSpPr/>
              <p:nvPr/>
            </p:nvSpPr>
            <p:spPr>
              <a:xfrm>
                <a:off x="3332394" y="2466988"/>
                <a:ext cx="107831" cy="35956"/>
              </a:xfrm>
              <a:custGeom>
                <a:rect b="b" l="l" r="r" t="t"/>
                <a:pathLst>
                  <a:path extrusionOk="0" h="819" w="2456">
                    <a:moveTo>
                      <a:pt x="1213" y="0"/>
                    </a:moveTo>
                    <a:cubicBezTo>
                      <a:pt x="472" y="0"/>
                      <a:pt x="0" y="617"/>
                      <a:pt x="0" y="617"/>
                    </a:cubicBezTo>
                    <a:cubicBezTo>
                      <a:pt x="0" y="617"/>
                      <a:pt x="411" y="819"/>
                      <a:pt x="1100" y="819"/>
                    </a:cubicBezTo>
                    <a:cubicBezTo>
                      <a:pt x="1476" y="819"/>
                      <a:pt x="1935" y="759"/>
                      <a:pt x="2455" y="574"/>
                    </a:cubicBezTo>
                    <a:cubicBezTo>
                      <a:pt x="1993" y="145"/>
                      <a:pt x="1572" y="0"/>
                      <a:pt x="1213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32"/>
              <p:cNvSpPr/>
              <p:nvPr/>
            </p:nvSpPr>
            <p:spPr>
              <a:xfrm>
                <a:off x="3308466" y="2578679"/>
                <a:ext cx="131232" cy="43727"/>
              </a:xfrm>
              <a:custGeom>
                <a:rect b="b" l="l" r="r" t="t"/>
                <a:pathLst>
                  <a:path extrusionOk="0" h="996" w="2989">
                    <a:moveTo>
                      <a:pt x="1477" y="0"/>
                    </a:moveTo>
                    <a:cubicBezTo>
                      <a:pt x="576" y="0"/>
                      <a:pt x="1" y="749"/>
                      <a:pt x="1" y="749"/>
                    </a:cubicBezTo>
                    <a:cubicBezTo>
                      <a:pt x="1" y="749"/>
                      <a:pt x="501" y="996"/>
                      <a:pt x="1342" y="996"/>
                    </a:cubicBezTo>
                    <a:cubicBezTo>
                      <a:pt x="1799" y="996"/>
                      <a:pt x="2356" y="923"/>
                      <a:pt x="2988" y="698"/>
                    </a:cubicBezTo>
                    <a:cubicBezTo>
                      <a:pt x="2427" y="176"/>
                      <a:pt x="1914" y="0"/>
                      <a:pt x="1477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32"/>
              <p:cNvSpPr/>
              <p:nvPr/>
            </p:nvSpPr>
            <p:spPr>
              <a:xfrm>
                <a:off x="3329979" y="2340721"/>
                <a:ext cx="292846" cy="503167"/>
              </a:xfrm>
              <a:custGeom>
                <a:rect b="b" l="l" r="r" t="t"/>
                <a:pathLst>
                  <a:path extrusionOk="0" h="11461" w="6670">
                    <a:moveTo>
                      <a:pt x="5264" y="1"/>
                    </a:moveTo>
                    <a:cubicBezTo>
                      <a:pt x="5017" y="1"/>
                      <a:pt x="4731" y="169"/>
                      <a:pt x="4432" y="477"/>
                    </a:cubicBezTo>
                    <a:cubicBezTo>
                      <a:pt x="2858" y="2104"/>
                      <a:pt x="1" y="11461"/>
                      <a:pt x="1" y="11461"/>
                    </a:cubicBezTo>
                    <a:lnTo>
                      <a:pt x="4235" y="11461"/>
                    </a:lnTo>
                    <a:cubicBezTo>
                      <a:pt x="6669" y="3077"/>
                      <a:pt x="6322" y="1"/>
                      <a:pt x="5264" y="1"/>
                    </a:cubicBezTo>
                    <a:close/>
                  </a:path>
                </a:pathLst>
              </a:custGeom>
              <a:solidFill>
                <a:srgbClr val="FFA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32"/>
              <p:cNvSpPr/>
              <p:nvPr/>
            </p:nvSpPr>
            <p:spPr>
              <a:xfrm>
                <a:off x="3478114" y="2459041"/>
                <a:ext cx="94484" cy="33015"/>
              </a:xfrm>
              <a:custGeom>
                <a:rect b="b" l="l" r="r" t="t"/>
                <a:pathLst>
                  <a:path extrusionOk="0" h="752" w="2152">
                    <a:moveTo>
                      <a:pt x="962" y="1"/>
                    </a:moveTo>
                    <a:cubicBezTo>
                      <a:pt x="406" y="1"/>
                      <a:pt x="0" y="387"/>
                      <a:pt x="0" y="387"/>
                    </a:cubicBezTo>
                    <a:cubicBezTo>
                      <a:pt x="0" y="387"/>
                      <a:pt x="521" y="751"/>
                      <a:pt x="1445" y="751"/>
                    </a:cubicBezTo>
                    <a:cubicBezTo>
                      <a:pt x="1659" y="751"/>
                      <a:pt x="1895" y="732"/>
                      <a:pt x="2151" y="683"/>
                    </a:cubicBezTo>
                    <a:cubicBezTo>
                      <a:pt x="1738" y="160"/>
                      <a:pt x="1319" y="1"/>
                      <a:pt x="962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32"/>
              <p:cNvSpPr/>
              <p:nvPr/>
            </p:nvSpPr>
            <p:spPr>
              <a:xfrm>
                <a:off x="3437063" y="2573586"/>
                <a:ext cx="106777" cy="37449"/>
              </a:xfrm>
              <a:custGeom>
                <a:rect b="b" l="l" r="r" t="t"/>
                <a:pathLst>
                  <a:path extrusionOk="0" h="853" w="2432">
                    <a:moveTo>
                      <a:pt x="1087" y="1"/>
                    </a:moveTo>
                    <a:cubicBezTo>
                      <a:pt x="459" y="1"/>
                      <a:pt x="0" y="439"/>
                      <a:pt x="0" y="439"/>
                    </a:cubicBezTo>
                    <a:cubicBezTo>
                      <a:pt x="0" y="439"/>
                      <a:pt x="586" y="853"/>
                      <a:pt x="1627" y="853"/>
                    </a:cubicBezTo>
                    <a:cubicBezTo>
                      <a:pt x="1871" y="853"/>
                      <a:pt x="2140" y="830"/>
                      <a:pt x="2432" y="774"/>
                    </a:cubicBezTo>
                    <a:cubicBezTo>
                      <a:pt x="1964" y="181"/>
                      <a:pt x="1490" y="1"/>
                      <a:pt x="1087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32"/>
              <p:cNvSpPr/>
              <p:nvPr/>
            </p:nvSpPr>
            <p:spPr>
              <a:xfrm>
                <a:off x="3395485" y="2681940"/>
                <a:ext cx="130003" cy="45483"/>
              </a:xfrm>
              <a:custGeom>
                <a:rect b="b" l="l" r="r" t="t"/>
                <a:pathLst>
                  <a:path extrusionOk="0" h="1036" w="2961">
                    <a:moveTo>
                      <a:pt x="1320" y="1"/>
                    </a:moveTo>
                    <a:cubicBezTo>
                      <a:pt x="556" y="1"/>
                      <a:pt x="0" y="532"/>
                      <a:pt x="0" y="532"/>
                    </a:cubicBezTo>
                    <a:cubicBezTo>
                      <a:pt x="0" y="532"/>
                      <a:pt x="715" y="1036"/>
                      <a:pt x="1987" y="1036"/>
                    </a:cubicBezTo>
                    <a:cubicBezTo>
                      <a:pt x="2282" y="1036"/>
                      <a:pt x="2607" y="1009"/>
                      <a:pt x="2960" y="942"/>
                    </a:cubicBezTo>
                    <a:cubicBezTo>
                      <a:pt x="2389" y="220"/>
                      <a:pt x="1811" y="1"/>
                      <a:pt x="1320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32"/>
              <p:cNvSpPr/>
              <p:nvPr/>
            </p:nvSpPr>
            <p:spPr>
              <a:xfrm>
                <a:off x="3543269" y="2403064"/>
                <a:ext cx="4742" cy="3732"/>
              </a:xfrm>
              <a:custGeom>
                <a:rect b="b" l="l" r="r" t="t"/>
                <a:pathLst>
                  <a:path extrusionOk="0" h="85" w="108">
                    <a:moveTo>
                      <a:pt x="55" y="1"/>
                    </a:moveTo>
                    <a:cubicBezTo>
                      <a:pt x="0" y="1"/>
                      <a:pt x="0" y="84"/>
                      <a:pt x="55" y="84"/>
                    </a:cubicBezTo>
                    <a:cubicBezTo>
                      <a:pt x="108" y="84"/>
                      <a:pt x="108" y="1"/>
                      <a:pt x="55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32"/>
              <p:cNvSpPr/>
              <p:nvPr/>
            </p:nvSpPr>
            <p:spPr>
              <a:xfrm>
                <a:off x="3561270" y="2419045"/>
                <a:ext cx="5093" cy="3820"/>
              </a:xfrm>
              <a:custGeom>
                <a:rect b="b" l="l" r="r" t="t"/>
                <a:pathLst>
                  <a:path extrusionOk="0" h="87" w="116">
                    <a:moveTo>
                      <a:pt x="60" y="0"/>
                    </a:moveTo>
                    <a:cubicBezTo>
                      <a:pt x="1" y="0"/>
                      <a:pt x="1" y="87"/>
                      <a:pt x="60" y="87"/>
                    </a:cubicBezTo>
                    <a:cubicBezTo>
                      <a:pt x="115" y="87"/>
                      <a:pt x="115" y="0"/>
                      <a:pt x="60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32"/>
              <p:cNvSpPr/>
              <p:nvPr/>
            </p:nvSpPr>
            <p:spPr>
              <a:xfrm>
                <a:off x="3535981" y="2427826"/>
                <a:ext cx="8386" cy="6366"/>
              </a:xfrm>
              <a:custGeom>
                <a:rect b="b" l="l" r="r" t="t"/>
                <a:pathLst>
                  <a:path extrusionOk="0" h="145" w="191">
                    <a:moveTo>
                      <a:pt x="78" y="1"/>
                    </a:moveTo>
                    <a:cubicBezTo>
                      <a:pt x="48" y="1"/>
                      <a:pt x="16" y="17"/>
                      <a:pt x="8" y="45"/>
                    </a:cubicBezTo>
                    <a:cubicBezTo>
                      <a:pt x="1" y="68"/>
                      <a:pt x="13" y="96"/>
                      <a:pt x="32" y="108"/>
                    </a:cubicBezTo>
                    <a:cubicBezTo>
                      <a:pt x="35" y="108"/>
                      <a:pt x="40" y="110"/>
                      <a:pt x="43" y="111"/>
                    </a:cubicBezTo>
                    <a:lnTo>
                      <a:pt x="43" y="111"/>
                    </a:lnTo>
                    <a:cubicBezTo>
                      <a:pt x="44" y="111"/>
                      <a:pt x="44" y="112"/>
                      <a:pt x="44" y="112"/>
                    </a:cubicBezTo>
                    <a:cubicBezTo>
                      <a:pt x="56" y="127"/>
                      <a:pt x="68" y="139"/>
                      <a:pt x="88" y="143"/>
                    </a:cubicBezTo>
                    <a:cubicBezTo>
                      <a:pt x="93" y="145"/>
                      <a:pt x="98" y="145"/>
                      <a:pt x="104" y="145"/>
                    </a:cubicBezTo>
                    <a:cubicBezTo>
                      <a:pt x="116" y="145"/>
                      <a:pt x="128" y="143"/>
                      <a:pt x="139" y="143"/>
                    </a:cubicBezTo>
                    <a:cubicBezTo>
                      <a:pt x="179" y="136"/>
                      <a:pt x="190" y="88"/>
                      <a:pt x="174" y="56"/>
                    </a:cubicBezTo>
                    <a:cubicBezTo>
                      <a:pt x="173" y="55"/>
                      <a:pt x="173" y="55"/>
                      <a:pt x="172" y="54"/>
                    </a:cubicBezTo>
                    <a:lnTo>
                      <a:pt x="172" y="54"/>
                    </a:lnTo>
                    <a:cubicBezTo>
                      <a:pt x="171" y="50"/>
                      <a:pt x="169" y="47"/>
                      <a:pt x="166" y="45"/>
                    </a:cubicBezTo>
                    <a:cubicBezTo>
                      <a:pt x="163" y="32"/>
                      <a:pt x="155" y="21"/>
                      <a:pt x="143" y="17"/>
                    </a:cubicBezTo>
                    <a:cubicBezTo>
                      <a:pt x="127" y="5"/>
                      <a:pt x="108" y="5"/>
                      <a:pt x="88" y="1"/>
                    </a:cubicBezTo>
                    <a:cubicBezTo>
                      <a:pt x="85" y="1"/>
                      <a:pt x="82" y="1"/>
                      <a:pt x="78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32"/>
              <p:cNvSpPr/>
              <p:nvPr/>
            </p:nvSpPr>
            <p:spPr>
              <a:xfrm>
                <a:off x="3505687" y="2426026"/>
                <a:ext cx="7288" cy="7771"/>
              </a:xfrm>
              <a:custGeom>
                <a:rect b="b" l="l" r="r" t="t"/>
                <a:pathLst>
                  <a:path extrusionOk="0" h="177" w="166">
                    <a:moveTo>
                      <a:pt x="106" y="1"/>
                    </a:moveTo>
                    <a:cubicBezTo>
                      <a:pt x="103" y="1"/>
                      <a:pt x="96" y="1"/>
                      <a:pt x="83" y="2"/>
                    </a:cubicBezTo>
                    <a:cubicBezTo>
                      <a:pt x="67" y="2"/>
                      <a:pt x="51" y="7"/>
                      <a:pt x="40" y="15"/>
                    </a:cubicBezTo>
                    <a:cubicBezTo>
                      <a:pt x="35" y="19"/>
                      <a:pt x="32" y="22"/>
                      <a:pt x="24" y="26"/>
                    </a:cubicBezTo>
                    <a:cubicBezTo>
                      <a:pt x="20" y="31"/>
                      <a:pt x="16" y="38"/>
                      <a:pt x="12" y="42"/>
                    </a:cubicBezTo>
                    <a:cubicBezTo>
                      <a:pt x="4" y="58"/>
                      <a:pt x="4" y="62"/>
                      <a:pt x="0" y="78"/>
                    </a:cubicBezTo>
                    <a:cubicBezTo>
                      <a:pt x="0" y="90"/>
                      <a:pt x="0" y="97"/>
                      <a:pt x="4" y="109"/>
                    </a:cubicBezTo>
                    <a:cubicBezTo>
                      <a:pt x="4" y="117"/>
                      <a:pt x="8" y="126"/>
                      <a:pt x="12" y="129"/>
                    </a:cubicBezTo>
                    <a:lnTo>
                      <a:pt x="12" y="133"/>
                    </a:lnTo>
                    <a:lnTo>
                      <a:pt x="20" y="141"/>
                    </a:lnTo>
                    <a:cubicBezTo>
                      <a:pt x="24" y="153"/>
                      <a:pt x="35" y="161"/>
                      <a:pt x="44" y="168"/>
                    </a:cubicBezTo>
                    <a:cubicBezTo>
                      <a:pt x="55" y="173"/>
                      <a:pt x="71" y="177"/>
                      <a:pt x="83" y="177"/>
                    </a:cubicBezTo>
                    <a:cubicBezTo>
                      <a:pt x="95" y="177"/>
                      <a:pt x="111" y="173"/>
                      <a:pt x="122" y="168"/>
                    </a:cubicBezTo>
                    <a:cubicBezTo>
                      <a:pt x="130" y="161"/>
                      <a:pt x="142" y="153"/>
                      <a:pt x="146" y="141"/>
                    </a:cubicBezTo>
                    <a:cubicBezTo>
                      <a:pt x="150" y="137"/>
                      <a:pt x="150" y="137"/>
                      <a:pt x="154" y="133"/>
                    </a:cubicBezTo>
                    <a:lnTo>
                      <a:pt x="154" y="129"/>
                    </a:lnTo>
                    <a:cubicBezTo>
                      <a:pt x="158" y="126"/>
                      <a:pt x="162" y="117"/>
                      <a:pt x="166" y="109"/>
                    </a:cubicBezTo>
                    <a:lnTo>
                      <a:pt x="166" y="90"/>
                    </a:lnTo>
                    <a:lnTo>
                      <a:pt x="166" y="66"/>
                    </a:lnTo>
                    <a:cubicBezTo>
                      <a:pt x="162" y="62"/>
                      <a:pt x="162" y="58"/>
                      <a:pt x="158" y="55"/>
                    </a:cubicBezTo>
                    <a:cubicBezTo>
                      <a:pt x="158" y="46"/>
                      <a:pt x="154" y="42"/>
                      <a:pt x="150" y="35"/>
                    </a:cubicBezTo>
                    <a:cubicBezTo>
                      <a:pt x="142" y="26"/>
                      <a:pt x="135" y="19"/>
                      <a:pt x="126" y="15"/>
                    </a:cubicBezTo>
                    <a:cubicBezTo>
                      <a:pt x="122" y="11"/>
                      <a:pt x="111" y="7"/>
                      <a:pt x="106" y="7"/>
                    </a:cubicBezTo>
                    <a:cubicBezTo>
                      <a:pt x="98" y="4"/>
                      <a:pt x="114" y="1"/>
                      <a:pt x="106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32"/>
              <p:cNvSpPr/>
              <p:nvPr/>
            </p:nvSpPr>
            <p:spPr>
              <a:xfrm>
                <a:off x="3535981" y="2542546"/>
                <a:ext cx="7859" cy="7595"/>
              </a:xfrm>
              <a:custGeom>
                <a:rect b="b" l="l" r="r" t="t"/>
                <a:pathLst>
                  <a:path extrusionOk="0" h="173" w="179">
                    <a:moveTo>
                      <a:pt x="99" y="0"/>
                    </a:moveTo>
                    <a:cubicBezTo>
                      <a:pt x="79" y="0"/>
                      <a:pt x="56" y="9"/>
                      <a:pt x="44" y="24"/>
                    </a:cubicBezTo>
                    <a:cubicBezTo>
                      <a:pt x="41" y="29"/>
                      <a:pt x="37" y="33"/>
                      <a:pt x="32" y="36"/>
                    </a:cubicBezTo>
                    <a:lnTo>
                      <a:pt x="28" y="40"/>
                    </a:lnTo>
                    <a:cubicBezTo>
                      <a:pt x="24" y="44"/>
                      <a:pt x="24" y="48"/>
                      <a:pt x="21" y="53"/>
                    </a:cubicBezTo>
                    <a:cubicBezTo>
                      <a:pt x="17" y="56"/>
                      <a:pt x="13" y="64"/>
                      <a:pt x="8" y="68"/>
                    </a:cubicBezTo>
                    <a:cubicBezTo>
                      <a:pt x="8" y="72"/>
                      <a:pt x="8" y="76"/>
                      <a:pt x="5" y="80"/>
                    </a:cubicBezTo>
                    <a:cubicBezTo>
                      <a:pt x="1" y="108"/>
                      <a:pt x="5" y="131"/>
                      <a:pt x="24" y="151"/>
                    </a:cubicBezTo>
                    <a:cubicBezTo>
                      <a:pt x="40" y="167"/>
                      <a:pt x="60" y="172"/>
                      <a:pt x="79" y="172"/>
                    </a:cubicBezTo>
                    <a:cubicBezTo>
                      <a:pt x="85" y="172"/>
                      <a:pt x="90" y="172"/>
                      <a:pt x="95" y="171"/>
                    </a:cubicBezTo>
                    <a:cubicBezTo>
                      <a:pt x="103" y="171"/>
                      <a:pt x="112" y="166"/>
                      <a:pt x="115" y="162"/>
                    </a:cubicBezTo>
                    <a:cubicBezTo>
                      <a:pt x="123" y="159"/>
                      <a:pt x="127" y="155"/>
                      <a:pt x="135" y="151"/>
                    </a:cubicBezTo>
                    <a:cubicBezTo>
                      <a:pt x="135" y="147"/>
                      <a:pt x="139" y="147"/>
                      <a:pt x="139" y="143"/>
                    </a:cubicBezTo>
                    <a:cubicBezTo>
                      <a:pt x="147" y="139"/>
                      <a:pt x="150" y="135"/>
                      <a:pt x="155" y="131"/>
                    </a:cubicBezTo>
                    <a:cubicBezTo>
                      <a:pt x="163" y="127"/>
                      <a:pt x="166" y="115"/>
                      <a:pt x="170" y="108"/>
                    </a:cubicBezTo>
                    <a:cubicBezTo>
                      <a:pt x="174" y="100"/>
                      <a:pt x="179" y="88"/>
                      <a:pt x="179" y="76"/>
                    </a:cubicBezTo>
                    <a:cubicBezTo>
                      <a:pt x="179" y="68"/>
                      <a:pt x="174" y="56"/>
                      <a:pt x="170" y="48"/>
                    </a:cubicBezTo>
                    <a:cubicBezTo>
                      <a:pt x="166" y="36"/>
                      <a:pt x="163" y="29"/>
                      <a:pt x="155" y="24"/>
                    </a:cubicBezTo>
                    <a:cubicBezTo>
                      <a:pt x="139" y="9"/>
                      <a:pt x="119" y="0"/>
                      <a:pt x="99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32"/>
              <p:cNvSpPr/>
              <p:nvPr/>
            </p:nvSpPr>
            <p:spPr>
              <a:xfrm>
                <a:off x="3560963" y="2511770"/>
                <a:ext cx="9396" cy="8561"/>
              </a:xfrm>
              <a:custGeom>
                <a:rect b="b" l="l" r="r" t="t"/>
                <a:pathLst>
                  <a:path extrusionOk="0" h="195" w="214">
                    <a:moveTo>
                      <a:pt x="114" y="1"/>
                    </a:moveTo>
                    <a:cubicBezTo>
                      <a:pt x="106" y="1"/>
                      <a:pt x="97" y="2"/>
                      <a:pt x="87" y="3"/>
                    </a:cubicBezTo>
                    <a:cubicBezTo>
                      <a:pt x="83" y="7"/>
                      <a:pt x="75" y="7"/>
                      <a:pt x="67" y="7"/>
                    </a:cubicBezTo>
                    <a:cubicBezTo>
                      <a:pt x="60" y="11"/>
                      <a:pt x="51" y="15"/>
                      <a:pt x="44" y="20"/>
                    </a:cubicBezTo>
                    <a:cubicBezTo>
                      <a:pt x="36" y="23"/>
                      <a:pt x="27" y="31"/>
                      <a:pt x="20" y="43"/>
                    </a:cubicBezTo>
                    <a:cubicBezTo>
                      <a:pt x="16" y="47"/>
                      <a:pt x="12" y="55"/>
                      <a:pt x="8" y="62"/>
                    </a:cubicBezTo>
                    <a:cubicBezTo>
                      <a:pt x="4" y="74"/>
                      <a:pt x="0" y="86"/>
                      <a:pt x="0" y="98"/>
                    </a:cubicBezTo>
                    <a:cubicBezTo>
                      <a:pt x="0" y="106"/>
                      <a:pt x="4" y="114"/>
                      <a:pt x="4" y="122"/>
                    </a:cubicBezTo>
                    <a:cubicBezTo>
                      <a:pt x="8" y="129"/>
                      <a:pt x="8" y="138"/>
                      <a:pt x="12" y="142"/>
                    </a:cubicBezTo>
                    <a:cubicBezTo>
                      <a:pt x="20" y="153"/>
                      <a:pt x="27" y="162"/>
                      <a:pt x="36" y="169"/>
                    </a:cubicBezTo>
                    <a:cubicBezTo>
                      <a:pt x="44" y="177"/>
                      <a:pt x="55" y="181"/>
                      <a:pt x="67" y="185"/>
                    </a:cubicBezTo>
                    <a:cubicBezTo>
                      <a:pt x="75" y="189"/>
                      <a:pt x="83" y="189"/>
                      <a:pt x="87" y="189"/>
                    </a:cubicBezTo>
                    <a:cubicBezTo>
                      <a:pt x="97" y="193"/>
                      <a:pt x="106" y="195"/>
                      <a:pt x="114" y="195"/>
                    </a:cubicBezTo>
                    <a:cubicBezTo>
                      <a:pt x="122" y="195"/>
                      <a:pt x="130" y="193"/>
                      <a:pt x="138" y="189"/>
                    </a:cubicBezTo>
                    <a:cubicBezTo>
                      <a:pt x="158" y="185"/>
                      <a:pt x="170" y="177"/>
                      <a:pt x="182" y="165"/>
                    </a:cubicBezTo>
                    <a:cubicBezTo>
                      <a:pt x="202" y="145"/>
                      <a:pt x="209" y="122"/>
                      <a:pt x="209" y="98"/>
                    </a:cubicBezTo>
                    <a:cubicBezTo>
                      <a:pt x="213" y="82"/>
                      <a:pt x="209" y="71"/>
                      <a:pt x="202" y="58"/>
                    </a:cubicBezTo>
                    <a:cubicBezTo>
                      <a:pt x="197" y="47"/>
                      <a:pt x="193" y="38"/>
                      <a:pt x="182" y="27"/>
                    </a:cubicBezTo>
                    <a:cubicBezTo>
                      <a:pt x="170" y="15"/>
                      <a:pt x="158" y="7"/>
                      <a:pt x="138" y="3"/>
                    </a:cubicBezTo>
                    <a:cubicBezTo>
                      <a:pt x="130" y="2"/>
                      <a:pt x="122" y="1"/>
                      <a:pt x="114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32"/>
              <p:cNvSpPr/>
              <p:nvPr/>
            </p:nvSpPr>
            <p:spPr>
              <a:xfrm>
                <a:off x="3458708" y="2501189"/>
                <a:ext cx="7157" cy="8210"/>
              </a:xfrm>
              <a:custGeom>
                <a:rect b="b" l="l" r="r" t="t"/>
                <a:pathLst>
                  <a:path extrusionOk="0" h="187" w="163">
                    <a:moveTo>
                      <a:pt x="21" y="75"/>
                    </a:moveTo>
                    <a:cubicBezTo>
                      <a:pt x="21" y="77"/>
                      <a:pt x="20" y="78"/>
                      <a:pt x="19" y="78"/>
                    </a:cubicBezTo>
                    <a:lnTo>
                      <a:pt x="19" y="78"/>
                    </a:lnTo>
                    <a:cubicBezTo>
                      <a:pt x="19" y="77"/>
                      <a:pt x="20" y="76"/>
                      <a:pt x="21" y="75"/>
                    </a:cubicBezTo>
                    <a:lnTo>
                      <a:pt x="21" y="75"/>
                    </a:lnTo>
                    <a:cubicBezTo>
                      <a:pt x="21" y="75"/>
                      <a:pt x="21" y="75"/>
                      <a:pt x="21" y="75"/>
                    </a:cubicBezTo>
                    <a:close/>
                    <a:moveTo>
                      <a:pt x="15" y="85"/>
                    </a:moveTo>
                    <a:cubicBezTo>
                      <a:pt x="15" y="85"/>
                      <a:pt x="15" y="86"/>
                      <a:pt x="15" y="87"/>
                    </a:cubicBezTo>
                    <a:lnTo>
                      <a:pt x="15" y="87"/>
                    </a:lnTo>
                    <a:cubicBezTo>
                      <a:pt x="15" y="86"/>
                      <a:pt x="15" y="86"/>
                      <a:pt x="15" y="85"/>
                    </a:cubicBezTo>
                    <a:lnTo>
                      <a:pt x="15" y="85"/>
                    </a:lnTo>
                    <a:cubicBezTo>
                      <a:pt x="15" y="85"/>
                      <a:pt x="15" y="85"/>
                      <a:pt x="15" y="85"/>
                    </a:cubicBezTo>
                    <a:close/>
                    <a:moveTo>
                      <a:pt x="15" y="89"/>
                    </a:moveTo>
                    <a:cubicBezTo>
                      <a:pt x="15" y="91"/>
                      <a:pt x="14" y="93"/>
                      <a:pt x="12" y="95"/>
                    </a:cubicBezTo>
                    <a:cubicBezTo>
                      <a:pt x="14" y="93"/>
                      <a:pt x="14" y="91"/>
                      <a:pt x="15" y="89"/>
                    </a:cubicBezTo>
                    <a:close/>
                    <a:moveTo>
                      <a:pt x="15" y="88"/>
                    </a:moveTo>
                    <a:cubicBezTo>
                      <a:pt x="16" y="88"/>
                      <a:pt x="16" y="89"/>
                      <a:pt x="16" y="90"/>
                    </a:cubicBezTo>
                    <a:lnTo>
                      <a:pt x="16" y="99"/>
                    </a:lnTo>
                    <a:cubicBezTo>
                      <a:pt x="16" y="96"/>
                      <a:pt x="16" y="92"/>
                      <a:pt x="15" y="88"/>
                    </a:cubicBezTo>
                    <a:lnTo>
                      <a:pt x="15" y="88"/>
                    </a:lnTo>
                    <a:cubicBezTo>
                      <a:pt x="15" y="88"/>
                      <a:pt x="15" y="88"/>
                      <a:pt x="15" y="88"/>
                    </a:cubicBezTo>
                    <a:close/>
                    <a:moveTo>
                      <a:pt x="83" y="1"/>
                    </a:moveTo>
                    <a:cubicBezTo>
                      <a:pt x="77" y="1"/>
                      <a:pt x="70" y="2"/>
                      <a:pt x="63" y="4"/>
                    </a:cubicBezTo>
                    <a:cubicBezTo>
                      <a:pt x="32" y="14"/>
                      <a:pt x="9" y="44"/>
                      <a:pt x="14" y="79"/>
                    </a:cubicBezTo>
                    <a:lnTo>
                      <a:pt x="14" y="79"/>
                    </a:lnTo>
                    <a:cubicBezTo>
                      <a:pt x="13" y="79"/>
                      <a:pt x="13" y="79"/>
                      <a:pt x="13" y="80"/>
                    </a:cubicBezTo>
                    <a:lnTo>
                      <a:pt x="13" y="80"/>
                    </a:lnTo>
                    <a:cubicBezTo>
                      <a:pt x="13" y="80"/>
                      <a:pt x="12" y="79"/>
                      <a:pt x="12" y="79"/>
                    </a:cubicBezTo>
                    <a:lnTo>
                      <a:pt x="12" y="79"/>
                    </a:lnTo>
                    <a:cubicBezTo>
                      <a:pt x="12" y="79"/>
                      <a:pt x="13" y="80"/>
                      <a:pt x="13" y="80"/>
                    </a:cubicBezTo>
                    <a:lnTo>
                      <a:pt x="13" y="80"/>
                    </a:lnTo>
                    <a:cubicBezTo>
                      <a:pt x="13" y="80"/>
                      <a:pt x="13" y="80"/>
                      <a:pt x="13" y="80"/>
                    </a:cubicBezTo>
                    <a:lnTo>
                      <a:pt x="13" y="80"/>
                    </a:lnTo>
                    <a:cubicBezTo>
                      <a:pt x="14" y="81"/>
                      <a:pt x="14" y="83"/>
                      <a:pt x="15" y="84"/>
                    </a:cubicBezTo>
                    <a:lnTo>
                      <a:pt x="15" y="84"/>
                    </a:lnTo>
                    <a:cubicBezTo>
                      <a:pt x="14" y="84"/>
                      <a:pt x="14" y="84"/>
                      <a:pt x="14" y="84"/>
                    </a:cubicBezTo>
                    <a:lnTo>
                      <a:pt x="14" y="84"/>
                    </a:lnTo>
                    <a:cubicBezTo>
                      <a:pt x="14" y="83"/>
                      <a:pt x="14" y="81"/>
                      <a:pt x="13" y="80"/>
                    </a:cubicBezTo>
                    <a:lnTo>
                      <a:pt x="13" y="80"/>
                    </a:lnTo>
                    <a:cubicBezTo>
                      <a:pt x="6" y="91"/>
                      <a:pt x="1" y="105"/>
                      <a:pt x="1" y="118"/>
                    </a:cubicBezTo>
                    <a:lnTo>
                      <a:pt x="5" y="134"/>
                    </a:lnTo>
                    <a:cubicBezTo>
                      <a:pt x="12" y="153"/>
                      <a:pt x="21" y="170"/>
                      <a:pt x="36" y="177"/>
                    </a:cubicBezTo>
                    <a:cubicBezTo>
                      <a:pt x="48" y="183"/>
                      <a:pt x="61" y="187"/>
                      <a:pt x="75" y="187"/>
                    </a:cubicBezTo>
                    <a:cubicBezTo>
                      <a:pt x="81" y="187"/>
                      <a:pt x="86" y="186"/>
                      <a:pt x="92" y="185"/>
                    </a:cubicBezTo>
                    <a:cubicBezTo>
                      <a:pt x="151" y="173"/>
                      <a:pt x="163" y="102"/>
                      <a:pt x="151" y="51"/>
                    </a:cubicBezTo>
                    <a:cubicBezTo>
                      <a:pt x="141" y="22"/>
                      <a:pt x="113" y="1"/>
                      <a:pt x="83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32"/>
              <p:cNvSpPr/>
              <p:nvPr/>
            </p:nvSpPr>
            <p:spPr>
              <a:xfrm>
                <a:off x="3500813" y="2510365"/>
                <a:ext cx="7859" cy="7024"/>
              </a:xfrm>
              <a:custGeom>
                <a:rect b="b" l="l" r="r" t="t"/>
                <a:pathLst>
                  <a:path extrusionOk="0" h="160" w="179">
                    <a:moveTo>
                      <a:pt x="96" y="1"/>
                    </a:moveTo>
                    <a:cubicBezTo>
                      <a:pt x="82" y="1"/>
                      <a:pt x="69" y="4"/>
                      <a:pt x="56" y="12"/>
                    </a:cubicBezTo>
                    <a:cubicBezTo>
                      <a:pt x="48" y="16"/>
                      <a:pt x="36" y="23"/>
                      <a:pt x="28" y="32"/>
                    </a:cubicBezTo>
                    <a:cubicBezTo>
                      <a:pt x="13" y="39"/>
                      <a:pt x="0" y="59"/>
                      <a:pt x="0" y="79"/>
                    </a:cubicBezTo>
                    <a:cubicBezTo>
                      <a:pt x="4" y="99"/>
                      <a:pt x="9" y="114"/>
                      <a:pt x="20" y="126"/>
                    </a:cubicBezTo>
                    <a:cubicBezTo>
                      <a:pt x="33" y="134"/>
                      <a:pt x="44" y="141"/>
                      <a:pt x="56" y="150"/>
                    </a:cubicBezTo>
                    <a:cubicBezTo>
                      <a:pt x="68" y="156"/>
                      <a:pt x="81" y="159"/>
                      <a:pt x="94" y="159"/>
                    </a:cubicBezTo>
                    <a:cubicBezTo>
                      <a:pt x="137" y="159"/>
                      <a:pt x="178" y="127"/>
                      <a:pt x="178" y="79"/>
                    </a:cubicBezTo>
                    <a:cubicBezTo>
                      <a:pt x="178" y="34"/>
                      <a:pt x="138" y="1"/>
                      <a:pt x="96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32"/>
              <p:cNvSpPr/>
              <p:nvPr/>
            </p:nvSpPr>
            <p:spPr>
              <a:xfrm>
                <a:off x="3477939" y="2536312"/>
                <a:ext cx="5093" cy="5663"/>
              </a:xfrm>
              <a:custGeom>
                <a:rect b="b" l="l" r="r" t="t"/>
                <a:pathLst>
                  <a:path extrusionOk="0" h="129" w="116">
                    <a:moveTo>
                      <a:pt x="60" y="0"/>
                    </a:moveTo>
                    <a:cubicBezTo>
                      <a:pt x="48" y="0"/>
                      <a:pt x="40" y="5"/>
                      <a:pt x="33" y="9"/>
                    </a:cubicBezTo>
                    <a:cubicBezTo>
                      <a:pt x="24" y="13"/>
                      <a:pt x="13" y="24"/>
                      <a:pt x="13" y="36"/>
                    </a:cubicBezTo>
                    <a:cubicBezTo>
                      <a:pt x="12" y="38"/>
                      <a:pt x="11" y="39"/>
                      <a:pt x="10" y="41"/>
                    </a:cubicBezTo>
                    <a:lnTo>
                      <a:pt x="10" y="41"/>
                    </a:lnTo>
                    <a:cubicBezTo>
                      <a:pt x="10" y="42"/>
                      <a:pt x="9" y="43"/>
                      <a:pt x="9" y="44"/>
                    </a:cubicBezTo>
                    <a:cubicBezTo>
                      <a:pt x="9" y="48"/>
                      <a:pt x="4" y="52"/>
                      <a:pt x="4" y="56"/>
                    </a:cubicBezTo>
                    <a:cubicBezTo>
                      <a:pt x="0" y="64"/>
                      <a:pt x="0" y="71"/>
                      <a:pt x="0" y="80"/>
                    </a:cubicBezTo>
                    <a:cubicBezTo>
                      <a:pt x="0" y="88"/>
                      <a:pt x="4" y="95"/>
                      <a:pt x="9" y="100"/>
                    </a:cubicBezTo>
                    <a:cubicBezTo>
                      <a:pt x="13" y="104"/>
                      <a:pt x="17" y="107"/>
                      <a:pt x="17" y="111"/>
                    </a:cubicBezTo>
                    <a:cubicBezTo>
                      <a:pt x="26" y="121"/>
                      <a:pt x="39" y="128"/>
                      <a:pt x="52" y="128"/>
                    </a:cubicBezTo>
                    <a:cubicBezTo>
                      <a:pt x="55" y="128"/>
                      <a:pt x="57" y="128"/>
                      <a:pt x="60" y="127"/>
                    </a:cubicBezTo>
                    <a:cubicBezTo>
                      <a:pt x="72" y="127"/>
                      <a:pt x="84" y="124"/>
                      <a:pt x="91" y="115"/>
                    </a:cubicBezTo>
                    <a:cubicBezTo>
                      <a:pt x="104" y="107"/>
                      <a:pt x="108" y="100"/>
                      <a:pt x="111" y="88"/>
                    </a:cubicBezTo>
                    <a:cubicBezTo>
                      <a:pt x="115" y="80"/>
                      <a:pt x="115" y="71"/>
                      <a:pt x="115" y="64"/>
                    </a:cubicBezTo>
                    <a:cubicBezTo>
                      <a:pt x="115" y="56"/>
                      <a:pt x="111" y="48"/>
                      <a:pt x="108" y="44"/>
                    </a:cubicBezTo>
                    <a:cubicBezTo>
                      <a:pt x="107" y="43"/>
                      <a:pt x="107" y="42"/>
                      <a:pt x="106" y="40"/>
                    </a:cubicBezTo>
                    <a:lnTo>
                      <a:pt x="106" y="40"/>
                    </a:lnTo>
                    <a:cubicBezTo>
                      <a:pt x="106" y="39"/>
                      <a:pt x="105" y="39"/>
                      <a:pt x="105" y="38"/>
                    </a:cubicBezTo>
                    <a:lnTo>
                      <a:pt x="105" y="38"/>
                    </a:lnTo>
                    <a:cubicBezTo>
                      <a:pt x="104" y="37"/>
                      <a:pt x="104" y="36"/>
                      <a:pt x="104" y="36"/>
                    </a:cubicBezTo>
                    <a:lnTo>
                      <a:pt x="104" y="36"/>
                    </a:lnTo>
                    <a:cubicBezTo>
                      <a:pt x="104" y="32"/>
                      <a:pt x="104" y="29"/>
                      <a:pt x="99" y="24"/>
                    </a:cubicBezTo>
                    <a:lnTo>
                      <a:pt x="88" y="13"/>
                    </a:lnTo>
                    <a:cubicBezTo>
                      <a:pt x="80" y="5"/>
                      <a:pt x="68" y="0"/>
                      <a:pt x="60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32"/>
              <p:cNvSpPr/>
              <p:nvPr/>
            </p:nvSpPr>
            <p:spPr>
              <a:xfrm>
                <a:off x="3506170" y="2532097"/>
                <a:ext cx="4917" cy="4785"/>
              </a:xfrm>
              <a:custGeom>
                <a:rect b="b" l="l" r="r" t="t"/>
                <a:pathLst>
                  <a:path extrusionOk="0" h="109" w="112">
                    <a:moveTo>
                      <a:pt x="47" y="0"/>
                    </a:moveTo>
                    <a:cubicBezTo>
                      <a:pt x="44" y="0"/>
                      <a:pt x="40" y="1"/>
                      <a:pt x="37" y="2"/>
                    </a:cubicBezTo>
                    <a:cubicBezTo>
                      <a:pt x="24" y="6"/>
                      <a:pt x="13" y="14"/>
                      <a:pt x="9" y="25"/>
                    </a:cubicBezTo>
                    <a:cubicBezTo>
                      <a:pt x="1" y="38"/>
                      <a:pt x="1" y="58"/>
                      <a:pt x="9" y="69"/>
                    </a:cubicBezTo>
                    <a:cubicBezTo>
                      <a:pt x="13" y="77"/>
                      <a:pt x="13" y="81"/>
                      <a:pt x="17" y="89"/>
                    </a:cubicBezTo>
                    <a:cubicBezTo>
                      <a:pt x="24" y="101"/>
                      <a:pt x="40" y="109"/>
                      <a:pt x="53" y="109"/>
                    </a:cubicBezTo>
                    <a:lnTo>
                      <a:pt x="72" y="109"/>
                    </a:lnTo>
                    <a:cubicBezTo>
                      <a:pt x="88" y="109"/>
                      <a:pt x="104" y="96"/>
                      <a:pt x="108" y="81"/>
                    </a:cubicBezTo>
                    <a:cubicBezTo>
                      <a:pt x="111" y="67"/>
                      <a:pt x="105" y="52"/>
                      <a:pt x="95" y="44"/>
                    </a:cubicBezTo>
                    <a:lnTo>
                      <a:pt x="95" y="44"/>
                    </a:lnTo>
                    <a:cubicBezTo>
                      <a:pt x="92" y="19"/>
                      <a:pt x="70" y="0"/>
                      <a:pt x="47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32"/>
              <p:cNvSpPr/>
              <p:nvPr/>
            </p:nvSpPr>
            <p:spPr>
              <a:xfrm>
                <a:off x="3531854" y="2586757"/>
                <a:ext cx="7113" cy="5971"/>
              </a:xfrm>
              <a:custGeom>
                <a:rect b="b" l="l" r="r" t="t"/>
                <a:pathLst>
                  <a:path extrusionOk="0" h="136" w="162">
                    <a:moveTo>
                      <a:pt x="71" y="0"/>
                    </a:moveTo>
                    <a:cubicBezTo>
                      <a:pt x="47" y="0"/>
                      <a:pt x="24" y="16"/>
                      <a:pt x="12" y="35"/>
                    </a:cubicBezTo>
                    <a:cubicBezTo>
                      <a:pt x="0" y="55"/>
                      <a:pt x="0" y="83"/>
                      <a:pt x="12" y="103"/>
                    </a:cubicBezTo>
                    <a:cubicBezTo>
                      <a:pt x="26" y="124"/>
                      <a:pt x="49" y="135"/>
                      <a:pt x="71" y="135"/>
                    </a:cubicBezTo>
                    <a:cubicBezTo>
                      <a:pt x="94" y="135"/>
                      <a:pt x="117" y="124"/>
                      <a:pt x="131" y="103"/>
                    </a:cubicBezTo>
                    <a:cubicBezTo>
                      <a:pt x="138" y="91"/>
                      <a:pt x="146" y="75"/>
                      <a:pt x="154" y="64"/>
                    </a:cubicBezTo>
                    <a:cubicBezTo>
                      <a:pt x="162" y="51"/>
                      <a:pt x="162" y="35"/>
                      <a:pt x="154" y="24"/>
                    </a:cubicBezTo>
                    <a:cubicBezTo>
                      <a:pt x="146" y="12"/>
                      <a:pt x="135" y="8"/>
                      <a:pt x="118" y="4"/>
                    </a:cubicBezTo>
                    <a:cubicBezTo>
                      <a:pt x="102" y="4"/>
                      <a:pt x="87" y="4"/>
                      <a:pt x="71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32"/>
              <p:cNvSpPr/>
              <p:nvPr/>
            </p:nvSpPr>
            <p:spPr>
              <a:xfrm>
                <a:off x="3553675" y="2553566"/>
                <a:ext cx="6981" cy="6278"/>
              </a:xfrm>
              <a:custGeom>
                <a:rect b="b" l="l" r="r" t="t"/>
                <a:pathLst>
                  <a:path extrusionOk="0" h="143" w="159">
                    <a:moveTo>
                      <a:pt x="108" y="0"/>
                    </a:moveTo>
                    <a:cubicBezTo>
                      <a:pt x="101" y="0"/>
                      <a:pt x="94" y="2"/>
                      <a:pt x="87" y="6"/>
                    </a:cubicBezTo>
                    <a:cubicBezTo>
                      <a:pt x="48" y="38"/>
                      <a:pt x="0" y="70"/>
                      <a:pt x="13" y="125"/>
                    </a:cubicBezTo>
                    <a:cubicBezTo>
                      <a:pt x="14" y="136"/>
                      <a:pt x="25" y="142"/>
                      <a:pt x="36" y="142"/>
                    </a:cubicBezTo>
                    <a:cubicBezTo>
                      <a:pt x="47" y="142"/>
                      <a:pt x="58" y="136"/>
                      <a:pt x="60" y="125"/>
                    </a:cubicBezTo>
                    <a:cubicBezTo>
                      <a:pt x="60" y="121"/>
                      <a:pt x="64" y="113"/>
                      <a:pt x="68" y="109"/>
                    </a:cubicBezTo>
                    <a:cubicBezTo>
                      <a:pt x="68" y="109"/>
                      <a:pt x="68" y="105"/>
                      <a:pt x="71" y="105"/>
                    </a:cubicBezTo>
                    <a:cubicBezTo>
                      <a:pt x="75" y="105"/>
                      <a:pt x="79" y="101"/>
                      <a:pt x="79" y="101"/>
                    </a:cubicBezTo>
                    <a:cubicBezTo>
                      <a:pt x="75" y="101"/>
                      <a:pt x="84" y="97"/>
                      <a:pt x="87" y="97"/>
                    </a:cubicBezTo>
                    <a:cubicBezTo>
                      <a:pt x="91" y="97"/>
                      <a:pt x="95" y="97"/>
                      <a:pt x="99" y="93"/>
                    </a:cubicBezTo>
                    <a:cubicBezTo>
                      <a:pt x="107" y="93"/>
                      <a:pt x="115" y="90"/>
                      <a:pt x="122" y="90"/>
                    </a:cubicBezTo>
                    <a:cubicBezTo>
                      <a:pt x="146" y="81"/>
                      <a:pt x="158" y="54"/>
                      <a:pt x="150" y="30"/>
                    </a:cubicBezTo>
                    <a:cubicBezTo>
                      <a:pt x="144" y="13"/>
                      <a:pt x="127" y="0"/>
                      <a:pt x="108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32"/>
              <p:cNvSpPr/>
              <p:nvPr/>
            </p:nvSpPr>
            <p:spPr>
              <a:xfrm>
                <a:off x="3500638" y="2636631"/>
                <a:ext cx="6630" cy="6629"/>
              </a:xfrm>
              <a:custGeom>
                <a:rect b="b" l="l" r="r" t="t"/>
                <a:pathLst>
                  <a:path extrusionOk="0" h="151" w="151">
                    <a:moveTo>
                      <a:pt x="75" y="1"/>
                    </a:moveTo>
                    <a:cubicBezTo>
                      <a:pt x="68" y="1"/>
                      <a:pt x="64" y="5"/>
                      <a:pt x="56" y="5"/>
                    </a:cubicBezTo>
                    <a:cubicBezTo>
                      <a:pt x="48" y="5"/>
                      <a:pt x="40" y="5"/>
                      <a:pt x="37" y="8"/>
                    </a:cubicBezTo>
                    <a:cubicBezTo>
                      <a:pt x="28" y="8"/>
                      <a:pt x="24" y="12"/>
                      <a:pt x="21" y="21"/>
                    </a:cubicBezTo>
                    <a:cubicBezTo>
                      <a:pt x="17" y="21"/>
                      <a:pt x="13" y="25"/>
                      <a:pt x="13" y="28"/>
                    </a:cubicBezTo>
                    <a:cubicBezTo>
                      <a:pt x="4" y="36"/>
                      <a:pt x="4" y="44"/>
                      <a:pt x="4" y="56"/>
                    </a:cubicBezTo>
                    <a:cubicBezTo>
                      <a:pt x="4" y="64"/>
                      <a:pt x="1" y="68"/>
                      <a:pt x="1" y="76"/>
                    </a:cubicBezTo>
                    <a:cubicBezTo>
                      <a:pt x="1" y="83"/>
                      <a:pt x="4" y="92"/>
                      <a:pt x="4" y="96"/>
                    </a:cubicBezTo>
                    <a:cubicBezTo>
                      <a:pt x="8" y="103"/>
                      <a:pt x="8" y="107"/>
                      <a:pt x="13" y="115"/>
                    </a:cubicBezTo>
                    <a:cubicBezTo>
                      <a:pt x="17" y="123"/>
                      <a:pt x="24" y="131"/>
                      <a:pt x="32" y="135"/>
                    </a:cubicBezTo>
                    <a:cubicBezTo>
                      <a:pt x="37" y="139"/>
                      <a:pt x="40" y="143"/>
                      <a:pt x="48" y="147"/>
                    </a:cubicBezTo>
                    <a:cubicBezTo>
                      <a:pt x="52" y="147"/>
                      <a:pt x="60" y="151"/>
                      <a:pt x="68" y="151"/>
                    </a:cubicBezTo>
                    <a:lnTo>
                      <a:pt x="88" y="151"/>
                    </a:lnTo>
                    <a:cubicBezTo>
                      <a:pt x="92" y="151"/>
                      <a:pt x="99" y="147"/>
                      <a:pt x="108" y="147"/>
                    </a:cubicBezTo>
                    <a:cubicBezTo>
                      <a:pt x="115" y="143"/>
                      <a:pt x="123" y="135"/>
                      <a:pt x="131" y="131"/>
                    </a:cubicBezTo>
                    <a:cubicBezTo>
                      <a:pt x="135" y="123"/>
                      <a:pt x="139" y="119"/>
                      <a:pt x="143" y="115"/>
                    </a:cubicBezTo>
                    <a:cubicBezTo>
                      <a:pt x="143" y="107"/>
                      <a:pt x="147" y="103"/>
                      <a:pt x="150" y="96"/>
                    </a:cubicBezTo>
                    <a:lnTo>
                      <a:pt x="150" y="76"/>
                    </a:lnTo>
                    <a:lnTo>
                      <a:pt x="150" y="56"/>
                    </a:lnTo>
                    <a:cubicBezTo>
                      <a:pt x="147" y="52"/>
                      <a:pt x="143" y="44"/>
                      <a:pt x="143" y="41"/>
                    </a:cubicBezTo>
                    <a:cubicBezTo>
                      <a:pt x="135" y="28"/>
                      <a:pt x="131" y="25"/>
                      <a:pt x="123" y="17"/>
                    </a:cubicBezTo>
                    <a:cubicBezTo>
                      <a:pt x="119" y="12"/>
                      <a:pt x="111" y="8"/>
                      <a:pt x="108" y="8"/>
                    </a:cubicBezTo>
                    <a:cubicBezTo>
                      <a:pt x="95" y="5"/>
                      <a:pt x="88" y="1"/>
                      <a:pt x="75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32"/>
              <p:cNvSpPr/>
              <p:nvPr/>
            </p:nvSpPr>
            <p:spPr>
              <a:xfrm>
                <a:off x="3444835" y="2624689"/>
                <a:ext cx="8561" cy="7156"/>
              </a:xfrm>
              <a:custGeom>
                <a:rect b="b" l="l" r="r" t="t"/>
                <a:pathLst>
                  <a:path extrusionOk="0" h="163" w="195">
                    <a:moveTo>
                      <a:pt x="80" y="0"/>
                    </a:moveTo>
                    <a:cubicBezTo>
                      <a:pt x="68" y="0"/>
                      <a:pt x="53" y="0"/>
                      <a:pt x="40" y="9"/>
                    </a:cubicBezTo>
                    <a:cubicBezTo>
                      <a:pt x="17" y="24"/>
                      <a:pt x="1" y="52"/>
                      <a:pt x="1" y="80"/>
                    </a:cubicBezTo>
                    <a:cubicBezTo>
                      <a:pt x="1" y="111"/>
                      <a:pt x="17" y="138"/>
                      <a:pt x="40" y="151"/>
                    </a:cubicBezTo>
                    <a:cubicBezTo>
                      <a:pt x="53" y="158"/>
                      <a:pt x="68" y="162"/>
                      <a:pt x="80" y="162"/>
                    </a:cubicBezTo>
                    <a:cubicBezTo>
                      <a:pt x="95" y="162"/>
                      <a:pt x="111" y="158"/>
                      <a:pt x="124" y="151"/>
                    </a:cubicBezTo>
                    <a:cubicBezTo>
                      <a:pt x="139" y="142"/>
                      <a:pt x="155" y="138"/>
                      <a:pt x="166" y="127"/>
                    </a:cubicBezTo>
                    <a:cubicBezTo>
                      <a:pt x="195" y="103"/>
                      <a:pt x="195" y="56"/>
                      <a:pt x="166" y="36"/>
                    </a:cubicBezTo>
                    <a:cubicBezTo>
                      <a:pt x="159" y="29"/>
                      <a:pt x="151" y="24"/>
                      <a:pt x="139" y="16"/>
                    </a:cubicBezTo>
                    <a:cubicBezTo>
                      <a:pt x="135" y="16"/>
                      <a:pt x="127" y="12"/>
                      <a:pt x="124" y="9"/>
                    </a:cubicBezTo>
                    <a:cubicBezTo>
                      <a:pt x="111" y="0"/>
                      <a:pt x="95" y="0"/>
                      <a:pt x="80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32"/>
              <p:cNvSpPr/>
              <p:nvPr/>
            </p:nvSpPr>
            <p:spPr>
              <a:xfrm>
                <a:off x="3502965" y="2648968"/>
                <a:ext cx="6761" cy="6893"/>
              </a:xfrm>
              <a:custGeom>
                <a:rect b="b" l="l" r="r" t="t"/>
                <a:pathLst>
                  <a:path extrusionOk="0" h="157" w="154">
                    <a:moveTo>
                      <a:pt x="98" y="1"/>
                    </a:moveTo>
                    <a:cubicBezTo>
                      <a:pt x="83" y="1"/>
                      <a:pt x="67" y="8"/>
                      <a:pt x="60" y="22"/>
                    </a:cubicBezTo>
                    <a:lnTo>
                      <a:pt x="60" y="22"/>
                    </a:lnTo>
                    <a:cubicBezTo>
                      <a:pt x="26" y="27"/>
                      <a:pt x="1" y="58"/>
                      <a:pt x="7" y="95"/>
                    </a:cubicBezTo>
                    <a:cubicBezTo>
                      <a:pt x="7" y="119"/>
                      <a:pt x="19" y="134"/>
                      <a:pt x="39" y="146"/>
                    </a:cubicBezTo>
                    <a:cubicBezTo>
                      <a:pt x="49" y="152"/>
                      <a:pt x="62" y="156"/>
                      <a:pt x="75" y="156"/>
                    </a:cubicBezTo>
                    <a:cubicBezTo>
                      <a:pt x="86" y="156"/>
                      <a:pt x="97" y="153"/>
                      <a:pt x="106" y="146"/>
                    </a:cubicBezTo>
                    <a:cubicBezTo>
                      <a:pt x="113" y="139"/>
                      <a:pt x="126" y="134"/>
                      <a:pt x="133" y="126"/>
                    </a:cubicBezTo>
                    <a:cubicBezTo>
                      <a:pt x="149" y="110"/>
                      <a:pt x="153" y="86"/>
                      <a:pt x="149" y="67"/>
                    </a:cubicBezTo>
                    <a:cubicBezTo>
                      <a:pt x="145" y="48"/>
                      <a:pt x="137" y="28"/>
                      <a:pt x="126" y="12"/>
                    </a:cubicBezTo>
                    <a:cubicBezTo>
                      <a:pt x="118" y="4"/>
                      <a:pt x="108" y="1"/>
                      <a:pt x="98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32"/>
              <p:cNvSpPr/>
              <p:nvPr/>
            </p:nvSpPr>
            <p:spPr>
              <a:xfrm>
                <a:off x="3536859" y="2621792"/>
                <a:ext cx="7157" cy="6805"/>
              </a:xfrm>
              <a:custGeom>
                <a:rect b="b" l="l" r="r" t="t"/>
                <a:pathLst>
                  <a:path extrusionOk="0" h="155" w="163">
                    <a:moveTo>
                      <a:pt x="130" y="92"/>
                    </a:moveTo>
                    <a:lnTo>
                      <a:pt x="130" y="92"/>
                    </a:lnTo>
                    <a:cubicBezTo>
                      <a:pt x="130" y="92"/>
                      <a:pt x="127" y="96"/>
                      <a:pt x="126" y="98"/>
                    </a:cubicBezTo>
                    <a:lnTo>
                      <a:pt x="126" y="98"/>
                    </a:lnTo>
                    <a:cubicBezTo>
                      <a:pt x="127" y="97"/>
                      <a:pt x="127" y="96"/>
                      <a:pt x="127" y="95"/>
                    </a:cubicBezTo>
                    <a:cubicBezTo>
                      <a:pt x="128" y="93"/>
                      <a:pt x="129" y="92"/>
                      <a:pt x="130" y="92"/>
                    </a:cubicBezTo>
                    <a:close/>
                    <a:moveTo>
                      <a:pt x="104" y="0"/>
                    </a:moveTo>
                    <a:cubicBezTo>
                      <a:pt x="87" y="0"/>
                      <a:pt x="69" y="9"/>
                      <a:pt x="59" y="23"/>
                    </a:cubicBezTo>
                    <a:cubicBezTo>
                      <a:pt x="48" y="39"/>
                      <a:pt x="44" y="59"/>
                      <a:pt x="36" y="78"/>
                    </a:cubicBezTo>
                    <a:cubicBezTo>
                      <a:pt x="35" y="81"/>
                      <a:pt x="35" y="81"/>
                      <a:pt x="35" y="81"/>
                    </a:cubicBezTo>
                    <a:cubicBezTo>
                      <a:pt x="35" y="81"/>
                      <a:pt x="37" y="79"/>
                      <a:pt x="37" y="79"/>
                    </a:cubicBezTo>
                    <a:lnTo>
                      <a:pt x="37" y="79"/>
                    </a:lnTo>
                    <a:cubicBezTo>
                      <a:pt x="37" y="79"/>
                      <a:pt x="37" y="80"/>
                      <a:pt x="36" y="82"/>
                    </a:cubicBezTo>
                    <a:cubicBezTo>
                      <a:pt x="36" y="84"/>
                      <a:pt x="35" y="85"/>
                      <a:pt x="33" y="86"/>
                    </a:cubicBezTo>
                    <a:lnTo>
                      <a:pt x="33" y="86"/>
                    </a:lnTo>
                    <a:cubicBezTo>
                      <a:pt x="33" y="85"/>
                      <a:pt x="33" y="85"/>
                      <a:pt x="33" y="85"/>
                    </a:cubicBezTo>
                    <a:lnTo>
                      <a:pt x="33" y="85"/>
                    </a:lnTo>
                    <a:cubicBezTo>
                      <a:pt x="33" y="85"/>
                      <a:pt x="32" y="85"/>
                      <a:pt x="32" y="86"/>
                    </a:cubicBezTo>
                    <a:cubicBezTo>
                      <a:pt x="32" y="86"/>
                      <a:pt x="29" y="90"/>
                      <a:pt x="28" y="93"/>
                    </a:cubicBezTo>
                    <a:lnTo>
                      <a:pt x="28" y="93"/>
                    </a:lnTo>
                    <a:cubicBezTo>
                      <a:pt x="27" y="93"/>
                      <a:pt x="27" y="94"/>
                      <a:pt x="27" y="94"/>
                    </a:cubicBezTo>
                    <a:lnTo>
                      <a:pt x="27" y="94"/>
                    </a:lnTo>
                    <a:cubicBezTo>
                      <a:pt x="27" y="94"/>
                      <a:pt x="27" y="94"/>
                      <a:pt x="27" y="95"/>
                    </a:cubicBezTo>
                    <a:lnTo>
                      <a:pt x="24" y="95"/>
                    </a:lnTo>
                    <a:cubicBezTo>
                      <a:pt x="12" y="98"/>
                      <a:pt x="1" y="110"/>
                      <a:pt x="1" y="122"/>
                    </a:cubicBezTo>
                    <a:cubicBezTo>
                      <a:pt x="1" y="137"/>
                      <a:pt x="12" y="146"/>
                      <a:pt x="24" y="149"/>
                    </a:cubicBezTo>
                    <a:cubicBezTo>
                      <a:pt x="33" y="153"/>
                      <a:pt x="41" y="155"/>
                      <a:pt x="49" y="155"/>
                    </a:cubicBezTo>
                    <a:cubicBezTo>
                      <a:pt x="68" y="155"/>
                      <a:pt x="85" y="146"/>
                      <a:pt x="99" y="130"/>
                    </a:cubicBezTo>
                    <a:cubicBezTo>
                      <a:pt x="111" y="122"/>
                      <a:pt x="115" y="113"/>
                      <a:pt x="123" y="102"/>
                    </a:cubicBezTo>
                    <a:cubicBezTo>
                      <a:pt x="124" y="100"/>
                      <a:pt x="125" y="100"/>
                      <a:pt x="126" y="99"/>
                    </a:cubicBezTo>
                    <a:lnTo>
                      <a:pt x="126" y="99"/>
                    </a:lnTo>
                    <a:cubicBezTo>
                      <a:pt x="126" y="99"/>
                      <a:pt x="126" y="99"/>
                      <a:pt x="126" y="99"/>
                    </a:cubicBezTo>
                    <a:cubicBezTo>
                      <a:pt x="126" y="99"/>
                      <a:pt x="126" y="99"/>
                      <a:pt x="127" y="98"/>
                    </a:cubicBezTo>
                    <a:cubicBezTo>
                      <a:pt x="130" y="95"/>
                      <a:pt x="135" y="90"/>
                      <a:pt x="139" y="86"/>
                    </a:cubicBezTo>
                    <a:cubicBezTo>
                      <a:pt x="163" y="66"/>
                      <a:pt x="154" y="27"/>
                      <a:pt x="135" y="11"/>
                    </a:cubicBezTo>
                    <a:cubicBezTo>
                      <a:pt x="126" y="4"/>
                      <a:pt x="115" y="0"/>
                      <a:pt x="104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32"/>
              <p:cNvSpPr/>
              <p:nvPr/>
            </p:nvSpPr>
            <p:spPr>
              <a:xfrm>
                <a:off x="3524873" y="2675969"/>
                <a:ext cx="7508" cy="4917"/>
              </a:xfrm>
              <a:custGeom>
                <a:rect b="b" l="l" r="r" t="t"/>
                <a:pathLst>
                  <a:path extrusionOk="0" h="112" w="171">
                    <a:moveTo>
                      <a:pt x="38" y="1"/>
                    </a:moveTo>
                    <a:cubicBezTo>
                      <a:pt x="29" y="1"/>
                      <a:pt x="20" y="4"/>
                      <a:pt x="13" y="8"/>
                    </a:cubicBezTo>
                    <a:cubicBezTo>
                      <a:pt x="1" y="21"/>
                      <a:pt x="1" y="36"/>
                      <a:pt x="9" y="48"/>
                    </a:cubicBezTo>
                    <a:cubicBezTo>
                      <a:pt x="29" y="92"/>
                      <a:pt x="64" y="107"/>
                      <a:pt x="108" y="111"/>
                    </a:cubicBezTo>
                    <a:cubicBezTo>
                      <a:pt x="111" y="111"/>
                      <a:pt x="114" y="112"/>
                      <a:pt x="117" y="112"/>
                    </a:cubicBezTo>
                    <a:cubicBezTo>
                      <a:pt x="151" y="112"/>
                      <a:pt x="171" y="69"/>
                      <a:pt x="163" y="40"/>
                    </a:cubicBezTo>
                    <a:cubicBezTo>
                      <a:pt x="155" y="15"/>
                      <a:pt x="132" y="1"/>
                      <a:pt x="109" y="1"/>
                    </a:cubicBezTo>
                    <a:cubicBezTo>
                      <a:pt x="99" y="1"/>
                      <a:pt x="90" y="4"/>
                      <a:pt x="80" y="8"/>
                    </a:cubicBezTo>
                    <a:cubicBezTo>
                      <a:pt x="80" y="8"/>
                      <a:pt x="77" y="8"/>
                      <a:pt x="72" y="12"/>
                    </a:cubicBezTo>
                    <a:lnTo>
                      <a:pt x="61" y="12"/>
                    </a:lnTo>
                    <a:cubicBezTo>
                      <a:pt x="57" y="8"/>
                      <a:pt x="57" y="8"/>
                      <a:pt x="53" y="5"/>
                    </a:cubicBezTo>
                    <a:cubicBezTo>
                      <a:pt x="48" y="2"/>
                      <a:pt x="43" y="1"/>
                      <a:pt x="38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32"/>
              <p:cNvSpPr/>
              <p:nvPr/>
            </p:nvSpPr>
            <p:spPr>
              <a:xfrm>
                <a:off x="3475700" y="2650154"/>
                <a:ext cx="5225" cy="5971"/>
              </a:xfrm>
              <a:custGeom>
                <a:rect b="b" l="l" r="r" t="t"/>
                <a:pathLst>
                  <a:path extrusionOk="0" h="136" w="119">
                    <a:moveTo>
                      <a:pt x="60" y="1"/>
                    </a:moveTo>
                    <a:cubicBezTo>
                      <a:pt x="40" y="1"/>
                      <a:pt x="20" y="12"/>
                      <a:pt x="8" y="28"/>
                    </a:cubicBezTo>
                    <a:cubicBezTo>
                      <a:pt x="4" y="40"/>
                      <a:pt x="0" y="48"/>
                      <a:pt x="0" y="59"/>
                    </a:cubicBezTo>
                    <a:cubicBezTo>
                      <a:pt x="0" y="72"/>
                      <a:pt x="4" y="83"/>
                      <a:pt x="8" y="92"/>
                    </a:cubicBezTo>
                    <a:cubicBezTo>
                      <a:pt x="13" y="99"/>
                      <a:pt x="13" y="103"/>
                      <a:pt x="16" y="112"/>
                    </a:cubicBezTo>
                    <a:cubicBezTo>
                      <a:pt x="20" y="119"/>
                      <a:pt x="28" y="123"/>
                      <a:pt x="36" y="127"/>
                    </a:cubicBezTo>
                    <a:cubicBezTo>
                      <a:pt x="44" y="135"/>
                      <a:pt x="51" y="135"/>
                      <a:pt x="60" y="135"/>
                    </a:cubicBezTo>
                    <a:cubicBezTo>
                      <a:pt x="71" y="135"/>
                      <a:pt x="79" y="135"/>
                      <a:pt x="87" y="127"/>
                    </a:cubicBezTo>
                    <a:cubicBezTo>
                      <a:pt x="95" y="123"/>
                      <a:pt x="99" y="119"/>
                      <a:pt x="103" y="112"/>
                    </a:cubicBezTo>
                    <a:cubicBezTo>
                      <a:pt x="107" y="103"/>
                      <a:pt x="111" y="99"/>
                      <a:pt x="111" y="92"/>
                    </a:cubicBezTo>
                    <a:cubicBezTo>
                      <a:pt x="119" y="83"/>
                      <a:pt x="119" y="72"/>
                      <a:pt x="119" y="59"/>
                    </a:cubicBezTo>
                    <a:cubicBezTo>
                      <a:pt x="119" y="48"/>
                      <a:pt x="119" y="40"/>
                      <a:pt x="111" y="28"/>
                    </a:cubicBezTo>
                    <a:cubicBezTo>
                      <a:pt x="103" y="12"/>
                      <a:pt x="84" y="1"/>
                      <a:pt x="60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32"/>
              <p:cNvSpPr/>
              <p:nvPr/>
            </p:nvSpPr>
            <p:spPr>
              <a:xfrm>
                <a:off x="3467358" y="2630134"/>
                <a:ext cx="5269" cy="5576"/>
              </a:xfrm>
              <a:custGeom>
                <a:rect b="b" l="l" r="r" t="t"/>
                <a:pathLst>
                  <a:path extrusionOk="0" h="127" w="120">
                    <a:moveTo>
                      <a:pt x="58" y="0"/>
                    </a:moveTo>
                    <a:cubicBezTo>
                      <a:pt x="33" y="0"/>
                      <a:pt x="11" y="15"/>
                      <a:pt x="5" y="38"/>
                    </a:cubicBezTo>
                    <a:cubicBezTo>
                      <a:pt x="1" y="54"/>
                      <a:pt x="5" y="71"/>
                      <a:pt x="14" y="85"/>
                    </a:cubicBezTo>
                    <a:lnTo>
                      <a:pt x="14" y="85"/>
                    </a:lnTo>
                    <a:cubicBezTo>
                      <a:pt x="14" y="85"/>
                      <a:pt x="13" y="85"/>
                      <a:pt x="13" y="85"/>
                    </a:cubicBezTo>
                    <a:cubicBezTo>
                      <a:pt x="8" y="94"/>
                      <a:pt x="5" y="105"/>
                      <a:pt x="8" y="113"/>
                    </a:cubicBezTo>
                    <a:cubicBezTo>
                      <a:pt x="15" y="122"/>
                      <a:pt x="23" y="127"/>
                      <a:pt x="30" y="127"/>
                    </a:cubicBezTo>
                    <a:cubicBezTo>
                      <a:pt x="33" y="127"/>
                      <a:pt x="35" y="126"/>
                      <a:pt x="37" y="125"/>
                    </a:cubicBezTo>
                    <a:cubicBezTo>
                      <a:pt x="53" y="119"/>
                      <a:pt x="69" y="112"/>
                      <a:pt x="84" y="103"/>
                    </a:cubicBezTo>
                    <a:lnTo>
                      <a:pt x="84" y="103"/>
                    </a:lnTo>
                    <a:cubicBezTo>
                      <a:pt x="99" y="99"/>
                      <a:pt x="113" y="88"/>
                      <a:pt x="116" y="70"/>
                    </a:cubicBezTo>
                    <a:cubicBezTo>
                      <a:pt x="119" y="50"/>
                      <a:pt x="112" y="27"/>
                      <a:pt x="92" y="14"/>
                    </a:cubicBezTo>
                    <a:cubicBezTo>
                      <a:pt x="88" y="14"/>
                      <a:pt x="88" y="11"/>
                      <a:pt x="84" y="7"/>
                    </a:cubicBezTo>
                    <a:cubicBezTo>
                      <a:pt x="76" y="2"/>
                      <a:pt x="66" y="0"/>
                      <a:pt x="58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32"/>
              <p:cNvSpPr/>
              <p:nvPr/>
            </p:nvSpPr>
            <p:spPr>
              <a:xfrm>
                <a:off x="3419062" y="2655685"/>
                <a:ext cx="7464" cy="7683"/>
              </a:xfrm>
              <a:custGeom>
                <a:rect b="b" l="l" r="r" t="t"/>
                <a:pathLst>
                  <a:path extrusionOk="0" h="175" w="170">
                    <a:moveTo>
                      <a:pt x="83" y="1"/>
                    </a:moveTo>
                    <a:cubicBezTo>
                      <a:pt x="63" y="1"/>
                      <a:pt x="43" y="9"/>
                      <a:pt x="28" y="24"/>
                    </a:cubicBezTo>
                    <a:cubicBezTo>
                      <a:pt x="8" y="44"/>
                      <a:pt x="0" y="76"/>
                      <a:pt x="8" y="104"/>
                    </a:cubicBezTo>
                    <a:cubicBezTo>
                      <a:pt x="12" y="108"/>
                      <a:pt x="12" y="115"/>
                      <a:pt x="15" y="123"/>
                    </a:cubicBezTo>
                    <a:cubicBezTo>
                      <a:pt x="15" y="128"/>
                      <a:pt x="19" y="135"/>
                      <a:pt x="24" y="139"/>
                    </a:cubicBezTo>
                    <a:cubicBezTo>
                      <a:pt x="28" y="147"/>
                      <a:pt x="32" y="155"/>
                      <a:pt x="39" y="159"/>
                    </a:cubicBezTo>
                    <a:cubicBezTo>
                      <a:pt x="43" y="166"/>
                      <a:pt x="51" y="166"/>
                      <a:pt x="55" y="170"/>
                    </a:cubicBezTo>
                    <a:cubicBezTo>
                      <a:pt x="67" y="175"/>
                      <a:pt x="75" y="175"/>
                      <a:pt x="83" y="175"/>
                    </a:cubicBezTo>
                    <a:cubicBezTo>
                      <a:pt x="99" y="175"/>
                      <a:pt x="110" y="170"/>
                      <a:pt x="123" y="166"/>
                    </a:cubicBezTo>
                    <a:cubicBezTo>
                      <a:pt x="138" y="159"/>
                      <a:pt x="150" y="139"/>
                      <a:pt x="154" y="123"/>
                    </a:cubicBezTo>
                    <a:cubicBezTo>
                      <a:pt x="158" y="115"/>
                      <a:pt x="158" y="108"/>
                      <a:pt x="161" y="104"/>
                    </a:cubicBezTo>
                    <a:cubicBezTo>
                      <a:pt x="170" y="76"/>
                      <a:pt x="161" y="44"/>
                      <a:pt x="142" y="24"/>
                    </a:cubicBezTo>
                    <a:cubicBezTo>
                      <a:pt x="126" y="9"/>
                      <a:pt x="106" y="1"/>
                      <a:pt x="83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32"/>
              <p:cNvSpPr/>
              <p:nvPr/>
            </p:nvSpPr>
            <p:spPr>
              <a:xfrm>
                <a:off x="3440005" y="2666793"/>
                <a:ext cx="6103" cy="4083"/>
              </a:xfrm>
              <a:custGeom>
                <a:rect b="b" l="l" r="r" t="t"/>
                <a:pathLst>
                  <a:path extrusionOk="0" h="93" w="139">
                    <a:moveTo>
                      <a:pt x="90" y="0"/>
                    </a:moveTo>
                    <a:cubicBezTo>
                      <a:pt x="88" y="0"/>
                      <a:pt x="85" y="0"/>
                      <a:pt x="83" y="1"/>
                    </a:cubicBezTo>
                    <a:cubicBezTo>
                      <a:pt x="68" y="4"/>
                      <a:pt x="52" y="8"/>
                      <a:pt x="36" y="12"/>
                    </a:cubicBezTo>
                    <a:cubicBezTo>
                      <a:pt x="1" y="20"/>
                      <a:pt x="1" y="75"/>
                      <a:pt x="36" y="83"/>
                    </a:cubicBezTo>
                    <a:cubicBezTo>
                      <a:pt x="52" y="83"/>
                      <a:pt x="68" y="88"/>
                      <a:pt x="83" y="92"/>
                    </a:cubicBezTo>
                    <a:cubicBezTo>
                      <a:pt x="86" y="92"/>
                      <a:pt x="88" y="92"/>
                      <a:pt x="91" y="92"/>
                    </a:cubicBezTo>
                    <a:cubicBezTo>
                      <a:pt x="116" y="92"/>
                      <a:pt x="139" y="76"/>
                      <a:pt x="139" y="48"/>
                    </a:cubicBezTo>
                    <a:cubicBezTo>
                      <a:pt x="139" y="19"/>
                      <a:pt x="115" y="0"/>
                      <a:pt x="90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32"/>
              <p:cNvSpPr/>
              <p:nvPr/>
            </p:nvSpPr>
            <p:spPr>
              <a:xfrm>
                <a:off x="3472890" y="2542765"/>
                <a:ext cx="4434" cy="5005"/>
              </a:xfrm>
              <a:custGeom>
                <a:rect b="b" l="l" r="r" t="t"/>
                <a:pathLst>
                  <a:path extrusionOk="0" h="114" w="101">
                    <a:moveTo>
                      <a:pt x="53" y="0"/>
                    </a:moveTo>
                    <a:cubicBezTo>
                      <a:pt x="41" y="0"/>
                      <a:pt x="25" y="4"/>
                      <a:pt x="17" y="15"/>
                    </a:cubicBezTo>
                    <a:cubicBezTo>
                      <a:pt x="9" y="24"/>
                      <a:pt x="1" y="35"/>
                      <a:pt x="1" y="48"/>
                    </a:cubicBezTo>
                    <a:cubicBezTo>
                      <a:pt x="6" y="55"/>
                      <a:pt x="6" y="63"/>
                      <a:pt x="6" y="67"/>
                    </a:cubicBezTo>
                    <a:cubicBezTo>
                      <a:pt x="6" y="75"/>
                      <a:pt x="6" y="83"/>
                      <a:pt x="9" y="86"/>
                    </a:cubicBezTo>
                    <a:cubicBezTo>
                      <a:pt x="9" y="90"/>
                      <a:pt x="13" y="99"/>
                      <a:pt x="17" y="103"/>
                    </a:cubicBezTo>
                    <a:cubicBezTo>
                      <a:pt x="25" y="110"/>
                      <a:pt x="41" y="114"/>
                      <a:pt x="53" y="114"/>
                    </a:cubicBezTo>
                    <a:cubicBezTo>
                      <a:pt x="64" y="114"/>
                      <a:pt x="77" y="110"/>
                      <a:pt x="84" y="103"/>
                    </a:cubicBezTo>
                    <a:cubicBezTo>
                      <a:pt x="88" y="99"/>
                      <a:pt x="88" y="95"/>
                      <a:pt x="92" y="90"/>
                    </a:cubicBezTo>
                    <a:cubicBezTo>
                      <a:pt x="96" y="86"/>
                      <a:pt x="96" y="79"/>
                      <a:pt x="96" y="67"/>
                    </a:cubicBezTo>
                    <a:cubicBezTo>
                      <a:pt x="100" y="63"/>
                      <a:pt x="100" y="55"/>
                      <a:pt x="100" y="48"/>
                    </a:cubicBezTo>
                    <a:cubicBezTo>
                      <a:pt x="100" y="35"/>
                      <a:pt x="92" y="24"/>
                      <a:pt x="84" y="15"/>
                    </a:cubicBezTo>
                    <a:cubicBezTo>
                      <a:pt x="77" y="4"/>
                      <a:pt x="64" y="0"/>
                      <a:pt x="53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32"/>
              <p:cNvSpPr/>
              <p:nvPr/>
            </p:nvSpPr>
            <p:spPr>
              <a:xfrm>
                <a:off x="3468587" y="2549878"/>
                <a:ext cx="7157" cy="4698"/>
              </a:xfrm>
              <a:custGeom>
                <a:rect b="b" l="l" r="r" t="t"/>
                <a:pathLst>
                  <a:path extrusionOk="0" h="107" w="163">
                    <a:moveTo>
                      <a:pt x="127" y="1"/>
                    </a:moveTo>
                    <a:cubicBezTo>
                      <a:pt x="124" y="1"/>
                      <a:pt x="120" y="2"/>
                      <a:pt x="115" y="4"/>
                    </a:cubicBezTo>
                    <a:cubicBezTo>
                      <a:pt x="107" y="4"/>
                      <a:pt x="99" y="9"/>
                      <a:pt x="94" y="17"/>
                    </a:cubicBezTo>
                    <a:lnTo>
                      <a:pt x="94" y="17"/>
                    </a:lnTo>
                    <a:cubicBezTo>
                      <a:pt x="85" y="16"/>
                      <a:pt x="76" y="14"/>
                      <a:pt x="64" y="12"/>
                    </a:cubicBezTo>
                    <a:cubicBezTo>
                      <a:pt x="59" y="9"/>
                      <a:pt x="54" y="8"/>
                      <a:pt x="49" y="8"/>
                    </a:cubicBezTo>
                    <a:cubicBezTo>
                      <a:pt x="27" y="8"/>
                      <a:pt x="8" y="28"/>
                      <a:pt x="4" y="51"/>
                    </a:cubicBezTo>
                    <a:cubicBezTo>
                      <a:pt x="0" y="79"/>
                      <a:pt x="24" y="102"/>
                      <a:pt x="52" y="106"/>
                    </a:cubicBezTo>
                    <a:cubicBezTo>
                      <a:pt x="84" y="106"/>
                      <a:pt x="115" y="99"/>
                      <a:pt x="142" y="86"/>
                    </a:cubicBezTo>
                    <a:cubicBezTo>
                      <a:pt x="155" y="79"/>
                      <a:pt x="162" y="66"/>
                      <a:pt x="162" y="51"/>
                    </a:cubicBezTo>
                    <a:lnTo>
                      <a:pt x="162" y="39"/>
                    </a:lnTo>
                    <a:cubicBezTo>
                      <a:pt x="159" y="28"/>
                      <a:pt x="155" y="12"/>
                      <a:pt x="142" y="8"/>
                    </a:cubicBezTo>
                    <a:cubicBezTo>
                      <a:pt x="136" y="3"/>
                      <a:pt x="132" y="1"/>
                      <a:pt x="127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32"/>
              <p:cNvSpPr/>
              <p:nvPr/>
            </p:nvSpPr>
            <p:spPr>
              <a:xfrm>
                <a:off x="3517804" y="2571874"/>
                <a:ext cx="2283" cy="1756"/>
              </a:xfrm>
              <a:custGeom>
                <a:rect b="b" l="l" r="r" t="t"/>
                <a:pathLst>
                  <a:path extrusionOk="0" h="40" w="52">
                    <a:moveTo>
                      <a:pt x="28" y="0"/>
                    </a:moveTo>
                    <a:cubicBezTo>
                      <a:pt x="1" y="0"/>
                      <a:pt x="1" y="39"/>
                      <a:pt x="28" y="39"/>
                    </a:cubicBezTo>
                    <a:cubicBezTo>
                      <a:pt x="52" y="39"/>
                      <a:pt x="52" y="0"/>
                      <a:pt x="28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32"/>
              <p:cNvSpPr/>
              <p:nvPr/>
            </p:nvSpPr>
            <p:spPr>
              <a:xfrm>
                <a:off x="3571149" y="2457197"/>
                <a:ext cx="5971" cy="8341"/>
              </a:xfrm>
              <a:custGeom>
                <a:rect b="b" l="l" r="r" t="t"/>
                <a:pathLst>
                  <a:path extrusionOk="0" h="190" w="136">
                    <a:moveTo>
                      <a:pt x="77" y="1"/>
                    </a:moveTo>
                    <a:cubicBezTo>
                      <a:pt x="73" y="1"/>
                      <a:pt x="68" y="2"/>
                      <a:pt x="64" y="3"/>
                    </a:cubicBezTo>
                    <a:cubicBezTo>
                      <a:pt x="36" y="11"/>
                      <a:pt x="25" y="39"/>
                      <a:pt x="28" y="62"/>
                    </a:cubicBezTo>
                    <a:cubicBezTo>
                      <a:pt x="31" y="65"/>
                      <a:pt x="32" y="68"/>
                      <a:pt x="32" y="68"/>
                    </a:cubicBezTo>
                    <a:cubicBezTo>
                      <a:pt x="32" y="68"/>
                      <a:pt x="32" y="67"/>
                      <a:pt x="32" y="66"/>
                    </a:cubicBezTo>
                    <a:lnTo>
                      <a:pt x="32" y="74"/>
                    </a:lnTo>
                    <a:cubicBezTo>
                      <a:pt x="32" y="86"/>
                      <a:pt x="32" y="82"/>
                      <a:pt x="28" y="90"/>
                    </a:cubicBezTo>
                    <a:cubicBezTo>
                      <a:pt x="28" y="98"/>
                      <a:pt x="25" y="106"/>
                      <a:pt x="21" y="114"/>
                    </a:cubicBezTo>
                    <a:cubicBezTo>
                      <a:pt x="21" y="117"/>
                      <a:pt x="21" y="121"/>
                      <a:pt x="17" y="126"/>
                    </a:cubicBezTo>
                    <a:cubicBezTo>
                      <a:pt x="1" y="155"/>
                      <a:pt x="24" y="190"/>
                      <a:pt x="53" y="190"/>
                    </a:cubicBezTo>
                    <a:cubicBezTo>
                      <a:pt x="59" y="190"/>
                      <a:pt x="66" y="188"/>
                      <a:pt x="72" y="185"/>
                    </a:cubicBezTo>
                    <a:cubicBezTo>
                      <a:pt x="127" y="153"/>
                      <a:pt x="136" y="90"/>
                      <a:pt x="123" y="39"/>
                    </a:cubicBezTo>
                    <a:cubicBezTo>
                      <a:pt x="120" y="16"/>
                      <a:pt x="98" y="1"/>
                      <a:pt x="77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32"/>
              <p:cNvSpPr/>
              <p:nvPr/>
            </p:nvSpPr>
            <p:spPr>
              <a:xfrm>
                <a:off x="3579754" y="2448768"/>
                <a:ext cx="7376" cy="7024"/>
              </a:xfrm>
              <a:custGeom>
                <a:rect b="b" l="l" r="r" t="t"/>
                <a:pathLst>
                  <a:path extrusionOk="0" h="160" w="168">
                    <a:moveTo>
                      <a:pt x="30" y="1"/>
                    </a:moveTo>
                    <a:cubicBezTo>
                      <a:pt x="15" y="1"/>
                      <a:pt x="1" y="18"/>
                      <a:pt x="11" y="34"/>
                    </a:cubicBezTo>
                    <a:cubicBezTo>
                      <a:pt x="29" y="76"/>
                      <a:pt x="62" y="116"/>
                      <a:pt x="97" y="147"/>
                    </a:cubicBezTo>
                    <a:cubicBezTo>
                      <a:pt x="104" y="155"/>
                      <a:pt x="115" y="159"/>
                      <a:pt x="125" y="159"/>
                    </a:cubicBezTo>
                    <a:cubicBezTo>
                      <a:pt x="136" y="159"/>
                      <a:pt x="148" y="154"/>
                      <a:pt x="156" y="144"/>
                    </a:cubicBezTo>
                    <a:cubicBezTo>
                      <a:pt x="168" y="128"/>
                      <a:pt x="164" y="96"/>
                      <a:pt x="144" y="89"/>
                    </a:cubicBezTo>
                    <a:cubicBezTo>
                      <a:pt x="105" y="65"/>
                      <a:pt x="73" y="41"/>
                      <a:pt x="42" y="5"/>
                    </a:cubicBezTo>
                    <a:cubicBezTo>
                      <a:pt x="38" y="2"/>
                      <a:pt x="34" y="1"/>
                      <a:pt x="30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32"/>
              <p:cNvSpPr/>
              <p:nvPr/>
            </p:nvSpPr>
            <p:spPr>
              <a:xfrm>
                <a:off x="3544147" y="2393098"/>
                <a:ext cx="15850" cy="5224"/>
              </a:xfrm>
              <a:custGeom>
                <a:rect b="b" l="l" r="r" t="t"/>
                <a:pathLst>
                  <a:path extrusionOk="0" h="119" w="361">
                    <a:moveTo>
                      <a:pt x="240" y="1"/>
                    </a:moveTo>
                    <a:cubicBezTo>
                      <a:pt x="178" y="1"/>
                      <a:pt x="106" y="24"/>
                      <a:pt x="59" y="31"/>
                    </a:cubicBezTo>
                    <a:cubicBezTo>
                      <a:pt x="0" y="38"/>
                      <a:pt x="7" y="119"/>
                      <a:pt x="61" y="119"/>
                    </a:cubicBezTo>
                    <a:cubicBezTo>
                      <a:pt x="64" y="119"/>
                      <a:pt x="68" y="119"/>
                      <a:pt x="71" y="118"/>
                    </a:cubicBezTo>
                    <a:cubicBezTo>
                      <a:pt x="123" y="107"/>
                      <a:pt x="185" y="77"/>
                      <a:pt x="242" y="77"/>
                    </a:cubicBezTo>
                    <a:cubicBezTo>
                      <a:pt x="267" y="77"/>
                      <a:pt x="290" y="82"/>
                      <a:pt x="312" y="98"/>
                    </a:cubicBezTo>
                    <a:cubicBezTo>
                      <a:pt x="318" y="102"/>
                      <a:pt x="323" y="104"/>
                      <a:pt x="328" y="104"/>
                    </a:cubicBezTo>
                    <a:cubicBezTo>
                      <a:pt x="348" y="104"/>
                      <a:pt x="361" y="77"/>
                      <a:pt x="352" y="58"/>
                    </a:cubicBezTo>
                    <a:cubicBezTo>
                      <a:pt x="330" y="14"/>
                      <a:pt x="288" y="1"/>
                      <a:pt x="240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32"/>
              <p:cNvSpPr/>
              <p:nvPr/>
            </p:nvSpPr>
            <p:spPr>
              <a:xfrm>
                <a:off x="3579974" y="2381244"/>
                <a:ext cx="3161" cy="2371"/>
              </a:xfrm>
              <a:custGeom>
                <a:rect b="b" l="l" r="r" t="t"/>
                <a:pathLst>
                  <a:path extrusionOk="0" h="54" w="72">
                    <a:moveTo>
                      <a:pt x="41" y="0"/>
                    </a:moveTo>
                    <a:cubicBezTo>
                      <a:pt x="33" y="4"/>
                      <a:pt x="24" y="4"/>
                      <a:pt x="17" y="4"/>
                    </a:cubicBezTo>
                    <a:cubicBezTo>
                      <a:pt x="9" y="9"/>
                      <a:pt x="1" y="17"/>
                      <a:pt x="1" y="28"/>
                    </a:cubicBezTo>
                    <a:cubicBezTo>
                      <a:pt x="1" y="36"/>
                      <a:pt x="6" y="48"/>
                      <a:pt x="17" y="48"/>
                    </a:cubicBezTo>
                    <a:cubicBezTo>
                      <a:pt x="24" y="48"/>
                      <a:pt x="33" y="52"/>
                      <a:pt x="41" y="52"/>
                    </a:cubicBezTo>
                    <a:cubicBezTo>
                      <a:pt x="43" y="53"/>
                      <a:pt x="46" y="54"/>
                      <a:pt x="48" y="54"/>
                    </a:cubicBezTo>
                    <a:cubicBezTo>
                      <a:pt x="55" y="54"/>
                      <a:pt x="62" y="50"/>
                      <a:pt x="64" y="48"/>
                    </a:cubicBezTo>
                    <a:cubicBezTo>
                      <a:pt x="68" y="40"/>
                      <a:pt x="72" y="36"/>
                      <a:pt x="72" y="28"/>
                    </a:cubicBezTo>
                    <a:cubicBezTo>
                      <a:pt x="72" y="20"/>
                      <a:pt x="68" y="13"/>
                      <a:pt x="64" y="9"/>
                    </a:cubicBezTo>
                    <a:cubicBezTo>
                      <a:pt x="57" y="0"/>
                      <a:pt x="48" y="0"/>
                      <a:pt x="41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32"/>
              <p:cNvSpPr/>
              <p:nvPr/>
            </p:nvSpPr>
            <p:spPr>
              <a:xfrm>
                <a:off x="3538571" y="2379488"/>
                <a:ext cx="5927" cy="6322"/>
              </a:xfrm>
              <a:custGeom>
                <a:rect b="b" l="l" r="r" t="t"/>
                <a:pathLst>
                  <a:path extrusionOk="0" h="144" w="135">
                    <a:moveTo>
                      <a:pt x="89" y="1"/>
                    </a:moveTo>
                    <a:cubicBezTo>
                      <a:pt x="67" y="1"/>
                      <a:pt x="44" y="20"/>
                      <a:pt x="44" y="44"/>
                    </a:cubicBezTo>
                    <a:lnTo>
                      <a:pt x="44" y="53"/>
                    </a:lnTo>
                    <a:cubicBezTo>
                      <a:pt x="44" y="60"/>
                      <a:pt x="44" y="64"/>
                      <a:pt x="40" y="68"/>
                    </a:cubicBezTo>
                    <a:cubicBezTo>
                      <a:pt x="36" y="80"/>
                      <a:pt x="29" y="88"/>
                      <a:pt x="20" y="96"/>
                    </a:cubicBezTo>
                    <a:cubicBezTo>
                      <a:pt x="1" y="116"/>
                      <a:pt x="17" y="143"/>
                      <a:pt x="40" y="143"/>
                    </a:cubicBezTo>
                    <a:cubicBezTo>
                      <a:pt x="45" y="143"/>
                      <a:pt x="51" y="142"/>
                      <a:pt x="56" y="139"/>
                    </a:cubicBezTo>
                    <a:cubicBezTo>
                      <a:pt x="91" y="124"/>
                      <a:pt x="120" y="96"/>
                      <a:pt x="131" y="57"/>
                    </a:cubicBezTo>
                    <a:cubicBezTo>
                      <a:pt x="135" y="29"/>
                      <a:pt x="120" y="5"/>
                      <a:pt x="96" y="2"/>
                    </a:cubicBezTo>
                    <a:cubicBezTo>
                      <a:pt x="94" y="1"/>
                      <a:pt x="91" y="1"/>
                      <a:pt x="89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32"/>
              <p:cNvSpPr/>
              <p:nvPr/>
            </p:nvSpPr>
            <p:spPr>
              <a:xfrm>
                <a:off x="3403608" y="2668813"/>
                <a:ext cx="5093" cy="4346"/>
              </a:xfrm>
              <a:custGeom>
                <a:rect b="b" l="l" r="r" t="t"/>
                <a:pathLst>
                  <a:path extrusionOk="0" h="99" w="116">
                    <a:moveTo>
                      <a:pt x="48" y="1"/>
                    </a:moveTo>
                    <a:cubicBezTo>
                      <a:pt x="22" y="1"/>
                      <a:pt x="1" y="22"/>
                      <a:pt x="1" y="49"/>
                    </a:cubicBezTo>
                    <a:cubicBezTo>
                      <a:pt x="1" y="77"/>
                      <a:pt x="22" y="98"/>
                      <a:pt x="48" y="98"/>
                    </a:cubicBezTo>
                    <a:cubicBezTo>
                      <a:pt x="52" y="98"/>
                      <a:pt x="56" y="98"/>
                      <a:pt x="60" y="97"/>
                    </a:cubicBezTo>
                    <a:cubicBezTo>
                      <a:pt x="68" y="93"/>
                      <a:pt x="76" y="93"/>
                      <a:pt x="83" y="89"/>
                    </a:cubicBezTo>
                    <a:cubicBezTo>
                      <a:pt x="99" y="84"/>
                      <a:pt x="116" y="69"/>
                      <a:pt x="111" y="49"/>
                    </a:cubicBezTo>
                    <a:cubicBezTo>
                      <a:pt x="111" y="29"/>
                      <a:pt x="99" y="13"/>
                      <a:pt x="83" y="10"/>
                    </a:cubicBezTo>
                    <a:cubicBezTo>
                      <a:pt x="76" y="6"/>
                      <a:pt x="68" y="6"/>
                      <a:pt x="60" y="2"/>
                    </a:cubicBezTo>
                    <a:cubicBezTo>
                      <a:pt x="56" y="1"/>
                      <a:pt x="52" y="1"/>
                      <a:pt x="48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32"/>
              <p:cNvSpPr/>
              <p:nvPr/>
            </p:nvSpPr>
            <p:spPr>
              <a:xfrm>
                <a:off x="3508189" y="2385108"/>
                <a:ext cx="21953" cy="21337"/>
              </a:xfrm>
              <a:custGeom>
                <a:rect b="b" l="l" r="r" t="t"/>
                <a:pathLst>
                  <a:path extrusionOk="0" h="486" w="500">
                    <a:moveTo>
                      <a:pt x="487" y="0"/>
                    </a:moveTo>
                    <a:cubicBezTo>
                      <a:pt x="482" y="0"/>
                      <a:pt x="478" y="2"/>
                      <a:pt x="476" y="7"/>
                    </a:cubicBezTo>
                    <a:cubicBezTo>
                      <a:pt x="468" y="43"/>
                      <a:pt x="393" y="58"/>
                      <a:pt x="366" y="74"/>
                    </a:cubicBezTo>
                    <a:cubicBezTo>
                      <a:pt x="318" y="106"/>
                      <a:pt x="279" y="142"/>
                      <a:pt x="239" y="181"/>
                    </a:cubicBezTo>
                    <a:cubicBezTo>
                      <a:pt x="153" y="256"/>
                      <a:pt x="82" y="335"/>
                      <a:pt x="18" y="433"/>
                    </a:cubicBezTo>
                    <a:cubicBezTo>
                      <a:pt x="0" y="461"/>
                      <a:pt x="25" y="485"/>
                      <a:pt x="52" y="485"/>
                    </a:cubicBezTo>
                    <a:cubicBezTo>
                      <a:pt x="61" y="485"/>
                      <a:pt x="70" y="483"/>
                      <a:pt x="78" y="477"/>
                    </a:cubicBezTo>
                    <a:cubicBezTo>
                      <a:pt x="176" y="390"/>
                      <a:pt x="255" y="280"/>
                      <a:pt x="350" y="181"/>
                    </a:cubicBezTo>
                    <a:cubicBezTo>
                      <a:pt x="373" y="153"/>
                      <a:pt x="397" y="122"/>
                      <a:pt x="428" y="98"/>
                    </a:cubicBezTo>
                    <a:cubicBezTo>
                      <a:pt x="444" y="87"/>
                      <a:pt x="460" y="82"/>
                      <a:pt x="476" y="71"/>
                    </a:cubicBezTo>
                    <a:cubicBezTo>
                      <a:pt x="495" y="51"/>
                      <a:pt x="499" y="39"/>
                      <a:pt x="499" y="11"/>
                    </a:cubicBezTo>
                    <a:cubicBezTo>
                      <a:pt x="499" y="4"/>
                      <a:pt x="493" y="0"/>
                      <a:pt x="487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32"/>
              <p:cNvSpPr/>
              <p:nvPr/>
            </p:nvSpPr>
            <p:spPr>
              <a:xfrm>
                <a:off x="3500989" y="2425411"/>
                <a:ext cx="2810" cy="1800"/>
              </a:xfrm>
              <a:custGeom>
                <a:rect b="b" l="l" r="r" t="t"/>
                <a:pathLst>
                  <a:path extrusionOk="0" h="41" w="64">
                    <a:moveTo>
                      <a:pt x="48" y="1"/>
                    </a:moveTo>
                    <a:cubicBezTo>
                      <a:pt x="47" y="1"/>
                      <a:pt x="45" y="1"/>
                      <a:pt x="44" y="1"/>
                    </a:cubicBezTo>
                    <a:lnTo>
                      <a:pt x="20" y="1"/>
                    </a:lnTo>
                    <a:cubicBezTo>
                      <a:pt x="13" y="5"/>
                      <a:pt x="0" y="9"/>
                      <a:pt x="5" y="21"/>
                    </a:cubicBezTo>
                    <a:cubicBezTo>
                      <a:pt x="5" y="29"/>
                      <a:pt x="9" y="36"/>
                      <a:pt x="20" y="36"/>
                    </a:cubicBezTo>
                    <a:cubicBezTo>
                      <a:pt x="29" y="36"/>
                      <a:pt x="36" y="36"/>
                      <a:pt x="44" y="40"/>
                    </a:cubicBezTo>
                    <a:cubicBezTo>
                      <a:pt x="56" y="40"/>
                      <a:pt x="64" y="29"/>
                      <a:pt x="64" y="21"/>
                    </a:cubicBezTo>
                    <a:cubicBezTo>
                      <a:pt x="64" y="10"/>
                      <a:pt x="58" y="1"/>
                      <a:pt x="48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32"/>
              <p:cNvSpPr/>
              <p:nvPr/>
            </p:nvSpPr>
            <p:spPr>
              <a:xfrm>
                <a:off x="3491462" y="2439636"/>
                <a:ext cx="1449" cy="1054"/>
              </a:xfrm>
              <a:custGeom>
                <a:rect b="b" l="l" r="r" t="t"/>
                <a:pathLst>
                  <a:path extrusionOk="0" h="24" w="33">
                    <a:moveTo>
                      <a:pt x="16" y="0"/>
                    </a:moveTo>
                    <a:cubicBezTo>
                      <a:pt x="0" y="0"/>
                      <a:pt x="0" y="24"/>
                      <a:pt x="16" y="24"/>
                    </a:cubicBezTo>
                    <a:cubicBezTo>
                      <a:pt x="33" y="24"/>
                      <a:pt x="33" y="0"/>
                      <a:pt x="16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32"/>
              <p:cNvSpPr/>
              <p:nvPr/>
            </p:nvSpPr>
            <p:spPr>
              <a:xfrm>
                <a:off x="3479519" y="2455310"/>
                <a:ext cx="5444" cy="2722"/>
              </a:xfrm>
              <a:custGeom>
                <a:rect b="b" l="l" r="r" t="t"/>
                <a:pathLst>
                  <a:path extrusionOk="0" h="62" w="124">
                    <a:moveTo>
                      <a:pt x="96" y="0"/>
                    </a:moveTo>
                    <a:cubicBezTo>
                      <a:pt x="93" y="0"/>
                      <a:pt x="90" y="1"/>
                      <a:pt x="87" y="3"/>
                    </a:cubicBezTo>
                    <a:cubicBezTo>
                      <a:pt x="68" y="15"/>
                      <a:pt x="44" y="27"/>
                      <a:pt x="24" y="27"/>
                    </a:cubicBezTo>
                    <a:cubicBezTo>
                      <a:pt x="0" y="31"/>
                      <a:pt x="0" y="62"/>
                      <a:pt x="24" y="62"/>
                    </a:cubicBezTo>
                    <a:cubicBezTo>
                      <a:pt x="52" y="58"/>
                      <a:pt x="79" y="51"/>
                      <a:pt x="107" y="38"/>
                    </a:cubicBezTo>
                    <a:cubicBezTo>
                      <a:pt x="123" y="25"/>
                      <a:pt x="112" y="0"/>
                      <a:pt x="96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32"/>
              <p:cNvSpPr/>
              <p:nvPr/>
            </p:nvSpPr>
            <p:spPr>
              <a:xfrm>
                <a:off x="3444659" y="2541009"/>
                <a:ext cx="4566" cy="4346"/>
              </a:xfrm>
              <a:custGeom>
                <a:rect b="b" l="l" r="r" t="t"/>
                <a:pathLst>
                  <a:path extrusionOk="0" h="99" w="104">
                    <a:moveTo>
                      <a:pt x="60" y="0"/>
                    </a:moveTo>
                    <a:cubicBezTo>
                      <a:pt x="48" y="0"/>
                      <a:pt x="33" y="8"/>
                      <a:pt x="24" y="20"/>
                    </a:cubicBezTo>
                    <a:cubicBezTo>
                      <a:pt x="21" y="28"/>
                      <a:pt x="13" y="35"/>
                      <a:pt x="9" y="48"/>
                    </a:cubicBezTo>
                    <a:cubicBezTo>
                      <a:pt x="1" y="59"/>
                      <a:pt x="1" y="79"/>
                      <a:pt x="13" y="88"/>
                    </a:cubicBezTo>
                    <a:cubicBezTo>
                      <a:pt x="20" y="94"/>
                      <a:pt x="28" y="98"/>
                      <a:pt x="36" y="98"/>
                    </a:cubicBezTo>
                    <a:cubicBezTo>
                      <a:pt x="42" y="98"/>
                      <a:pt x="47" y="96"/>
                      <a:pt x="52" y="91"/>
                    </a:cubicBezTo>
                    <a:cubicBezTo>
                      <a:pt x="64" y="88"/>
                      <a:pt x="72" y="79"/>
                      <a:pt x="84" y="75"/>
                    </a:cubicBezTo>
                    <a:cubicBezTo>
                      <a:pt x="95" y="68"/>
                      <a:pt x="104" y="55"/>
                      <a:pt x="104" y="40"/>
                    </a:cubicBezTo>
                    <a:cubicBezTo>
                      <a:pt x="104" y="28"/>
                      <a:pt x="99" y="20"/>
                      <a:pt x="92" y="12"/>
                    </a:cubicBezTo>
                    <a:cubicBezTo>
                      <a:pt x="84" y="4"/>
                      <a:pt x="72" y="0"/>
                      <a:pt x="60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32"/>
              <p:cNvSpPr/>
              <p:nvPr/>
            </p:nvSpPr>
            <p:spPr>
              <a:xfrm>
                <a:off x="3432936" y="2565859"/>
                <a:ext cx="5708" cy="7112"/>
              </a:xfrm>
              <a:custGeom>
                <a:rect b="b" l="l" r="r" t="t"/>
                <a:pathLst>
                  <a:path extrusionOk="0" h="162" w="130">
                    <a:moveTo>
                      <a:pt x="87" y="0"/>
                    </a:moveTo>
                    <a:cubicBezTo>
                      <a:pt x="83" y="0"/>
                      <a:pt x="79" y="1"/>
                      <a:pt x="75" y="3"/>
                    </a:cubicBezTo>
                    <a:cubicBezTo>
                      <a:pt x="55" y="7"/>
                      <a:pt x="51" y="23"/>
                      <a:pt x="51" y="43"/>
                    </a:cubicBezTo>
                    <a:cubicBezTo>
                      <a:pt x="55" y="54"/>
                      <a:pt x="51" y="66"/>
                      <a:pt x="43" y="74"/>
                    </a:cubicBezTo>
                    <a:cubicBezTo>
                      <a:pt x="40" y="81"/>
                      <a:pt x="35" y="85"/>
                      <a:pt x="27" y="90"/>
                    </a:cubicBezTo>
                    <a:cubicBezTo>
                      <a:pt x="20" y="97"/>
                      <a:pt x="16" y="105"/>
                      <a:pt x="11" y="117"/>
                    </a:cubicBezTo>
                    <a:cubicBezTo>
                      <a:pt x="0" y="136"/>
                      <a:pt x="17" y="161"/>
                      <a:pt x="39" y="161"/>
                    </a:cubicBezTo>
                    <a:cubicBezTo>
                      <a:pt x="40" y="161"/>
                      <a:pt x="42" y="161"/>
                      <a:pt x="43" y="161"/>
                    </a:cubicBezTo>
                    <a:cubicBezTo>
                      <a:pt x="102" y="145"/>
                      <a:pt x="129" y="78"/>
                      <a:pt x="118" y="26"/>
                    </a:cubicBezTo>
                    <a:cubicBezTo>
                      <a:pt x="115" y="11"/>
                      <a:pt x="102" y="0"/>
                      <a:pt x="87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32"/>
              <p:cNvSpPr/>
              <p:nvPr/>
            </p:nvSpPr>
            <p:spPr>
              <a:xfrm>
                <a:off x="3528210" y="2429055"/>
                <a:ext cx="702" cy="746"/>
              </a:xfrm>
              <a:custGeom>
                <a:rect b="b" l="l" r="r" t="t"/>
                <a:pathLst>
                  <a:path extrusionOk="0" h="17" w="16">
                    <a:moveTo>
                      <a:pt x="8" y="1"/>
                    </a:moveTo>
                    <a:cubicBezTo>
                      <a:pt x="1" y="1"/>
                      <a:pt x="1" y="17"/>
                      <a:pt x="8" y="17"/>
                    </a:cubicBezTo>
                    <a:cubicBezTo>
                      <a:pt x="16" y="17"/>
                      <a:pt x="16" y="1"/>
                      <a:pt x="8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32"/>
              <p:cNvSpPr/>
              <p:nvPr/>
            </p:nvSpPr>
            <p:spPr>
              <a:xfrm>
                <a:off x="3560436" y="2430460"/>
                <a:ext cx="395" cy="220"/>
              </a:xfrm>
              <a:custGeom>
                <a:rect b="b" l="l" r="r" t="t"/>
                <a:pathLst>
                  <a:path extrusionOk="0" h="5" w="9">
                    <a:moveTo>
                      <a:pt x="4" y="1"/>
                    </a:moveTo>
                    <a:cubicBezTo>
                      <a:pt x="1" y="1"/>
                      <a:pt x="1" y="5"/>
                      <a:pt x="4" y="5"/>
                    </a:cubicBezTo>
                    <a:cubicBezTo>
                      <a:pt x="8" y="5"/>
                      <a:pt x="8" y="1"/>
                      <a:pt x="4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32"/>
              <p:cNvSpPr/>
              <p:nvPr/>
            </p:nvSpPr>
            <p:spPr>
              <a:xfrm>
                <a:off x="3564212" y="2408860"/>
                <a:ext cx="5795" cy="6146"/>
              </a:xfrm>
              <a:custGeom>
                <a:rect b="b" l="l" r="r" t="t"/>
                <a:pathLst>
                  <a:path extrusionOk="0" h="140" w="132">
                    <a:moveTo>
                      <a:pt x="65" y="1"/>
                    </a:moveTo>
                    <a:cubicBezTo>
                      <a:pt x="55" y="1"/>
                      <a:pt x="46" y="3"/>
                      <a:pt x="37" y="7"/>
                    </a:cubicBezTo>
                    <a:cubicBezTo>
                      <a:pt x="17" y="19"/>
                      <a:pt x="13" y="34"/>
                      <a:pt x="9" y="54"/>
                    </a:cubicBezTo>
                    <a:cubicBezTo>
                      <a:pt x="9" y="70"/>
                      <a:pt x="5" y="90"/>
                      <a:pt x="5" y="105"/>
                    </a:cubicBezTo>
                    <a:cubicBezTo>
                      <a:pt x="1" y="118"/>
                      <a:pt x="13" y="133"/>
                      <a:pt x="25" y="138"/>
                    </a:cubicBezTo>
                    <a:cubicBezTo>
                      <a:pt x="30" y="139"/>
                      <a:pt x="36" y="140"/>
                      <a:pt x="41" y="140"/>
                    </a:cubicBezTo>
                    <a:cubicBezTo>
                      <a:pt x="51" y="140"/>
                      <a:pt x="59" y="137"/>
                      <a:pt x="64" y="129"/>
                    </a:cubicBezTo>
                    <a:cubicBezTo>
                      <a:pt x="80" y="118"/>
                      <a:pt x="92" y="105"/>
                      <a:pt x="104" y="94"/>
                    </a:cubicBezTo>
                    <a:cubicBezTo>
                      <a:pt x="132" y="67"/>
                      <a:pt x="119" y="19"/>
                      <a:pt x="88" y="3"/>
                    </a:cubicBezTo>
                    <a:cubicBezTo>
                      <a:pt x="80" y="2"/>
                      <a:pt x="72" y="1"/>
                      <a:pt x="65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32"/>
              <p:cNvSpPr/>
              <p:nvPr/>
            </p:nvSpPr>
            <p:spPr>
              <a:xfrm>
                <a:off x="3567417" y="2462378"/>
                <a:ext cx="5708" cy="8122"/>
              </a:xfrm>
              <a:custGeom>
                <a:rect b="b" l="l" r="r" t="t"/>
                <a:pathLst>
                  <a:path extrusionOk="0" h="185" w="130">
                    <a:moveTo>
                      <a:pt x="41" y="0"/>
                    </a:moveTo>
                    <a:cubicBezTo>
                      <a:pt x="18" y="0"/>
                      <a:pt x="1" y="26"/>
                      <a:pt x="19" y="51"/>
                    </a:cubicBezTo>
                    <a:cubicBezTo>
                      <a:pt x="46" y="83"/>
                      <a:pt x="42" y="130"/>
                      <a:pt x="59" y="169"/>
                    </a:cubicBezTo>
                    <a:cubicBezTo>
                      <a:pt x="64" y="179"/>
                      <a:pt x="76" y="185"/>
                      <a:pt x="88" y="185"/>
                    </a:cubicBezTo>
                    <a:cubicBezTo>
                      <a:pt x="103" y="185"/>
                      <a:pt x="119" y="177"/>
                      <a:pt x="121" y="161"/>
                    </a:cubicBezTo>
                    <a:cubicBezTo>
                      <a:pt x="130" y="106"/>
                      <a:pt x="102" y="43"/>
                      <a:pt x="62" y="8"/>
                    </a:cubicBezTo>
                    <a:cubicBezTo>
                      <a:pt x="55" y="2"/>
                      <a:pt x="48" y="0"/>
                      <a:pt x="41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32"/>
              <p:cNvSpPr/>
              <p:nvPr/>
            </p:nvSpPr>
            <p:spPr>
              <a:xfrm>
                <a:off x="3530625" y="2423962"/>
                <a:ext cx="6278" cy="4522"/>
              </a:xfrm>
              <a:custGeom>
                <a:rect b="b" l="l" r="r" t="t"/>
                <a:pathLst>
                  <a:path extrusionOk="0" h="103" w="143">
                    <a:moveTo>
                      <a:pt x="52" y="1"/>
                    </a:moveTo>
                    <a:cubicBezTo>
                      <a:pt x="39" y="1"/>
                      <a:pt x="25" y="6"/>
                      <a:pt x="17" y="18"/>
                    </a:cubicBezTo>
                    <a:cubicBezTo>
                      <a:pt x="4" y="26"/>
                      <a:pt x="1" y="38"/>
                      <a:pt x="1" y="54"/>
                    </a:cubicBezTo>
                    <a:cubicBezTo>
                      <a:pt x="1" y="66"/>
                      <a:pt x="4" y="78"/>
                      <a:pt x="17" y="89"/>
                    </a:cubicBezTo>
                    <a:cubicBezTo>
                      <a:pt x="25" y="98"/>
                      <a:pt x="36" y="103"/>
                      <a:pt x="50" y="103"/>
                    </a:cubicBezTo>
                    <a:cubicBezTo>
                      <a:pt x="54" y="103"/>
                      <a:pt x="59" y="102"/>
                      <a:pt x="64" y="102"/>
                    </a:cubicBezTo>
                    <a:cubicBezTo>
                      <a:pt x="79" y="97"/>
                      <a:pt x="103" y="97"/>
                      <a:pt x="115" y="89"/>
                    </a:cubicBezTo>
                    <a:cubicBezTo>
                      <a:pt x="143" y="69"/>
                      <a:pt x="143" y="34"/>
                      <a:pt x="115" y="14"/>
                    </a:cubicBezTo>
                    <a:cubicBezTo>
                      <a:pt x="103" y="7"/>
                      <a:pt x="79" y="7"/>
                      <a:pt x="64" y="2"/>
                    </a:cubicBezTo>
                    <a:cubicBezTo>
                      <a:pt x="60" y="1"/>
                      <a:pt x="56" y="1"/>
                      <a:pt x="52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32"/>
              <p:cNvSpPr/>
              <p:nvPr/>
            </p:nvSpPr>
            <p:spPr>
              <a:xfrm>
                <a:off x="3526981" y="2425280"/>
                <a:ext cx="6454" cy="6761"/>
              </a:xfrm>
              <a:custGeom>
                <a:rect b="b" l="l" r="r" t="t"/>
                <a:pathLst>
                  <a:path extrusionOk="0" h="154" w="147">
                    <a:moveTo>
                      <a:pt x="90" y="46"/>
                    </a:moveTo>
                    <a:lnTo>
                      <a:pt x="90" y="46"/>
                    </a:lnTo>
                    <a:cubicBezTo>
                      <a:pt x="90" y="46"/>
                      <a:pt x="90" y="47"/>
                      <a:pt x="91" y="48"/>
                    </a:cubicBezTo>
                    <a:lnTo>
                      <a:pt x="91" y="49"/>
                    </a:lnTo>
                    <a:lnTo>
                      <a:pt x="91" y="49"/>
                    </a:lnTo>
                    <a:cubicBezTo>
                      <a:pt x="90" y="48"/>
                      <a:pt x="89" y="46"/>
                      <a:pt x="90" y="46"/>
                    </a:cubicBezTo>
                    <a:close/>
                    <a:moveTo>
                      <a:pt x="61" y="0"/>
                    </a:moveTo>
                    <a:cubicBezTo>
                      <a:pt x="40" y="0"/>
                      <a:pt x="21" y="14"/>
                      <a:pt x="13" y="36"/>
                    </a:cubicBezTo>
                    <a:cubicBezTo>
                      <a:pt x="13" y="43"/>
                      <a:pt x="9" y="52"/>
                      <a:pt x="5" y="59"/>
                    </a:cubicBezTo>
                    <a:cubicBezTo>
                      <a:pt x="0" y="75"/>
                      <a:pt x="9" y="90"/>
                      <a:pt x="16" y="103"/>
                    </a:cubicBezTo>
                    <a:cubicBezTo>
                      <a:pt x="32" y="114"/>
                      <a:pt x="44" y="126"/>
                      <a:pt x="60" y="138"/>
                    </a:cubicBezTo>
                    <a:cubicBezTo>
                      <a:pt x="67" y="143"/>
                      <a:pt x="76" y="146"/>
                      <a:pt x="80" y="150"/>
                    </a:cubicBezTo>
                    <a:cubicBezTo>
                      <a:pt x="95" y="154"/>
                      <a:pt x="103" y="154"/>
                      <a:pt x="119" y="154"/>
                    </a:cubicBezTo>
                    <a:cubicBezTo>
                      <a:pt x="135" y="150"/>
                      <a:pt x="147" y="126"/>
                      <a:pt x="142" y="110"/>
                    </a:cubicBezTo>
                    <a:cubicBezTo>
                      <a:pt x="135" y="95"/>
                      <a:pt x="127" y="83"/>
                      <a:pt x="115" y="72"/>
                    </a:cubicBezTo>
                    <a:cubicBezTo>
                      <a:pt x="113" y="69"/>
                      <a:pt x="109" y="66"/>
                      <a:pt x="106" y="64"/>
                    </a:cubicBezTo>
                    <a:lnTo>
                      <a:pt x="106" y="64"/>
                    </a:lnTo>
                    <a:cubicBezTo>
                      <a:pt x="113" y="38"/>
                      <a:pt x="105" y="15"/>
                      <a:pt x="80" y="4"/>
                    </a:cubicBezTo>
                    <a:cubicBezTo>
                      <a:pt x="73" y="1"/>
                      <a:pt x="67" y="0"/>
                      <a:pt x="61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32"/>
              <p:cNvSpPr/>
              <p:nvPr/>
            </p:nvSpPr>
            <p:spPr>
              <a:xfrm>
                <a:off x="3566846" y="2446880"/>
                <a:ext cx="15103" cy="6498"/>
              </a:xfrm>
              <a:custGeom>
                <a:rect b="b" l="l" r="r" t="t"/>
                <a:pathLst>
                  <a:path extrusionOk="0" h="148" w="344">
                    <a:moveTo>
                      <a:pt x="55" y="0"/>
                    </a:moveTo>
                    <a:cubicBezTo>
                      <a:pt x="26" y="0"/>
                      <a:pt x="0" y="31"/>
                      <a:pt x="16" y="61"/>
                    </a:cubicBezTo>
                    <a:cubicBezTo>
                      <a:pt x="63" y="136"/>
                      <a:pt x="186" y="148"/>
                      <a:pt x="265" y="148"/>
                    </a:cubicBezTo>
                    <a:cubicBezTo>
                      <a:pt x="344" y="144"/>
                      <a:pt x="325" y="33"/>
                      <a:pt x="270" y="33"/>
                    </a:cubicBezTo>
                    <a:cubicBezTo>
                      <a:pt x="265" y="33"/>
                      <a:pt x="259" y="34"/>
                      <a:pt x="252" y="37"/>
                    </a:cubicBezTo>
                    <a:cubicBezTo>
                      <a:pt x="252" y="37"/>
                      <a:pt x="251" y="37"/>
                      <a:pt x="251" y="38"/>
                    </a:cubicBezTo>
                    <a:lnTo>
                      <a:pt x="251" y="38"/>
                    </a:lnTo>
                    <a:cubicBezTo>
                      <a:pt x="243" y="38"/>
                      <a:pt x="235" y="38"/>
                      <a:pt x="227" y="38"/>
                    </a:cubicBezTo>
                    <a:cubicBezTo>
                      <a:pt x="175" y="38"/>
                      <a:pt x="116" y="31"/>
                      <a:pt x="75" y="6"/>
                    </a:cubicBezTo>
                    <a:cubicBezTo>
                      <a:pt x="69" y="2"/>
                      <a:pt x="62" y="0"/>
                      <a:pt x="55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32"/>
              <p:cNvSpPr/>
              <p:nvPr/>
            </p:nvSpPr>
            <p:spPr>
              <a:xfrm>
                <a:off x="3526322" y="2434280"/>
                <a:ext cx="6761" cy="5400"/>
              </a:xfrm>
              <a:custGeom>
                <a:rect b="b" l="l" r="r" t="t"/>
                <a:pathLst>
                  <a:path extrusionOk="0" h="123" w="154">
                    <a:moveTo>
                      <a:pt x="75" y="0"/>
                    </a:moveTo>
                    <a:cubicBezTo>
                      <a:pt x="0" y="0"/>
                      <a:pt x="0" y="122"/>
                      <a:pt x="75" y="122"/>
                    </a:cubicBezTo>
                    <a:cubicBezTo>
                      <a:pt x="153" y="122"/>
                      <a:pt x="153" y="0"/>
                      <a:pt x="75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32"/>
              <p:cNvSpPr/>
              <p:nvPr/>
            </p:nvSpPr>
            <p:spPr>
              <a:xfrm>
                <a:off x="3511746" y="2452061"/>
                <a:ext cx="61467" cy="38020"/>
              </a:xfrm>
              <a:custGeom>
                <a:rect b="b" l="l" r="r" t="t"/>
                <a:pathLst>
                  <a:path extrusionOk="0" h="866" w="1400">
                    <a:moveTo>
                      <a:pt x="190" y="0"/>
                    </a:moveTo>
                    <a:cubicBezTo>
                      <a:pt x="135" y="0"/>
                      <a:pt x="79" y="3"/>
                      <a:pt x="20" y="6"/>
                    </a:cubicBezTo>
                    <a:cubicBezTo>
                      <a:pt x="1" y="6"/>
                      <a:pt x="1" y="34"/>
                      <a:pt x="20" y="37"/>
                    </a:cubicBezTo>
                    <a:cubicBezTo>
                      <a:pt x="316" y="41"/>
                      <a:pt x="569" y="96"/>
                      <a:pt x="817" y="274"/>
                    </a:cubicBezTo>
                    <a:cubicBezTo>
                      <a:pt x="1034" y="428"/>
                      <a:pt x="1243" y="613"/>
                      <a:pt x="1365" y="859"/>
                    </a:cubicBezTo>
                    <a:cubicBezTo>
                      <a:pt x="1369" y="863"/>
                      <a:pt x="1375" y="865"/>
                      <a:pt x="1381" y="865"/>
                    </a:cubicBezTo>
                    <a:cubicBezTo>
                      <a:pt x="1391" y="865"/>
                      <a:pt x="1400" y="860"/>
                      <a:pt x="1398" y="850"/>
                    </a:cubicBezTo>
                    <a:cubicBezTo>
                      <a:pt x="1378" y="566"/>
                      <a:pt x="1070" y="349"/>
                      <a:pt x="861" y="199"/>
                    </a:cubicBezTo>
                    <a:cubicBezTo>
                      <a:pt x="638" y="44"/>
                      <a:pt x="434" y="0"/>
                      <a:pt x="190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32"/>
              <p:cNvSpPr/>
              <p:nvPr/>
            </p:nvSpPr>
            <p:spPr>
              <a:xfrm>
                <a:off x="3514468" y="2483452"/>
                <a:ext cx="54135" cy="10317"/>
              </a:xfrm>
              <a:custGeom>
                <a:rect b="b" l="l" r="r" t="t"/>
                <a:pathLst>
                  <a:path extrusionOk="0" h="235" w="1233">
                    <a:moveTo>
                      <a:pt x="56" y="1"/>
                    </a:moveTo>
                    <a:cubicBezTo>
                      <a:pt x="15" y="1"/>
                      <a:pt x="0" y="57"/>
                      <a:pt x="45" y="73"/>
                    </a:cubicBezTo>
                    <a:cubicBezTo>
                      <a:pt x="381" y="175"/>
                      <a:pt x="770" y="234"/>
                      <a:pt x="1126" y="234"/>
                    </a:cubicBezTo>
                    <a:cubicBezTo>
                      <a:pt x="1150" y="234"/>
                      <a:pt x="1174" y="234"/>
                      <a:pt x="1197" y="234"/>
                    </a:cubicBezTo>
                    <a:cubicBezTo>
                      <a:pt x="1232" y="234"/>
                      <a:pt x="1232" y="182"/>
                      <a:pt x="1197" y="179"/>
                    </a:cubicBezTo>
                    <a:cubicBezTo>
                      <a:pt x="818" y="155"/>
                      <a:pt x="436" y="68"/>
                      <a:pt x="65" y="2"/>
                    </a:cubicBezTo>
                    <a:cubicBezTo>
                      <a:pt x="62" y="1"/>
                      <a:pt x="59" y="1"/>
                      <a:pt x="56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32"/>
              <p:cNvSpPr/>
              <p:nvPr/>
            </p:nvSpPr>
            <p:spPr>
              <a:xfrm>
                <a:off x="3537781" y="2474012"/>
                <a:ext cx="5269" cy="2854"/>
              </a:xfrm>
              <a:custGeom>
                <a:rect b="b" l="l" r="r" t="t"/>
                <a:pathLst>
                  <a:path extrusionOk="0" h="65" w="120">
                    <a:moveTo>
                      <a:pt x="9" y="0"/>
                    </a:moveTo>
                    <a:cubicBezTo>
                      <a:pt x="4" y="0"/>
                      <a:pt x="0" y="8"/>
                      <a:pt x="3" y="11"/>
                    </a:cubicBezTo>
                    <a:cubicBezTo>
                      <a:pt x="35" y="35"/>
                      <a:pt x="71" y="42"/>
                      <a:pt x="102" y="62"/>
                    </a:cubicBezTo>
                    <a:cubicBezTo>
                      <a:pt x="103" y="64"/>
                      <a:pt x="105" y="64"/>
                      <a:pt x="106" y="64"/>
                    </a:cubicBezTo>
                    <a:cubicBezTo>
                      <a:pt x="113" y="64"/>
                      <a:pt x="119" y="53"/>
                      <a:pt x="109" y="46"/>
                    </a:cubicBezTo>
                    <a:cubicBezTo>
                      <a:pt x="82" y="27"/>
                      <a:pt x="43" y="22"/>
                      <a:pt x="15" y="3"/>
                    </a:cubicBezTo>
                    <a:cubicBezTo>
                      <a:pt x="13" y="1"/>
                      <a:pt x="11" y="0"/>
                      <a:pt x="9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32"/>
              <p:cNvSpPr/>
              <p:nvPr/>
            </p:nvSpPr>
            <p:spPr>
              <a:xfrm>
                <a:off x="3478114" y="2557824"/>
                <a:ext cx="55935" cy="50224"/>
              </a:xfrm>
              <a:custGeom>
                <a:rect b="b" l="l" r="r" t="t"/>
                <a:pathLst>
                  <a:path extrusionOk="0" h="1144" w="1274">
                    <a:moveTo>
                      <a:pt x="29" y="0"/>
                    </a:moveTo>
                    <a:cubicBezTo>
                      <a:pt x="0" y="0"/>
                      <a:pt x="0" y="40"/>
                      <a:pt x="29" y="44"/>
                    </a:cubicBezTo>
                    <a:cubicBezTo>
                      <a:pt x="237" y="55"/>
                      <a:pt x="498" y="328"/>
                      <a:pt x="660" y="446"/>
                    </a:cubicBezTo>
                    <a:cubicBezTo>
                      <a:pt x="900" y="628"/>
                      <a:pt x="1102" y="841"/>
                      <a:pt x="1220" y="1125"/>
                    </a:cubicBezTo>
                    <a:cubicBezTo>
                      <a:pt x="1227" y="1138"/>
                      <a:pt x="1237" y="1143"/>
                      <a:pt x="1246" y="1143"/>
                    </a:cubicBezTo>
                    <a:cubicBezTo>
                      <a:pt x="1260" y="1143"/>
                      <a:pt x="1274" y="1130"/>
                      <a:pt x="1271" y="1109"/>
                    </a:cubicBezTo>
                    <a:cubicBezTo>
                      <a:pt x="1236" y="841"/>
                      <a:pt x="1000" y="608"/>
                      <a:pt x="786" y="454"/>
                    </a:cubicBezTo>
                    <a:cubicBezTo>
                      <a:pt x="640" y="351"/>
                      <a:pt x="486" y="253"/>
                      <a:pt x="337" y="146"/>
                    </a:cubicBezTo>
                    <a:cubicBezTo>
                      <a:pt x="237" y="79"/>
                      <a:pt x="151" y="4"/>
                      <a:pt x="29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32"/>
              <p:cNvSpPr/>
              <p:nvPr/>
            </p:nvSpPr>
            <p:spPr>
              <a:xfrm>
                <a:off x="3482285" y="2607084"/>
                <a:ext cx="52554" cy="10712"/>
              </a:xfrm>
              <a:custGeom>
                <a:rect b="b" l="l" r="r" t="t"/>
                <a:pathLst>
                  <a:path extrusionOk="0" h="244" w="1197">
                    <a:moveTo>
                      <a:pt x="53" y="1"/>
                    </a:moveTo>
                    <a:cubicBezTo>
                      <a:pt x="16" y="1"/>
                      <a:pt x="0" y="57"/>
                      <a:pt x="36" y="82"/>
                    </a:cubicBezTo>
                    <a:cubicBezTo>
                      <a:pt x="238" y="216"/>
                      <a:pt x="500" y="243"/>
                      <a:pt x="758" y="243"/>
                    </a:cubicBezTo>
                    <a:cubicBezTo>
                      <a:pt x="903" y="243"/>
                      <a:pt x="1046" y="235"/>
                      <a:pt x="1176" y="232"/>
                    </a:cubicBezTo>
                    <a:cubicBezTo>
                      <a:pt x="1196" y="232"/>
                      <a:pt x="1196" y="200"/>
                      <a:pt x="1176" y="197"/>
                    </a:cubicBezTo>
                    <a:cubicBezTo>
                      <a:pt x="794" y="169"/>
                      <a:pt x="431" y="122"/>
                      <a:pt x="67" y="3"/>
                    </a:cubicBezTo>
                    <a:cubicBezTo>
                      <a:pt x="62" y="2"/>
                      <a:pt x="58" y="1"/>
                      <a:pt x="53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32"/>
              <p:cNvSpPr/>
              <p:nvPr/>
            </p:nvSpPr>
            <p:spPr>
              <a:xfrm>
                <a:off x="3478729" y="2537409"/>
                <a:ext cx="15542" cy="8824"/>
              </a:xfrm>
              <a:custGeom>
                <a:rect b="b" l="l" r="r" t="t"/>
                <a:pathLst>
                  <a:path extrusionOk="0" h="201" w="354">
                    <a:moveTo>
                      <a:pt x="62" y="1"/>
                    </a:moveTo>
                    <a:cubicBezTo>
                      <a:pt x="18" y="1"/>
                      <a:pt x="1" y="77"/>
                      <a:pt x="54" y="94"/>
                    </a:cubicBezTo>
                    <a:cubicBezTo>
                      <a:pt x="133" y="122"/>
                      <a:pt x="215" y="157"/>
                      <a:pt x="290" y="197"/>
                    </a:cubicBezTo>
                    <a:cubicBezTo>
                      <a:pt x="295" y="199"/>
                      <a:pt x="300" y="200"/>
                      <a:pt x="305" y="200"/>
                    </a:cubicBezTo>
                    <a:cubicBezTo>
                      <a:pt x="332" y="200"/>
                      <a:pt x="353" y="170"/>
                      <a:pt x="330" y="150"/>
                    </a:cubicBezTo>
                    <a:cubicBezTo>
                      <a:pt x="259" y="79"/>
                      <a:pt x="168" y="39"/>
                      <a:pt x="77" y="4"/>
                    </a:cubicBezTo>
                    <a:cubicBezTo>
                      <a:pt x="72" y="2"/>
                      <a:pt x="67" y="1"/>
                      <a:pt x="62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32"/>
              <p:cNvSpPr/>
              <p:nvPr/>
            </p:nvSpPr>
            <p:spPr>
              <a:xfrm>
                <a:off x="3541513" y="2561424"/>
                <a:ext cx="4215" cy="3556"/>
              </a:xfrm>
              <a:custGeom>
                <a:rect b="b" l="l" r="r" t="t"/>
                <a:pathLst>
                  <a:path extrusionOk="0" h="81" w="96">
                    <a:moveTo>
                      <a:pt x="47" y="0"/>
                    </a:moveTo>
                    <a:cubicBezTo>
                      <a:pt x="36" y="0"/>
                      <a:pt x="25" y="5"/>
                      <a:pt x="17" y="17"/>
                    </a:cubicBezTo>
                    <a:cubicBezTo>
                      <a:pt x="1" y="36"/>
                      <a:pt x="13" y="64"/>
                      <a:pt x="37" y="72"/>
                    </a:cubicBezTo>
                    <a:cubicBezTo>
                      <a:pt x="44" y="76"/>
                      <a:pt x="53" y="76"/>
                      <a:pt x="60" y="80"/>
                    </a:cubicBezTo>
                    <a:cubicBezTo>
                      <a:pt x="62" y="80"/>
                      <a:pt x="64" y="81"/>
                      <a:pt x="65" y="81"/>
                    </a:cubicBezTo>
                    <a:cubicBezTo>
                      <a:pt x="80" y="81"/>
                      <a:pt x="95" y="66"/>
                      <a:pt x="92" y="53"/>
                    </a:cubicBezTo>
                    <a:lnTo>
                      <a:pt x="92" y="36"/>
                    </a:lnTo>
                    <a:cubicBezTo>
                      <a:pt x="92" y="29"/>
                      <a:pt x="88" y="20"/>
                      <a:pt x="80" y="17"/>
                    </a:cubicBezTo>
                    <a:cubicBezTo>
                      <a:pt x="79" y="16"/>
                      <a:pt x="77" y="15"/>
                      <a:pt x="76" y="15"/>
                    </a:cubicBezTo>
                    <a:lnTo>
                      <a:pt x="76" y="15"/>
                    </a:lnTo>
                    <a:cubicBezTo>
                      <a:pt x="69" y="6"/>
                      <a:pt x="58" y="0"/>
                      <a:pt x="47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32"/>
              <p:cNvSpPr/>
              <p:nvPr/>
            </p:nvSpPr>
            <p:spPr>
              <a:xfrm>
                <a:off x="3544762" y="2538946"/>
                <a:ext cx="5181" cy="4566"/>
              </a:xfrm>
              <a:custGeom>
                <a:rect b="b" l="l" r="r" t="t"/>
                <a:pathLst>
                  <a:path extrusionOk="0" h="104" w="118">
                    <a:moveTo>
                      <a:pt x="21" y="0"/>
                    </a:moveTo>
                    <a:cubicBezTo>
                      <a:pt x="11" y="0"/>
                      <a:pt x="0" y="14"/>
                      <a:pt x="10" y="24"/>
                    </a:cubicBezTo>
                    <a:cubicBezTo>
                      <a:pt x="34" y="47"/>
                      <a:pt x="57" y="75"/>
                      <a:pt x="81" y="99"/>
                    </a:cubicBezTo>
                    <a:cubicBezTo>
                      <a:pt x="85" y="102"/>
                      <a:pt x="89" y="104"/>
                      <a:pt x="93" y="104"/>
                    </a:cubicBezTo>
                    <a:cubicBezTo>
                      <a:pt x="106" y="104"/>
                      <a:pt x="117" y="87"/>
                      <a:pt x="105" y="75"/>
                    </a:cubicBezTo>
                    <a:cubicBezTo>
                      <a:pt x="81" y="51"/>
                      <a:pt x="57" y="28"/>
                      <a:pt x="30" y="4"/>
                    </a:cubicBezTo>
                    <a:cubicBezTo>
                      <a:pt x="27" y="1"/>
                      <a:pt x="24" y="0"/>
                      <a:pt x="21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32"/>
              <p:cNvSpPr/>
              <p:nvPr/>
            </p:nvSpPr>
            <p:spPr>
              <a:xfrm>
                <a:off x="3525751" y="2525072"/>
                <a:ext cx="3556" cy="5268"/>
              </a:xfrm>
              <a:custGeom>
                <a:rect b="b" l="l" r="r" t="t"/>
                <a:pathLst>
                  <a:path extrusionOk="0" h="120" w="81">
                    <a:moveTo>
                      <a:pt x="41" y="1"/>
                    </a:moveTo>
                    <a:cubicBezTo>
                      <a:pt x="28" y="1"/>
                      <a:pt x="21" y="4"/>
                      <a:pt x="13" y="8"/>
                    </a:cubicBezTo>
                    <a:cubicBezTo>
                      <a:pt x="1" y="20"/>
                      <a:pt x="1" y="32"/>
                      <a:pt x="1" y="48"/>
                    </a:cubicBezTo>
                    <a:cubicBezTo>
                      <a:pt x="5" y="63"/>
                      <a:pt x="9" y="79"/>
                      <a:pt x="9" y="95"/>
                    </a:cubicBezTo>
                    <a:cubicBezTo>
                      <a:pt x="13" y="107"/>
                      <a:pt x="28" y="119"/>
                      <a:pt x="41" y="119"/>
                    </a:cubicBezTo>
                    <a:cubicBezTo>
                      <a:pt x="52" y="119"/>
                      <a:pt x="68" y="107"/>
                      <a:pt x="72" y="95"/>
                    </a:cubicBezTo>
                    <a:cubicBezTo>
                      <a:pt x="72" y="79"/>
                      <a:pt x="76" y="63"/>
                      <a:pt x="76" y="48"/>
                    </a:cubicBezTo>
                    <a:cubicBezTo>
                      <a:pt x="80" y="36"/>
                      <a:pt x="80" y="20"/>
                      <a:pt x="68" y="8"/>
                    </a:cubicBezTo>
                    <a:cubicBezTo>
                      <a:pt x="60" y="4"/>
                      <a:pt x="52" y="1"/>
                      <a:pt x="41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32"/>
              <p:cNvSpPr/>
              <p:nvPr/>
            </p:nvSpPr>
            <p:spPr>
              <a:xfrm>
                <a:off x="3430653" y="2671579"/>
                <a:ext cx="65287" cy="29415"/>
              </a:xfrm>
              <a:custGeom>
                <a:rect b="b" l="l" r="r" t="t"/>
                <a:pathLst>
                  <a:path extrusionOk="0" h="670" w="1487">
                    <a:moveTo>
                      <a:pt x="160" y="0"/>
                    </a:moveTo>
                    <a:cubicBezTo>
                      <a:pt x="118" y="0"/>
                      <a:pt x="78" y="2"/>
                      <a:pt x="39" y="6"/>
                    </a:cubicBezTo>
                    <a:cubicBezTo>
                      <a:pt x="4" y="10"/>
                      <a:pt x="1" y="61"/>
                      <a:pt x="39" y="65"/>
                    </a:cubicBezTo>
                    <a:cubicBezTo>
                      <a:pt x="565" y="105"/>
                      <a:pt x="1023" y="365"/>
                      <a:pt x="1436" y="665"/>
                    </a:cubicBezTo>
                    <a:cubicBezTo>
                      <a:pt x="1441" y="668"/>
                      <a:pt x="1446" y="670"/>
                      <a:pt x="1451" y="670"/>
                    </a:cubicBezTo>
                    <a:cubicBezTo>
                      <a:pt x="1470" y="670"/>
                      <a:pt x="1486" y="648"/>
                      <a:pt x="1476" y="629"/>
                    </a:cubicBezTo>
                    <a:cubicBezTo>
                      <a:pt x="1222" y="260"/>
                      <a:pt x="626" y="0"/>
                      <a:pt x="160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32"/>
              <p:cNvSpPr/>
              <p:nvPr/>
            </p:nvSpPr>
            <p:spPr>
              <a:xfrm>
                <a:off x="3510165" y="2669735"/>
                <a:ext cx="2678" cy="4346"/>
              </a:xfrm>
              <a:custGeom>
                <a:rect b="b" l="l" r="r" t="t"/>
                <a:pathLst>
                  <a:path extrusionOk="0" h="99" w="61">
                    <a:moveTo>
                      <a:pt x="28" y="1"/>
                    </a:moveTo>
                    <a:cubicBezTo>
                      <a:pt x="9" y="1"/>
                      <a:pt x="1" y="16"/>
                      <a:pt x="1" y="36"/>
                    </a:cubicBezTo>
                    <a:cubicBezTo>
                      <a:pt x="4" y="52"/>
                      <a:pt x="4" y="68"/>
                      <a:pt x="9" y="83"/>
                    </a:cubicBezTo>
                    <a:cubicBezTo>
                      <a:pt x="11" y="93"/>
                      <a:pt x="21" y="98"/>
                      <a:pt x="30" y="98"/>
                    </a:cubicBezTo>
                    <a:cubicBezTo>
                      <a:pt x="40" y="98"/>
                      <a:pt x="50" y="93"/>
                      <a:pt x="52" y="83"/>
                    </a:cubicBezTo>
                    <a:cubicBezTo>
                      <a:pt x="52" y="68"/>
                      <a:pt x="56" y="52"/>
                      <a:pt x="56" y="36"/>
                    </a:cubicBezTo>
                    <a:cubicBezTo>
                      <a:pt x="60" y="16"/>
                      <a:pt x="52" y="1"/>
                      <a:pt x="28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32"/>
              <p:cNvSpPr/>
              <p:nvPr/>
            </p:nvSpPr>
            <p:spPr>
              <a:xfrm>
                <a:off x="3530976" y="2646641"/>
                <a:ext cx="4566" cy="3776"/>
              </a:xfrm>
              <a:custGeom>
                <a:rect b="b" l="l" r="r" t="t"/>
                <a:pathLst>
                  <a:path extrusionOk="0" h="86" w="104">
                    <a:moveTo>
                      <a:pt x="44" y="0"/>
                    </a:moveTo>
                    <a:cubicBezTo>
                      <a:pt x="20" y="0"/>
                      <a:pt x="0" y="21"/>
                      <a:pt x="0" y="45"/>
                    </a:cubicBezTo>
                    <a:cubicBezTo>
                      <a:pt x="0" y="65"/>
                      <a:pt x="21" y="86"/>
                      <a:pt x="45" y="86"/>
                    </a:cubicBezTo>
                    <a:cubicBezTo>
                      <a:pt x="49" y="86"/>
                      <a:pt x="52" y="85"/>
                      <a:pt x="56" y="85"/>
                    </a:cubicBezTo>
                    <a:cubicBezTo>
                      <a:pt x="64" y="85"/>
                      <a:pt x="67" y="81"/>
                      <a:pt x="75" y="77"/>
                    </a:cubicBezTo>
                    <a:cubicBezTo>
                      <a:pt x="91" y="73"/>
                      <a:pt x="103" y="61"/>
                      <a:pt x="103" y="45"/>
                    </a:cubicBezTo>
                    <a:cubicBezTo>
                      <a:pt x="103" y="26"/>
                      <a:pt x="91" y="13"/>
                      <a:pt x="75" y="10"/>
                    </a:cubicBezTo>
                    <a:cubicBezTo>
                      <a:pt x="67" y="6"/>
                      <a:pt x="64" y="2"/>
                      <a:pt x="56" y="2"/>
                    </a:cubicBezTo>
                    <a:cubicBezTo>
                      <a:pt x="52" y="1"/>
                      <a:pt x="48" y="0"/>
                      <a:pt x="44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32"/>
              <p:cNvSpPr/>
              <p:nvPr/>
            </p:nvSpPr>
            <p:spPr>
              <a:xfrm>
                <a:off x="3476578" y="2669208"/>
                <a:ext cx="5400" cy="7376"/>
              </a:xfrm>
              <a:custGeom>
                <a:rect b="b" l="l" r="r" t="t"/>
                <a:pathLst>
                  <a:path extrusionOk="0" h="168" w="123">
                    <a:moveTo>
                      <a:pt x="16" y="87"/>
                    </a:moveTo>
                    <a:cubicBezTo>
                      <a:pt x="16" y="87"/>
                      <a:pt x="16" y="87"/>
                      <a:pt x="16" y="88"/>
                    </a:cubicBezTo>
                    <a:cubicBezTo>
                      <a:pt x="16" y="88"/>
                      <a:pt x="16" y="88"/>
                      <a:pt x="16" y="88"/>
                    </a:cubicBezTo>
                    <a:lnTo>
                      <a:pt x="16" y="88"/>
                    </a:lnTo>
                    <a:cubicBezTo>
                      <a:pt x="16" y="87"/>
                      <a:pt x="16" y="87"/>
                      <a:pt x="16" y="87"/>
                    </a:cubicBezTo>
                    <a:close/>
                    <a:moveTo>
                      <a:pt x="40" y="1"/>
                    </a:moveTo>
                    <a:cubicBezTo>
                      <a:pt x="12" y="1"/>
                      <a:pt x="0" y="28"/>
                      <a:pt x="4" y="52"/>
                    </a:cubicBezTo>
                    <a:cubicBezTo>
                      <a:pt x="3" y="49"/>
                      <a:pt x="3" y="48"/>
                      <a:pt x="2" y="48"/>
                    </a:cubicBezTo>
                    <a:lnTo>
                      <a:pt x="2" y="48"/>
                    </a:lnTo>
                    <a:cubicBezTo>
                      <a:pt x="2" y="48"/>
                      <a:pt x="4" y="57"/>
                      <a:pt x="4" y="60"/>
                    </a:cubicBezTo>
                    <a:cubicBezTo>
                      <a:pt x="4" y="64"/>
                      <a:pt x="8" y="68"/>
                      <a:pt x="12" y="72"/>
                    </a:cubicBezTo>
                    <a:cubicBezTo>
                      <a:pt x="12" y="74"/>
                      <a:pt x="12" y="77"/>
                      <a:pt x="13" y="78"/>
                    </a:cubicBezTo>
                    <a:lnTo>
                      <a:pt x="13" y="78"/>
                    </a:lnTo>
                    <a:cubicBezTo>
                      <a:pt x="13" y="79"/>
                      <a:pt x="13" y="80"/>
                      <a:pt x="14" y="82"/>
                    </a:cubicBezTo>
                    <a:lnTo>
                      <a:pt x="14" y="82"/>
                    </a:lnTo>
                    <a:cubicBezTo>
                      <a:pt x="12" y="85"/>
                      <a:pt x="12" y="88"/>
                      <a:pt x="12" y="91"/>
                    </a:cubicBezTo>
                    <a:cubicBezTo>
                      <a:pt x="12" y="92"/>
                      <a:pt x="12" y="92"/>
                      <a:pt x="13" y="92"/>
                    </a:cubicBezTo>
                    <a:lnTo>
                      <a:pt x="13" y="92"/>
                    </a:lnTo>
                    <a:cubicBezTo>
                      <a:pt x="12" y="94"/>
                      <a:pt x="12" y="97"/>
                      <a:pt x="12" y="99"/>
                    </a:cubicBezTo>
                    <a:cubicBezTo>
                      <a:pt x="0" y="131"/>
                      <a:pt x="24" y="162"/>
                      <a:pt x="55" y="166"/>
                    </a:cubicBezTo>
                    <a:cubicBezTo>
                      <a:pt x="60" y="167"/>
                      <a:pt x="64" y="168"/>
                      <a:pt x="68" y="168"/>
                    </a:cubicBezTo>
                    <a:cubicBezTo>
                      <a:pt x="97" y="168"/>
                      <a:pt x="119" y="143"/>
                      <a:pt x="119" y="115"/>
                    </a:cubicBezTo>
                    <a:cubicBezTo>
                      <a:pt x="122" y="64"/>
                      <a:pt x="95" y="4"/>
                      <a:pt x="40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32"/>
              <p:cNvSpPr/>
              <p:nvPr/>
            </p:nvSpPr>
            <p:spPr>
              <a:xfrm>
                <a:off x="3508233" y="2654456"/>
                <a:ext cx="7025" cy="5268"/>
              </a:xfrm>
              <a:custGeom>
                <a:rect b="b" l="l" r="r" t="t"/>
                <a:pathLst>
                  <a:path extrusionOk="0" h="120" w="160">
                    <a:moveTo>
                      <a:pt x="106" y="1"/>
                    </a:moveTo>
                    <a:cubicBezTo>
                      <a:pt x="104" y="1"/>
                      <a:pt x="102" y="1"/>
                      <a:pt x="100" y="1"/>
                    </a:cubicBezTo>
                    <a:cubicBezTo>
                      <a:pt x="88" y="1"/>
                      <a:pt x="81" y="5"/>
                      <a:pt x="72" y="5"/>
                    </a:cubicBezTo>
                    <a:cubicBezTo>
                      <a:pt x="57" y="5"/>
                      <a:pt x="48" y="9"/>
                      <a:pt x="37" y="14"/>
                    </a:cubicBezTo>
                    <a:cubicBezTo>
                      <a:pt x="17" y="21"/>
                      <a:pt x="1" y="37"/>
                      <a:pt x="1" y="61"/>
                    </a:cubicBezTo>
                    <a:cubicBezTo>
                      <a:pt x="1" y="85"/>
                      <a:pt x="17" y="100"/>
                      <a:pt x="37" y="108"/>
                    </a:cubicBezTo>
                    <a:cubicBezTo>
                      <a:pt x="48" y="112"/>
                      <a:pt x="57" y="116"/>
                      <a:pt x="72" y="116"/>
                    </a:cubicBezTo>
                    <a:cubicBezTo>
                      <a:pt x="81" y="116"/>
                      <a:pt x="88" y="116"/>
                      <a:pt x="100" y="120"/>
                    </a:cubicBezTo>
                    <a:cubicBezTo>
                      <a:pt x="128" y="120"/>
                      <a:pt x="159" y="88"/>
                      <a:pt x="155" y="61"/>
                    </a:cubicBezTo>
                    <a:cubicBezTo>
                      <a:pt x="155" y="30"/>
                      <a:pt x="134" y="1"/>
                      <a:pt x="106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32"/>
              <p:cNvSpPr/>
              <p:nvPr/>
            </p:nvSpPr>
            <p:spPr>
              <a:xfrm>
                <a:off x="3391666" y="2426641"/>
                <a:ext cx="4566" cy="3512"/>
              </a:xfrm>
              <a:custGeom>
                <a:rect b="b" l="l" r="r" t="t"/>
                <a:pathLst>
                  <a:path extrusionOk="0" h="80" w="104">
                    <a:moveTo>
                      <a:pt x="51" y="1"/>
                    </a:moveTo>
                    <a:cubicBezTo>
                      <a:pt x="0" y="1"/>
                      <a:pt x="0" y="79"/>
                      <a:pt x="51" y="79"/>
                    </a:cubicBezTo>
                    <a:cubicBezTo>
                      <a:pt x="103" y="79"/>
                      <a:pt x="103" y="1"/>
                      <a:pt x="51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32"/>
              <p:cNvSpPr/>
              <p:nvPr/>
            </p:nvSpPr>
            <p:spPr>
              <a:xfrm>
                <a:off x="3421126" y="2431689"/>
                <a:ext cx="5400" cy="4215"/>
              </a:xfrm>
              <a:custGeom>
                <a:rect b="b" l="l" r="r" t="t"/>
                <a:pathLst>
                  <a:path extrusionOk="0" h="96" w="123">
                    <a:moveTo>
                      <a:pt x="63" y="0"/>
                    </a:moveTo>
                    <a:cubicBezTo>
                      <a:pt x="1" y="0"/>
                      <a:pt x="1" y="95"/>
                      <a:pt x="63" y="95"/>
                    </a:cubicBezTo>
                    <a:cubicBezTo>
                      <a:pt x="123" y="95"/>
                      <a:pt x="123" y="0"/>
                      <a:pt x="63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32"/>
              <p:cNvSpPr/>
              <p:nvPr/>
            </p:nvSpPr>
            <p:spPr>
              <a:xfrm>
                <a:off x="3432717" y="2406269"/>
                <a:ext cx="12162" cy="12117"/>
              </a:xfrm>
              <a:custGeom>
                <a:rect b="b" l="l" r="r" t="t"/>
                <a:pathLst>
                  <a:path extrusionOk="0" h="276" w="277">
                    <a:moveTo>
                      <a:pt x="139" y="1"/>
                    </a:moveTo>
                    <a:cubicBezTo>
                      <a:pt x="132" y="1"/>
                      <a:pt x="125" y="3"/>
                      <a:pt x="107" y="7"/>
                    </a:cubicBezTo>
                    <a:lnTo>
                      <a:pt x="103" y="7"/>
                    </a:lnTo>
                    <a:cubicBezTo>
                      <a:pt x="83" y="11"/>
                      <a:pt x="68" y="19"/>
                      <a:pt x="56" y="31"/>
                    </a:cubicBezTo>
                    <a:cubicBezTo>
                      <a:pt x="40" y="42"/>
                      <a:pt x="28" y="55"/>
                      <a:pt x="21" y="70"/>
                    </a:cubicBezTo>
                    <a:cubicBezTo>
                      <a:pt x="9" y="86"/>
                      <a:pt x="5" y="102"/>
                      <a:pt x="5" y="121"/>
                    </a:cubicBezTo>
                    <a:cubicBezTo>
                      <a:pt x="1" y="137"/>
                      <a:pt x="1" y="157"/>
                      <a:pt x="9" y="177"/>
                    </a:cubicBezTo>
                    <a:cubicBezTo>
                      <a:pt x="12" y="200"/>
                      <a:pt x="25" y="220"/>
                      <a:pt x="40" y="236"/>
                    </a:cubicBezTo>
                    <a:cubicBezTo>
                      <a:pt x="52" y="244"/>
                      <a:pt x="60" y="252"/>
                      <a:pt x="68" y="255"/>
                    </a:cubicBezTo>
                    <a:cubicBezTo>
                      <a:pt x="92" y="272"/>
                      <a:pt x="116" y="275"/>
                      <a:pt x="139" y="275"/>
                    </a:cubicBezTo>
                    <a:cubicBezTo>
                      <a:pt x="151" y="275"/>
                      <a:pt x="163" y="272"/>
                      <a:pt x="174" y="272"/>
                    </a:cubicBezTo>
                    <a:cubicBezTo>
                      <a:pt x="198" y="263"/>
                      <a:pt x="218" y="252"/>
                      <a:pt x="238" y="236"/>
                    </a:cubicBezTo>
                    <a:cubicBezTo>
                      <a:pt x="242" y="228"/>
                      <a:pt x="249" y="216"/>
                      <a:pt x="258" y="208"/>
                    </a:cubicBezTo>
                    <a:cubicBezTo>
                      <a:pt x="269" y="188"/>
                      <a:pt x="277" y="164"/>
                      <a:pt x="277" y="137"/>
                    </a:cubicBezTo>
                    <a:cubicBezTo>
                      <a:pt x="277" y="121"/>
                      <a:pt x="273" y="102"/>
                      <a:pt x="265" y="86"/>
                    </a:cubicBezTo>
                    <a:cubicBezTo>
                      <a:pt x="258" y="70"/>
                      <a:pt x="249" y="55"/>
                      <a:pt x="238" y="42"/>
                    </a:cubicBezTo>
                    <a:cubicBezTo>
                      <a:pt x="218" y="26"/>
                      <a:pt x="198" y="15"/>
                      <a:pt x="174" y="7"/>
                    </a:cubicBezTo>
                    <a:lnTo>
                      <a:pt x="170" y="7"/>
                    </a:lnTo>
                    <a:cubicBezTo>
                      <a:pt x="152" y="3"/>
                      <a:pt x="146" y="1"/>
                      <a:pt x="139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32"/>
              <p:cNvSpPr/>
              <p:nvPr/>
            </p:nvSpPr>
            <p:spPr>
              <a:xfrm>
                <a:off x="3443122" y="2436519"/>
                <a:ext cx="6454" cy="5049"/>
              </a:xfrm>
              <a:custGeom>
                <a:rect b="b" l="l" r="r" t="t"/>
                <a:pathLst>
                  <a:path extrusionOk="0" h="115" w="147">
                    <a:moveTo>
                      <a:pt x="72" y="0"/>
                    </a:moveTo>
                    <a:cubicBezTo>
                      <a:pt x="1" y="0"/>
                      <a:pt x="1" y="115"/>
                      <a:pt x="72" y="115"/>
                    </a:cubicBezTo>
                    <a:cubicBezTo>
                      <a:pt x="147" y="115"/>
                      <a:pt x="147" y="0"/>
                      <a:pt x="72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32"/>
              <p:cNvSpPr/>
              <p:nvPr/>
            </p:nvSpPr>
            <p:spPr>
              <a:xfrm>
                <a:off x="3391666" y="2319428"/>
                <a:ext cx="4873" cy="4302"/>
              </a:xfrm>
              <a:custGeom>
                <a:rect b="b" l="l" r="r" t="t"/>
                <a:pathLst>
                  <a:path extrusionOk="0" h="98" w="111">
                    <a:moveTo>
                      <a:pt x="51" y="0"/>
                    </a:moveTo>
                    <a:cubicBezTo>
                      <a:pt x="45" y="0"/>
                      <a:pt x="39" y="1"/>
                      <a:pt x="32" y="4"/>
                    </a:cubicBezTo>
                    <a:cubicBezTo>
                      <a:pt x="16" y="11"/>
                      <a:pt x="0" y="27"/>
                      <a:pt x="4" y="47"/>
                    </a:cubicBezTo>
                    <a:cubicBezTo>
                      <a:pt x="4" y="63"/>
                      <a:pt x="12" y="82"/>
                      <a:pt x="28" y="91"/>
                    </a:cubicBezTo>
                    <a:cubicBezTo>
                      <a:pt x="35" y="95"/>
                      <a:pt x="44" y="98"/>
                      <a:pt x="52" y="98"/>
                    </a:cubicBezTo>
                    <a:cubicBezTo>
                      <a:pt x="65" y="98"/>
                      <a:pt x="77" y="92"/>
                      <a:pt x="87" y="82"/>
                    </a:cubicBezTo>
                    <a:lnTo>
                      <a:pt x="99" y="71"/>
                    </a:lnTo>
                    <a:cubicBezTo>
                      <a:pt x="111" y="59"/>
                      <a:pt x="111" y="39"/>
                      <a:pt x="99" y="27"/>
                    </a:cubicBezTo>
                    <a:lnTo>
                      <a:pt x="87" y="15"/>
                    </a:lnTo>
                    <a:cubicBezTo>
                      <a:pt x="77" y="5"/>
                      <a:pt x="64" y="0"/>
                      <a:pt x="51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2"/>
              <p:cNvSpPr/>
              <p:nvPr/>
            </p:nvSpPr>
            <p:spPr>
              <a:xfrm>
                <a:off x="3427185" y="2329087"/>
                <a:ext cx="4171" cy="4039"/>
              </a:xfrm>
              <a:custGeom>
                <a:rect b="b" l="l" r="r" t="t"/>
                <a:pathLst>
                  <a:path extrusionOk="0" h="92" w="95">
                    <a:moveTo>
                      <a:pt x="44" y="1"/>
                    </a:moveTo>
                    <a:cubicBezTo>
                      <a:pt x="36" y="1"/>
                      <a:pt x="28" y="1"/>
                      <a:pt x="20" y="5"/>
                    </a:cubicBezTo>
                    <a:cubicBezTo>
                      <a:pt x="9" y="5"/>
                      <a:pt x="5" y="13"/>
                      <a:pt x="0" y="24"/>
                    </a:cubicBezTo>
                    <a:lnTo>
                      <a:pt x="0" y="48"/>
                    </a:lnTo>
                    <a:lnTo>
                      <a:pt x="0" y="60"/>
                    </a:lnTo>
                    <a:cubicBezTo>
                      <a:pt x="5" y="64"/>
                      <a:pt x="5" y="68"/>
                      <a:pt x="5" y="72"/>
                    </a:cubicBezTo>
                    <a:cubicBezTo>
                      <a:pt x="12" y="79"/>
                      <a:pt x="20" y="84"/>
                      <a:pt x="28" y="88"/>
                    </a:cubicBezTo>
                    <a:cubicBezTo>
                      <a:pt x="34" y="90"/>
                      <a:pt x="40" y="92"/>
                      <a:pt x="47" y="92"/>
                    </a:cubicBezTo>
                    <a:cubicBezTo>
                      <a:pt x="59" y="92"/>
                      <a:pt x="72" y="87"/>
                      <a:pt x="80" y="79"/>
                    </a:cubicBezTo>
                    <a:cubicBezTo>
                      <a:pt x="87" y="68"/>
                      <a:pt x="95" y="52"/>
                      <a:pt x="91" y="37"/>
                    </a:cubicBezTo>
                    <a:cubicBezTo>
                      <a:pt x="87" y="24"/>
                      <a:pt x="83" y="17"/>
                      <a:pt x="76" y="13"/>
                    </a:cubicBezTo>
                    <a:cubicBezTo>
                      <a:pt x="67" y="5"/>
                      <a:pt x="56" y="1"/>
                      <a:pt x="44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2"/>
              <p:cNvSpPr/>
              <p:nvPr/>
            </p:nvSpPr>
            <p:spPr>
              <a:xfrm>
                <a:off x="3421301" y="2275832"/>
                <a:ext cx="4347" cy="3644"/>
              </a:xfrm>
              <a:custGeom>
                <a:rect b="b" l="l" r="r" t="t"/>
                <a:pathLst>
                  <a:path extrusionOk="0" h="83" w="99">
                    <a:moveTo>
                      <a:pt x="57" y="1"/>
                    </a:moveTo>
                    <a:cubicBezTo>
                      <a:pt x="54" y="1"/>
                      <a:pt x="51" y="1"/>
                      <a:pt x="48" y="2"/>
                    </a:cubicBezTo>
                    <a:cubicBezTo>
                      <a:pt x="39" y="6"/>
                      <a:pt x="32" y="6"/>
                      <a:pt x="24" y="10"/>
                    </a:cubicBezTo>
                    <a:cubicBezTo>
                      <a:pt x="12" y="14"/>
                      <a:pt x="0" y="30"/>
                      <a:pt x="0" y="42"/>
                    </a:cubicBezTo>
                    <a:cubicBezTo>
                      <a:pt x="0" y="57"/>
                      <a:pt x="8" y="70"/>
                      <a:pt x="24" y="77"/>
                    </a:cubicBezTo>
                    <a:cubicBezTo>
                      <a:pt x="32" y="77"/>
                      <a:pt x="39" y="81"/>
                      <a:pt x="48" y="81"/>
                    </a:cubicBezTo>
                    <a:cubicBezTo>
                      <a:pt x="52" y="82"/>
                      <a:pt x="55" y="83"/>
                      <a:pt x="59" y="83"/>
                    </a:cubicBezTo>
                    <a:cubicBezTo>
                      <a:pt x="80" y="83"/>
                      <a:pt x="99" y="65"/>
                      <a:pt x="99" y="42"/>
                    </a:cubicBezTo>
                    <a:cubicBezTo>
                      <a:pt x="99" y="21"/>
                      <a:pt x="78" y="1"/>
                      <a:pt x="57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32"/>
              <p:cNvSpPr/>
              <p:nvPr/>
            </p:nvSpPr>
            <p:spPr>
              <a:xfrm>
                <a:off x="3417306" y="2285095"/>
                <a:ext cx="220" cy="220"/>
              </a:xfrm>
              <a:custGeom>
                <a:rect b="b" l="l" r="r" t="t"/>
                <a:pathLst>
                  <a:path extrusionOk="0" h="5" w="5">
                    <a:moveTo>
                      <a:pt x="4" y="1"/>
                    </a:moveTo>
                    <a:cubicBezTo>
                      <a:pt x="1" y="1"/>
                      <a:pt x="1" y="4"/>
                      <a:pt x="4" y="4"/>
                    </a:cubicBezTo>
                    <a:lnTo>
                      <a:pt x="4" y="1"/>
                    </a:ln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32"/>
              <p:cNvSpPr/>
              <p:nvPr/>
            </p:nvSpPr>
            <p:spPr>
              <a:xfrm>
                <a:off x="3430258" y="2335804"/>
                <a:ext cx="6893" cy="4917"/>
              </a:xfrm>
              <a:custGeom>
                <a:rect b="b" l="l" r="r" t="t"/>
                <a:pathLst>
                  <a:path extrusionOk="0" h="112" w="157">
                    <a:moveTo>
                      <a:pt x="25" y="0"/>
                    </a:moveTo>
                    <a:cubicBezTo>
                      <a:pt x="9" y="0"/>
                      <a:pt x="0" y="19"/>
                      <a:pt x="17" y="30"/>
                    </a:cubicBezTo>
                    <a:cubicBezTo>
                      <a:pt x="48" y="49"/>
                      <a:pt x="81" y="68"/>
                      <a:pt x="101" y="101"/>
                    </a:cubicBezTo>
                    <a:cubicBezTo>
                      <a:pt x="106" y="108"/>
                      <a:pt x="113" y="111"/>
                      <a:pt x="120" y="111"/>
                    </a:cubicBezTo>
                    <a:cubicBezTo>
                      <a:pt x="138" y="111"/>
                      <a:pt x="156" y="90"/>
                      <a:pt x="139" y="73"/>
                    </a:cubicBezTo>
                    <a:cubicBezTo>
                      <a:pt x="108" y="37"/>
                      <a:pt x="72" y="21"/>
                      <a:pt x="33" y="2"/>
                    </a:cubicBezTo>
                    <a:cubicBezTo>
                      <a:pt x="30" y="1"/>
                      <a:pt x="27" y="0"/>
                      <a:pt x="25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32"/>
              <p:cNvSpPr/>
              <p:nvPr/>
            </p:nvSpPr>
            <p:spPr>
              <a:xfrm>
                <a:off x="3383719" y="2320262"/>
                <a:ext cx="3337" cy="2634"/>
              </a:xfrm>
              <a:custGeom>
                <a:rect b="b" l="l" r="r" t="t"/>
                <a:pathLst>
                  <a:path extrusionOk="0" h="60" w="76">
                    <a:moveTo>
                      <a:pt x="39" y="1"/>
                    </a:moveTo>
                    <a:cubicBezTo>
                      <a:pt x="0" y="1"/>
                      <a:pt x="0" y="60"/>
                      <a:pt x="39" y="60"/>
                    </a:cubicBezTo>
                    <a:cubicBezTo>
                      <a:pt x="75" y="60"/>
                      <a:pt x="75" y="1"/>
                      <a:pt x="39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32"/>
              <p:cNvSpPr/>
              <p:nvPr/>
            </p:nvSpPr>
            <p:spPr>
              <a:xfrm>
                <a:off x="3396671" y="2319999"/>
                <a:ext cx="3864" cy="2985"/>
              </a:xfrm>
              <a:custGeom>
                <a:rect b="b" l="l" r="r" t="t"/>
                <a:pathLst>
                  <a:path extrusionOk="0" h="68" w="88">
                    <a:moveTo>
                      <a:pt x="35" y="1"/>
                    </a:moveTo>
                    <a:cubicBezTo>
                      <a:pt x="26" y="1"/>
                      <a:pt x="19" y="4"/>
                      <a:pt x="13" y="11"/>
                    </a:cubicBezTo>
                    <a:cubicBezTo>
                      <a:pt x="5" y="18"/>
                      <a:pt x="1" y="26"/>
                      <a:pt x="1" y="34"/>
                    </a:cubicBezTo>
                    <a:cubicBezTo>
                      <a:pt x="1" y="42"/>
                      <a:pt x="5" y="54"/>
                      <a:pt x="13" y="58"/>
                    </a:cubicBezTo>
                    <a:cubicBezTo>
                      <a:pt x="18" y="65"/>
                      <a:pt x="24" y="68"/>
                      <a:pt x="31" y="68"/>
                    </a:cubicBezTo>
                    <a:cubicBezTo>
                      <a:pt x="35" y="68"/>
                      <a:pt x="40" y="67"/>
                      <a:pt x="44" y="66"/>
                    </a:cubicBezTo>
                    <a:cubicBezTo>
                      <a:pt x="52" y="66"/>
                      <a:pt x="60" y="66"/>
                      <a:pt x="68" y="62"/>
                    </a:cubicBezTo>
                    <a:cubicBezTo>
                      <a:pt x="79" y="62"/>
                      <a:pt x="88" y="46"/>
                      <a:pt x="88" y="34"/>
                    </a:cubicBezTo>
                    <a:cubicBezTo>
                      <a:pt x="88" y="22"/>
                      <a:pt x="79" y="11"/>
                      <a:pt x="68" y="7"/>
                    </a:cubicBezTo>
                    <a:cubicBezTo>
                      <a:pt x="60" y="7"/>
                      <a:pt x="52" y="2"/>
                      <a:pt x="44" y="2"/>
                    </a:cubicBezTo>
                    <a:cubicBezTo>
                      <a:pt x="41" y="1"/>
                      <a:pt x="38" y="1"/>
                      <a:pt x="35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32"/>
              <p:cNvSpPr/>
              <p:nvPr/>
            </p:nvSpPr>
            <p:spPr>
              <a:xfrm>
                <a:off x="3392456" y="2280661"/>
                <a:ext cx="5839" cy="8781"/>
              </a:xfrm>
              <a:custGeom>
                <a:rect b="b" l="l" r="r" t="t"/>
                <a:pathLst>
                  <a:path extrusionOk="0" h="200" w="133">
                    <a:moveTo>
                      <a:pt x="32" y="1"/>
                    </a:moveTo>
                    <a:cubicBezTo>
                      <a:pt x="16" y="1"/>
                      <a:pt x="0" y="11"/>
                      <a:pt x="2" y="31"/>
                    </a:cubicBezTo>
                    <a:cubicBezTo>
                      <a:pt x="6" y="58"/>
                      <a:pt x="10" y="86"/>
                      <a:pt x="26" y="109"/>
                    </a:cubicBezTo>
                    <a:cubicBezTo>
                      <a:pt x="33" y="122"/>
                      <a:pt x="46" y="133"/>
                      <a:pt x="53" y="140"/>
                    </a:cubicBezTo>
                    <a:cubicBezTo>
                      <a:pt x="69" y="153"/>
                      <a:pt x="81" y="157"/>
                      <a:pt x="81" y="176"/>
                    </a:cubicBezTo>
                    <a:cubicBezTo>
                      <a:pt x="83" y="192"/>
                      <a:pt x="95" y="200"/>
                      <a:pt x="107" y="200"/>
                    </a:cubicBezTo>
                    <a:cubicBezTo>
                      <a:pt x="119" y="200"/>
                      <a:pt x="130" y="192"/>
                      <a:pt x="133" y="176"/>
                    </a:cubicBezTo>
                    <a:cubicBezTo>
                      <a:pt x="133" y="149"/>
                      <a:pt x="120" y="129"/>
                      <a:pt x="101" y="109"/>
                    </a:cubicBezTo>
                    <a:cubicBezTo>
                      <a:pt x="77" y="86"/>
                      <a:pt x="65" y="62"/>
                      <a:pt x="65" y="31"/>
                    </a:cubicBezTo>
                    <a:cubicBezTo>
                      <a:pt x="65" y="11"/>
                      <a:pt x="49" y="1"/>
                      <a:pt x="32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32"/>
              <p:cNvSpPr/>
              <p:nvPr/>
            </p:nvSpPr>
            <p:spPr>
              <a:xfrm>
                <a:off x="3430697" y="2322370"/>
                <a:ext cx="8737" cy="3512"/>
              </a:xfrm>
              <a:custGeom>
                <a:rect b="b" l="l" r="r" t="t"/>
                <a:pathLst>
                  <a:path extrusionOk="0" h="80" w="199">
                    <a:moveTo>
                      <a:pt x="157" y="0"/>
                    </a:moveTo>
                    <a:cubicBezTo>
                      <a:pt x="156" y="0"/>
                      <a:pt x="155" y="0"/>
                      <a:pt x="153" y="0"/>
                    </a:cubicBezTo>
                    <a:cubicBezTo>
                      <a:pt x="114" y="8"/>
                      <a:pt x="74" y="24"/>
                      <a:pt x="31" y="32"/>
                    </a:cubicBezTo>
                    <a:cubicBezTo>
                      <a:pt x="1" y="39"/>
                      <a:pt x="14" y="79"/>
                      <a:pt x="43" y="79"/>
                    </a:cubicBezTo>
                    <a:cubicBezTo>
                      <a:pt x="44" y="79"/>
                      <a:pt x="46" y="79"/>
                      <a:pt x="47" y="79"/>
                    </a:cubicBezTo>
                    <a:cubicBezTo>
                      <a:pt x="82" y="71"/>
                      <a:pt x="122" y="63"/>
                      <a:pt x="162" y="59"/>
                    </a:cubicBezTo>
                    <a:cubicBezTo>
                      <a:pt x="199" y="55"/>
                      <a:pt x="193" y="0"/>
                      <a:pt x="157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32"/>
              <p:cNvSpPr/>
              <p:nvPr/>
            </p:nvSpPr>
            <p:spPr>
              <a:xfrm>
                <a:off x="3355268" y="2377732"/>
                <a:ext cx="3864" cy="3073"/>
              </a:xfrm>
              <a:custGeom>
                <a:rect b="b" l="l" r="r" t="t"/>
                <a:pathLst>
                  <a:path extrusionOk="0" h="70" w="88">
                    <a:moveTo>
                      <a:pt x="54" y="0"/>
                    </a:moveTo>
                    <a:cubicBezTo>
                      <a:pt x="50" y="0"/>
                      <a:pt x="47" y="1"/>
                      <a:pt x="44" y="2"/>
                    </a:cubicBezTo>
                    <a:cubicBezTo>
                      <a:pt x="36" y="2"/>
                      <a:pt x="28" y="6"/>
                      <a:pt x="20" y="6"/>
                    </a:cubicBezTo>
                    <a:cubicBezTo>
                      <a:pt x="9" y="9"/>
                      <a:pt x="0" y="22"/>
                      <a:pt x="0" y="33"/>
                    </a:cubicBezTo>
                    <a:cubicBezTo>
                      <a:pt x="0" y="45"/>
                      <a:pt x="9" y="61"/>
                      <a:pt x="20" y="61"/>
                    </a:cubicBezTo>
                    <a:cubicBezTo>
                      <a:pt x="28" y="65"/>
                      <a:pt x="36" y="65"/>
                      <a:pt x="44" y="69"/>
                    </a:cubicBezTo>
                    <a:cubicBezTo>
                      <a:pt x="56" y="69"/>
                      <a:pt x="68" y="69"/>
                      <a:pt x="75" y="57"/>
                    </a:cubicBezTo>
                    <a:cubicBezTo>
                      <a:pt x="84" y="53"/>
                      <a:pt x="88" y="45"/>
                      <a:pt x="88" y="33"/>
                    </a:cubicBezTo>
                    <a:cubicBezTo>
                      <a:pt x="88" y="26"/>
                      <a:pt x="84" y="18"/>
                      <a:pt x="75" y="9"/>
                    </a:cubicBezTo>
                    <a:cubicBezTo>
                      <a:pt x="70" y="4"/>
                      <a:pt x="62" y="0"/>
                      <a:pt x="54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32"/>
              <p:cNvSpPr/>
              <p:nvPr/>
            </p:nvSpPr>
            <p:spPr>
              <a:xfrm>
                <a:off x="3340385" y="2419879"/>
                <a:ext cx="2459" cy="2810"/>
              </a:xfrm>
              <a:custGeom>
                <a:rect b="b" l="l" r="r" t="t"/>
                <a:pathLst>
                  <a:path extrusionOk="0" h="64" w="56">
                    <a:moveTo>
                      <a:pt x="28" y="0"/>
                    </a:moveTo>
                    <a:cubicBezTo>
                      <a:pt x="12" y="0"/>
                      <a:pt x="0" y="16"/>
                      <a:pt x="4" y="29"/>
                    </a:cubicBezTo>
                    <a:cubicBezTo>
                      <a:pt x="4" y="36"/>
                      <a:pt x="8" y="44"/>
                      <a:pt x="12" y="52"/>
                    </a:cubicBezTo>
                    <a:cubicBezTo>
                      <a:pt x="14" y="60"/>
                      <a:pt x="21" y="64"/>
                      <a:pt x="28" y="64"/>
                    </a:cubicBezTo>
                    <a:cubicBezTo>
                      <a:pt x="35" y="64"/>
                      <a:pt x="42" y="60"/>
                      <a:pt x="44" y="52"/>
                    </a:cubicBezTo>
                    <a:cubicBezTo>
                      <a:pt x="44" y="44"/>
                      <a:pt x="48" y="36"/>
                      <a:pt x="51" y="29"/>
                    </a:cubicBezTo>
                    <a:cubicBezTo>
                      <a:pt x="55" y="16"/>
                      <a:pt x="44" y="0"/>
                      <a:pt x="28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32"/>
              <p:cNvSpPr/>
              <p:nvPr/>
            </p:nvSpPr>
            <p:spPr>
              <a:xfrm>
                <a:off x="3354215" y="2449866"/>
                <a:ext cx="2503" cy="4346"/>
              </a:xfrm>
              <a:custGeom>
                <a:rect b="b" l="l" r="r" t="t"/>
                <a:pathLst>
                  <a:path extrusionOk="0" h="99" w="57">
                    <a:moveTo>
                      <a:pt x="28" y="0"/>
                    </a:moveTo>
                    <a:cubicBezTo>
                      <a:pt x="18" y="0"/>
                      <a:pt x="7" y="8"/>
                      <a:pt x="4" y="24"/>
                    </a:cubicBezTo>
                    <a:cubicBezTo>
                      <a:pt x="4" y="40"/>
                      <a:pt x="4" y="56"/>
                      <a:pt x="1" y="71"/>
                    </a:cubicBezTo>
                    <a:cubicBezTo>
                      <a:pt x="1" y="84"/>
                      <a:pt x="17" y="99"/>
                      <a:pt x="28" y="99"/>
                    </a:cubicBezTo>
                    <a:cubicBezTo>
                      <a:pt x="40" y="99"/>
                      <a:pt x="57" y="84"/>
                      <a:pt x="57" y="71"/>
                    </a:cubicBezTo>
                    <a:cubicBezTo>
                      <a:pt x="52" y="56"/>
                      <a:pt x="52" y="40"/>
                      <a:pt x="48" y="24"/>
                    </a:cubicBezTo>
                    <a:cubicBezTo>
                      <a:pt x="48" y="8"/>
                      <a:pt x="38" y="0"/>
                      <a:pt x="28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32"/>
              <p:cNvSpPr/>
              <p:nvPr/>
            </p:nvSpPr>
            <p:spPr>
              <a:xfrm>
                <a:off x="3377484" y="2405874"/>
                <a:ext cx="2942" cy="3644"/>
              </a:xfrm>
              <a:custGeom>
                <a:rect b="b" l="l" r="r" t="t"/>
                <a:pathLst>
                  <a:path extrusionOk="0" h="83" w="67">
                    <a:moveTo>
                      <a:pt x="35" y="0"/>
                    </a:moveTo>
                    <a:cubicBezTo>
                      <a:pt x="24" y="0"/>
                      <a:pt x="12" y="8"/>
                      <a:pt x="8" y="20"/>
                    </a:cubicBezTo>
                    <a:cubicBezTo>
                      <a:pt x="8" y="28"/>
                      <a:pt x="4" y="35"/>
                      <a:pt x="4" y="44"/>
                    </a:cubicBezTo>
                    <a:cubicBezTo>
                      <a:pt x="0" y="51"/>
                      <a:pt x="4" y="64"/>
                      <a:pt x="12" y="71"/>
                    </a:cubicBezTo>
                    <a:cubicBezTo>
                      <a:pt x="19" y="79"/>
                      <a:pt x="24" y="83"/>
                      <a:pt x="35" y="83"/>
                    </a:cubicBezTo>
                    <a:cubicBezTo>
                      <a:pt x="43" y="83"/>
                      <a:pt x="51" y="79"/>
                      <a:pt x="55" y="71"/>
                    </a:cubicBezTo>
                    <a:cubicBezTo>
                      <a:pt x="63" y="64"/>
                      <a:pt x="66" y="55"/>
                      <a:pt x="63" y="44"/>
                    </a:cubicBezTo>
                    <a:cubicBezTo>
                      <a:pt x="63" y="35"/>
                      <a:pt x="59" y="28"/>
                      <a:pt x="59" y="20"/>
                    </a:cubicBezTo>
                    <a:cubicBezTo>
                      <a:pt x="59" y="8"/>
                      <a:pt x="43" y="0"/>
                      <a:pt x="35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32"/>
              <p:cNvSpPr/>
              <p:nvPr/>
            </p:nvSpPr>
            <p:spPr>
              <a:xfrm>
                <a:off x="3388373" y="2416587"/>
                <a:ext cx="4522" cy="3029"/>
              </a:xfrm>
              <a:custGeom>
                <a:rect b="b" l="l" r="r" t="t"/>
                <a:pathLst>
                  <a:path extrusionOk="0" h="69" w="103">
                    <a:moveTo>
                      <a:pt x="29" y="0"/>
                    </a:moveTo>
                    <a:cubicBezTo>
                      <a:pt x="25" y="0"/>
                      <a:pt x="20" y="2"/>
                      <a:pt x="16" y="4"/>
                    </a:cubicBezTo>
                    <a:cubicBezTo>
                      <a:pt x="4" y="17"/>
                      <a:pt x="0" y="33"/>
                      <a:pt x="13" y="44"/>
                    </a:cubicBezTo>
                    <a:cubicBezTo>
                      <a:pt x="26" y="58"/>
                      <a:pt x="45" y="69"/>
                      <a:pt x="68" y="69"/>
                    </a:cubicBezTo>
                    <a:cubicBezTo>
                      <a:pt x="72" y="69"/>
                      <a:pt x="75" y="68"/>
                      <a:pt x="79" y="68"/>
                    </a:cubicBezTo>
                    <a:cubicBezTo>
                      <a:pt x="103" y="68"/>
                      <a:pt x="103" y="33"/>
                      <a:pt x="79" y="33"/>
                    </a:cubicBezTo>
                    <a:cubicBezTo>
                      <a:pt x="68" y="28"/>
                      <a:pt x="55" y="24"/>
                      <a:pt x="51" y="13"/>
                    </a:cubicBezTo>
                    <a:cubicBezTo>
                      <a:pt x="47" y="5"/>
                      <a:pt x="38" y="0"/>
                      <a:pt x="29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32"/>
              <p:cNvSpPr/>
              <p:nvPr/>
            </p:nvSpPr>
            <p:spPr>
              <a:xfrm>
                <a:off x="3412608" y="2456978"/>
                <a:ext cx="9791" cy="2810"/>
              </a:xfrm>
              <a:custGeom>
                <a:rect b="b" l="l" r="r" t="t"/>
                <a:pathLst>
                  <a:path extrusionOk="0" h="64" w="223">
                    <a:moveTo>
                      <a:pt x="186" y="0"/>
                    </a:moveTo>
                    <a:cubicBezTo>
                      <a:pt x="185" y="0"/>
                      <a:pt x="183" y="0"/>
                      <a:pt x="182" y="0"/>
                    </a:cubicBezTo>
                    <a:cubicBezTo>
                      <a:pt x="135" y="0"/>
                      <a:pt x="84" y="4"/>
                      <a:pt x="37" y="4"/>
                    </a:cubicBezTo>
                    <a:cubicBezTo>
                      <a:pt x="1" y="4"/>
                      <a:pt x="1" y="55"/>
                      <a:pt x="37" y="55"/>
                    </a:cubicBezTo>
                    <a:cubicBezTo>
                      <a:pt x="84" y="60"/>
                      <a:pt x="135" y="60"/>
                      <a:pt x="182" y="64"/>
                    </a:cubicBezTo>
                    <a:cubicBezTo>
                      <a:pt x="221" y="64"/>
                      <a:pt x="222" y="0"/>
                      <a:pt x="186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32"/>
              <p:cNvSpPr/>
              <p:nvPr/>
            </p:nvSpPr>
            <p:spPr>
              <a:xfrm>
                <a:off x="3359571" y="2439987"/>
                <a:ext cx="263" cy="220"/>
              </a:xfrm>
              <a:custGeom>
                <a:rect b="b" l="l" r="r" t="t"/>
                <a:pathLst>
                  <a:path extrusionOk="0" h="5" w="6">
                    <a:moveTo>
                      <a:pt x="6" y="1"/>
                    </a:moveTo>
                    <a:cubicBezTo>
                      <a:pt x="1" y="1"/>
                      <a:pt x="1" y="5"/>
                      <a:pt x="6" y="5"/>
                    </a:cubicBezTo>
                    <a:lnTo>
                      <a:pt x="6" y="1"/>
                    </a:ln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2"/>
              <p:cNvSpPr/>
              <p:nvPr/>
            </p:nvSpPr>
            <p:spPr>
              <a:xfrm>
                <a:off x="3392412" y="2389059"/>
                <a:ext cx="18704" cy="2985"/>
              </a:xfrm>
              <a:custGeom>
                <a:rect b="b" l="l" r="r" t="t"/>
                <a:pathLst>
                  <a:path extrusionOk="0" h="68" w="426">
                    <a:moveTo>
                      <a:pt x="398" y="1"/>
                    </a:moveTo>
                    <a:cubicBezTo>
                      <a:pt x="280" y="1"/>
                      <a:pt x="157" y="8"/>
                      <a:pt x="34" y="20"/>
                    </a:cubicBezTo>
                    <a:cubicBezTo>
                      <a:pt x="1" y="24"/>
                      <a:pt x="6" y="68"/>
                      <a:pt x="39" y="68"/>
                    </a:cubicBezTo>
                    <a:cubicBezTo>
                      <a:pt x="40" y="68"/>
                      <a:pt x="41" y="68"/>
                      <a:pt x="43" y="68"/>
                    </a:cubicBezTo>
                    <a:cubicBezTo>
                      <a:pt x="161" y="52"/>
                      <a:pt x="280" y="44"/>
                      <a:pt x="398" y="39"/>
                    </a:cubicBezTo>
                    <a:cubicBezTo>
                      <a:pt x="425" y="39"/>
                      <a:pt x="425" y="1"/>
                      <a:pt x="398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32"/>
              <p:cNvSpPr/>
              <p:nvPr/>
            </p:nvSpPr>
            <p:spPr>
              <a:xfrm>
                <a:off x="3441059" y="2400957"/>
                <a:ext cx="2766" cy="4698"/>
              </a:xfrm>
              <a:custGeom>
                <a:rect b="b" l="l" r="r" t="t"/>
                <a:pathLst>
                  <a:path extrusionOk="0" h="107" w="63">
                    <a:moveTo>
                      <a:pt x="21" y="1"/>
                    </a:moveTo>
                    <a:cubicBezTo>
                      <a:pt x="10" y="1"/>
                      <a:pt x="0" y="12"/>
                      <a:pt x="8" y="25"/>
                    </a:cubicBezTo>
                    <a:cubicBezTo>
                      <a:pt x="20" y="45"/>
                      <a:pt x="28" y="65"/>
                      <a:pt x="28" y="88"/>
                    </a:cubicBezTo>
                    <a:cubicBezTo>
                      <a:pt x="30" y="100"/>
                      <a:pt x="38" y="106"/>
                      <a:pt x="47" y="106"/>
                    </a:cubicBezTo>
                    <a:cubicBezTo>
                      <a:pt x="55" y="106"/>
                      <a:pt x="63" y="100"/>
                      <a:pt x="63" y="88"/>
                    </a:cubicBezTo>
                    <a:cubicBezTo>
                      <a:pt x="59" y="61"/>
                      <a:pt x="52" y="34"/>
                      <a:pt x="35" y="10"/>
                    </a:cubicBezTo>
                    <a:cubicBezTo>
                      <a:pt x="32" y="3"/>
                      <a:pt x="26" y="1"/>
                      <a:pt x="21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32"/>
              <p:cNvSpPr/>
              <p:nvPr/>
            </p:nvSpPr>
            <p:spPr>
              <a:xfrm>
                <a:off x="3428019" y="2510233"/>
                <a:ext cx="5093" cy="5620"/>
              </a:xfrm>
              <a:custGeom>
                <a:rect b="b" l="l" r="r" t="t"/>
                <a:pathLst>
                  <a:path extrusionOk="0" h="128" w="116">
                    <a:moveTo>
                      <a:pt x="73" y="1"/>
                    </a:moveTo>
                    <a:cubicBezTo>
                      <a:pt x="65" y="1"/>
                      <a:pt x="57" y="4"/>
                      <a:pt x="52" y="11"/>
                    </a:cubicBezTo>
                    <a:cubicBezTo>
                      <a:pt x="25" y="35"/>
                      <a:pt x="1" y="70"/>
                      <a:pt x="5" y="109"/>
                    </a:cubicBezTo>
                    <a:cubicBezTo>
                      <a:pt x="5" y="121"/>
                      <a:pt x="16" y="128"/>
                      <a:pt x="27" y="128"/>
                    </a:cubicBezTo>
                    <a:cubicBezTo>
                      <a:pt x="36" y="128"/>
                      <a:pt x="45" y="124"/>
                      <a:pt x="48" y="113"/>
                    </a:cubicBezTo>
                    <a:cubicBezTo>
                      <a:pt x="52" y="90"/>
                      <a:pt x="72" y="73"/>
                      <a:pt x="92" y="62"/>
                    </a:cubicBezTo>
                    <a:cubicBezTo>
                      <a:pt x="112" y="55"/>
                      <a:pt x="116" y="31"/>
                      <a:pt x="104" y="15"/>
                    </a:cubicBezTo>
                    <a:cubicBezTo>
                      <a:pt x="95" y="6"/>
                      <a:pt x="84" y="1"/>
                      <a:pt x="73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32"/>
              <p:cNvSpPr/>
              <p:nvPr/>
            </p:nvSpPr>
            <p:spPr>
              <a:xfrm>
                <a:off x="3368616" y="2536970"/>
                <a:ext cx="9396" cy="5663"/>
              </a:xfrm>
              <a:custGeom>
                <a:rect b="b" l="l" r="r" t="t"/>
                <a:pathLst>
                  <a:path extrusionOk="0" h="129" w="214">
                    <a:moveTo>
                      <a:pt x="39" y="0"/>
                    </a:moveTo>
                    <a:cubicBezTo>
                      <a:pt x="16" y="0"/>
                      <a:pt x="1" y="34"/>
                      <a:pt x="20" y="56"/>
                    </a:cubicBezTo>
                    <a:cubicBezTo>
                      <a:pt x="52" y="96"/>
                      <a:pt x="99" y="124"/>
                      <a:pt x="150" y="127"/>
                    </a:cubicBezTo>
                    <a:cubicBezTo>
                      <a:pt x="154" y="128"/>
                      <a:pt x="158" y="128"/>
                      <a:pt x="162" y="128"/>
                    </a:cubicBezTo>
                    <a:cubicBezTo>
                      <a:pt x="186" y="128"/>
                      <a:pt x="206" y="116"/>
                      <a:pt x="210" y="89"/>
                    </a:cubicBezTo>
                    <a:cubicBezTo>
                      <a:pt x="213" y="66"/>
                      <a:pt x="196" y="32"/>
                      <a:pt x="167" y="32"/>
                    </a:cubicBezTo>
                    <a:cubicBezTo>
                      <a:pt x="165" y="32"/>
                      <a:pt x="164" y="33"/>
                      <a:pt x="162" y="33"/>
                    </a:cubicBezTo>
                    <a:cubicBezTo>
                      <a:pt x="155" y="34"/>
                      <a:pt x="149" y="34"/>
                      <a:pt x="142" y="34"/>
                    </a:cubicBezTo>
                    <a:cubicBezTo>
                      <a:pt x="111" y="34"/>
                      <a:pt x="85" y="25"/>
                      <a:pt x="55" y="5"/>
                    </a:cubicBezTo>
                    <a:cubicBezTo>
                      <a:pt x="50" y="2"/>
                      <a:pt x="44" y="0"/>
                      <a:pt x="39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32"/>
              <p:cNvSpPr/>
              <p:nvPr/>
            </p:nvSpPr>
            <p:spPr>
              <a:xfrm>
                <a:off x="3351800" y="2544697"/>
                <a:ext cx="6147" cy="3293"/>
              </a:xfrm>
              <a:custGeom>
                <a:rect b="b" l="l" r="r" t="t"/>
                <a:pathLst>
                  <a:path extrusionOk="0" h="75" w="140">
                    <a:moveTo>
                      <a:pt x="36" y="0"/>
                    </a:moveTo>
                    <a:cubicBezTo>
                      <a:pt x="26" y="0"/>
                      <a:pt x="14" y="7"/>
                      <a:pt x="8" y="15"/>
                    </a:cubicBezTo>
                    <a:cubicBezTo>
                      <a:pt x="1" y="27"/>
                      <a:pt x="5" y="46"/>
                      <a:pt x="21" y="55"/>
                    </a:cubicBezTo>
                    <a:cubicBezTo>
                      <a:pt x="48" y="66"/>
                      <a:pt x="76" y="75"/>
                      <a:pt x="107" y="75"/>
                    </a:cubicBezTo>
                    <a:cubicBezTo>
                      <a:pt x="131" y="75"/>
                      <a:pt x="139" y="35"/>
                      <a:pt x="115" y="31"/>
                    </a:cubicBezTo>
                    <a:cubicBezTo>
                      <a:pt x="88" y="27"/>
                      <a:pt x="68" y="19"/>
                      <a:pt x="48" y="4"/>
                    </a:cubicBezTo>
                    <a:cubicBezTo>
                      <a:pt x="45" y="1"/>
                      <a:pt x="41" y="0"/>
                      <a:pt x="36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32"/>
              <p:cNvSpPr/>
              <p:nvPr/>
            </p:nvSpPr>
            <p:spPr>
              <a:xfrm>
                <a:off x="3393378" y="2552907"/>
                <a:ext cx="12206" cy="7507"/>
              </a:xfrm>
              <a:custGeom>
                <a:rect b="b" l="l" r="r" t="t"/>
                <a:pathLst>
                  <a:path extrusionOk="0" h="171" w="278">
                    <a:moveTo>
                      <a:pt x="237" y="1"/>
                    </a:moveTo>
                    <a:cubicBezTo>
                      <a:pt x="216" y="1"/>
                      <a:pt x="193" y="18"/>
                      <a:pt x="198" y="45"/>
                    </a:cubicBezTo>
                    <a:cubicBezTo>
                      <a:pt x="202" y="81"/>
                      <a:pt x="159" y="88"/>
                      <a:pt x="135" y="92"/>
                    </a:cubicBezTo>
                    <a:cubicBezTo>
                      <a:pt x="99" y="96"/>
                      <a:pt x="64" y="101"/>
                      <a:pt x="28" y="105"/>
                    </a:cubicBezTo>
                    <a:cubicBezTo>
                      <a:pt x="1" y="108"/>
                      <a:pt x="1" y="156"/>
                      <a:pt x="28" y="163"/>
                    </a:cubicBezTo>
                    <a:cubicBezTo>
                      <a:pt x="54" y="167"/>
                      <a:pt x="79" y="170"/>
                      <a:pt x="104" y="170"/>
                    </a:cubicBezTo>
                    <a:cubicBezTo>
                      <a:pt x="132" y="170"/>
                      <a:pt x="161" y="166"/>
                      <a:pt x="190" y="156"/>
                    </a:cubicBezTo>
                    <a:cubicBezTo>
                      <a:pt x="249" y="136"/>
                      <a:pt x="277" y="88"/>
                      <a:pt x="265" y="25"/>
                    </a:cubicBezTo>
                    <a:cubicBezTo>
                      <a:pt x="262" y="8"/>
                      <a:pt x="250" y="1"/>
                      <a:pt x="237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32"/>
              <p:cNvSpPr/>
              <p:nvPr/>
            </p:nvSpPr>
            <p:spPr>
              <a:xfrm>
                <a:off x="3337926" y="2517828"/>
                <a:ext cx="5269" cy="4610"/>
              </a:xfrm>
              <a:custGeom>
                <a:rect b="b" l="l" r="r" t="t"/>
                <a:pathLst>
                  <a:path extrusionOk="0" h="105" w="120">
                    <a:moveTo>
                      <a:pt x="80" y="1"/>
                    </a:moveTo>
                    <a:cubicBezTo>
                      <a:pt x="73" y="1"/>
                      <a:pt x="66" y="4"/>
                      <a:pt x="60" y="11"/>
                    </a:cubicBezTo>
                    <a:cubicBezTo>
                      <a:pt x="44" y="27"/>
                      <a:pt x="33" y="47"/>
                      <a:pt x="17" y="62"/>
                    </a:cubicBezTo>
                    <a:cubicBezTo>
                      <a:pt x="1" y="81"/>
                      <a:pt x="17" y="105"/>
                      <a:pt x="36" y="105"/>
                    </a:cubicBezTo>
                    <a:cubicBezTo>
                      <a:pt x="42" y="105"/>
                      <a:pt x="47" y="103"/>
                      <a:pt x="53" y="98"/>
                    </a:cubicBezTo>
                    <a:cubicBezTo>
                      <a:pt x="68" y="82"/>
                      <a:pt x="88" y="71"/>
                      <a:pt x="104" y="55"/>
                    </a:cubicBezTo>
                    <a:cubicBezTo>
                      <a:pt x="120" y="43"/>
                      <a:pt x="115" y="19"/>
                      <a:pt x="104" y="11"/>
                    </a:cubicBezTo>
                    <a:cubicBezTo>
                      <a:pt x="97" y="5"/>
                      <a:pt x="88" y="1"/>
                      <a:pt x="80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32"/>
              <p:cNvSpPr/>
              <p:nvPr/>
            </p:nvSpPr>
            <p:spPr>
              <a:xfrm>
                <a:off x="3349780" y="2550580"/>
                <a:ext cx="8649" cy="2810"/>
              </a:xfrm>
              <a:custGeom>
                <a:rect b="b" l="l" r="r" t="t"/>
                <a:pathLst>
                  <a:path extrusionOk="0" h="64" w="197">
                    <a:moveTo>
                      <a:pt x="152" y="0"/>
                    </a:moveTo>
                    <a:cubicBezTo>
                      <a:pt x="111" y="0"/>
                      <a:pt x="72" y="16"/>
                      <a:pt x="31" y="19"/>
                    </a:cubicBezTo>
                    <a:cubicBezTo>
                      <a:pt x="1" y="23"/>
                      <a:pt x="6" y="63"/>
                      <a:pt x="35" y="63"/>
                    </a:cubicBezTo>
                    <a:cubicBezTo>
                      <a:pt x="37" y="63"/>
                      <a:pt x="38" y="63"/>
                      <a:pt x="39" y="63"/>
                    </a:cubicBezTo>
                    <a:cubicBezTo>
                      <a:pt x="83" y="51"/>
                      <a:pt x="123" y="30"/>
                      <a:pt x="166" y="30"/>
                    </a:cubicBezTo>
                    <a:cubicBezTo>
                      <a:pt x="170" y="30"/>
                      <a:pt x="173" y="30"/>
                      <a:pt x="177" y="31"/>
                    </a:cubicBezTo>
                    <a:cubicBezTo>
                      <a:pt x="193" y="31"/>
                      <a:pt x="196" y="3"/>
                      <a:pt x="181" y="3"/>
                    </a:cubicBezTo>
                    <a:cubicBezTo>
                      <a:pt x="171" y="1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32"/>
              <p:cNvSpPr/>
              <p:nvPr/>
            </p:nvSpPr>
            <p:spPr>
              <a:xfrm>
                <a:off x="3407384" y="2519540"/>
                <a:ext cx="15938" cy="13917"/>
              </a:xfrm>
              <a:custGeom>
                <a:rect b="b" l="l" r="r" t="t"/>
                <a:pathLst>
                  <a:path extrusionOk="0" h="317" w="363">
                    <a:moveTo>
                      <a:pt x="301" y="1"/>
                    </a:moveTo>
                    <a:cubicBezTo>
                      <a:pt x="292" y="1"/>
                      <a:pt x="283" y="4"/>
                      <a:pt x="274" y="12"/>
                    </a:cubicBezTo>
                    <a:cubicBezTo>
                      <a:pt x="187" y="94"/>
                      <a:pt x="88" y="169"/>
                      <a:pt x="13" y="264"/>
                    </a:cubicBezTo>
                    <a:cubicBezTo>
                      <a:pt x="0" y="283"/>
                      <a:pt x="14" y="316"/>
                      <a:pt x="34" y="316"/>
                    </a:cubicBezTo>
                    <a:cubicBezTo>
                      <a:pt x="39" y="316"/>
                      <a:pt x="44" y="315"/>
                      <a:pt x="48" y="311"/>
                    </a:cubicBezTo>
                    <a:cubicBezTo>
                      <a:pt x="148" y="237"/>
                      <a:pt x="238" y="150"/>
                      <a:pt x="329" y="71"/>
                    </a:cubicBezTo>
                    <a:cubicBezTo>
                      <a:pt x="363" y="43"/>
                      <a:pt x="334" y="1"/>
                      <a:pt x="301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32"/>
              <p:cNvSpPr/>
              <p:nvPr/>
            </p:nvSpPr>
            <p:spPr>
              <a:xfrm>
                <a:off x="3359791" y="2649978"/>
                <a:ext cx="5927" cy="5576"/>
              </a:xfrm>
              <a:custGeom>
                <a:rect b="b" l="l" r="r" t="t"/>
                <a:pathLst>
                  <a:path extrusionOk="0" h="127" w="135">
                    <a:moveTo>
                      <a:pt x="72" y="1"/>
                    </a:moveTo>
                    <a:cubicBezTo>
                      <a:pt x="59" y="1"/>
                      <a:pt x="52" y="5"/>
                      <a:pt x="39" y="9"/>
                    </a:cubicBezTo>
                    <a:cubicBezTo>
                      <a:pt x="36" y="16"/>
                      <a:pt x="28" y="21"/>
                      <a:pt x="24" y="25"/>
                    </a:cubicBezTo>
                    <a:cubicBezTo>
                      <a:pt x="16" y="28"/>
                      <a:pt x="8" y="32"/>
                      <a:pt x="4" y="40"/>
                    </a:cubicBezTo>
                    <a:cubicBezTo>
                      <a:pt x="1" y="48"/>
                      <a:pt x="1" y="56"/>
                      <a:pt x="1" y="63"/>
                    </a:cubicBezTo>
                    <a:cubicBezTo>
                      <a:pt x="1" y="72"/>
                      <a:pt x="1" y="80"/>
                      <a:pt x="4" y="87"/>
                    </a:cubicBezTo>
                    <a:cubicBezTo>
                      <a:pt x="8" y="96"/>
                      <a:pt x="16" y="103"/>
                      <a:pt x="24" y="107"/>
                    </a:cubicBezTo>
                    <a:cubicBezTo>
                      <a:pt x="28" y="111"/>
                      <a:pt x="36" y="116"/>
                      <a:pt x="39" y="119"/>
                    </a:cubicBezTo>
                    <a:cubicBezTo>
                      <a:pt x="52" y="123"/>
                      <a:pt x="59" y="127"/>
                      <a:pt x="72" y="127"/>
                    </a:cubicBezTo>
                    <a:cubicBezTo>
                      <a:pt x="83" y="127"/>
                      <a:pt x="95" y="123"/>
                      <a:pt x="103" y="119"/>
                    </a:cubicBezTo>
                    <a:cubicBezTo>
                      <a:pt x="123" y="107"/>
                      <a:pt x="134" y="87"/>
                      <a:pt x="134" y="63"/>
                    </a:cubicBezTo>
                    <a:cubicBezTo>
                      <a:pt x="134" y="44"/>
                      <a:pt x="123" y="21"/>
                      <a:pt x="103" y="9"/>
                    </a:cubicBezTo>
                    <a:cubicBezTo>
                      <a:pt x="95" y="5"/>
                      <a:pt x="83" y="1"/>
                      <a:pt x="72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32"/>
              <p:cNvSpPr/>
              <p:nvPr/>
            </p:nvSpPr>
            <p:spPr>
              <a:xfrm>
                <a:off x="3289587" y="2670349"/>
                <a:ext cx="4215" cy="3424"/>
              </a:xfrm>
              <a:custGeom>
                <a:rect b="b" l="l" r="r" t="t"/>
                <a:pathLst>
                  <a:path extrusionOk="0" h="78" w="96">
                    <a:moveTo>
                      <a:pt x="39" y="1"/>
                    </a:moveTo>
                    <a:cubicBezTo>
                      <a:pt x="18" y="1"/>
                      <a:pt x="1" y="17"/>
                      <a:pt x="1" y="38"/>
                    </a:cubicBezTo>
                    <a:cubicBezTo>
                      <a:pt x="1" y="62"/>
                      <a:pt x="19" y="77"/>
                      <a:pt x="41" y="77"/>
                    </a:cubicBezTo>
                    <a:cubicBezTo>
                      <a:pt x="47" y="77"/>
                      <a:pt x="54" y="76"/>
                      <a:pt x="60" y="73"/>
                    </a:cubicBezTo>
                    <a:cubicBezTo>
                      <a:pt x="64" y="69"/>
                      <a:pt x="72" y="65"/>
                      <a:pt x="76" y="62"/>
                    </a:cubicBezTo>
                    <a:cubicBezTo>
                      <a:pt x="96" y="54"/>
                      <a:pt x="96" y="26"/>
                      <a:pt x="76" y="14"/>
                    </a:cubicBezTo>
                    <a:cubicBezTo>
                      <a:pt x="72" y="14"/>
                      <a:pt x="64" y="11"/>
                      <a:pt x="60" y="7"/>
                    </a:cubicBezTo>
                    <a:cubicBezTo>
                      <a:pt x="53" y="3"/>
                      <a:pt x="46" y="1"/>
                      <a:pt x="39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32"/>
              <p:cNvSpPr/>
              <p:nvPr/>
            </p:nvSpPr>
            <p:spPr>
              <a:xfrm>
                <a:off x="3371557" y="2334399"/>
                <a:ext cx="38812" cy="10317"/>
              </a:xfrm>
              <a:custGeom>
                <a:rect b="b" l="l" r="r" t="t"/>
                <a:pathLst>
                  <a:path extrusionOk="0" h="235" w="884">
                    <a:moveTo>
                      <a:pt x="473" y="0"/>
                    </a:moveTo>
                    <a:cubicBezTo>
                      <a:pt x="462" y="0"/>
                      <a:pt x="450" y="1"/>
                      <a:pt x="438" y="2"/>
                    </a:cubicBezTo>
                    <a:cubicBezTo>
                      <a:pt x="281" y="18"/>
                      <a:pt x="178" y="191"/>
                      <a:pt x="24" y="200"/>
                    </a:cubicBezTo>
                    <a:cubicBezTo>
                      <a:pt x="1" y="204"/>
                      <a:pt x="1" y="235"/>
                      <a:pt x="24" y="235"/>
                    </a:cubicBezTo>
                    <a:cubicBezTo>
                      <a:pt x="135" y="231"/>
                      <a:pt x="214" y="144"/>
                      <a:pt x="312" y="97"/>
                    </a:cubicBezTo>
                    <a:cubicBezTo>
                      <a:pt x="365" y="68"/>
                      <a:pt x="416" y="58"/>
                      <a:pt x="467" y="58"/>
                    </a:cubicBezTo>
                    <a:cubicBezTo>
                      <a:pt x="592" y="58"/>
                      <a:pt x="713" y="123"/>
                      <a:pt x="846" y="140"/>
                    </a:cubicBezTo>
                    <a:cubicBezTo>
                      <a:pt x="847" y="140"/>
                      <a:pt x="848" y="140"/>
                      <a:pt x="849" y="140"/>
                    </a:cubicBezTo>
                    <a:cubicBezTo>
                      <a:pt x="874" y="140"/>
                      <a:pt x="883" y="105"/>
                      <a:pt x="857" y="100"/>
                    </a:cubicBezTo>
                    <a:cubicBezTo>
                      <a:pt x="726" y="75"/>
                      <a:pt x="606" y="0"/>
                      <a:pt x="473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32"/>
              <p:cNvSpPr/>
              <p:nvPr/>
            </p:nvSpPr>
            <p:spPr>
              <a:xfrm>
                <a:off x="3436580" y="2347482"/>
                <a:ext cx="3995" cy="3556"/>
              </a:xfrm>
              <a:custGeom>
                <a:rect b="b" l="l" r="r" t="t"/>
                <a:pathLst>
                  <a:path extrusionOk="0" h="81" w="91">
                    <a:moveTo>
                      <a:pt x="28" y="0"/>
                    </a:moveTo>
                    <a:cubicBezTo>
                      <a:pt x="10" y="0"/>
                      <a:pt x="0" y="28"/>
                      <a:pt x="23" y="35"/>
                    </a:cubicBezTo>
                    <a:cubicBezTo>
                      <a:pt x="43" y="39"/>
                      <a:pt x="55" y="48"/>
                      <a:pt x="63" y="71"/>
                    </a:cubicBezTo>
                    <a:cubicBezTo>
                      <a:pt x="63" y="77"/>
                      <a:pt x="67" y="80"/>
                      <a:pt x="72" y="80"/>
                    </a:cubicBezTo>
                    <a:cubicBezTo>
                      <a:pt x="74" y="80"/>
                      <a:pt x="76" y="80"/>
                      <a:pt x="79" y="79"/>
                    </a:cubicBezTo>
                    <a:cubicBezTo>
                      <a:pt x="86" y="79"/>
                      <a:pt x="90" y="71"/>
                      <a:pt x="90" y="63"/>
                    </a:cubicBezTo>
                    <a:cubicBezTo>
                      <a:pt x="82" y="32"/>
                      <a:pt x="63" y="8"/>
                      <a:pt x="31" y="0"/>
                    </a:cubicBezTo>
                    <a:cubicBezTo>
                      <a:pt x="30" y="0"/>
                      <a:pt x="29" y="0"/>
                      <a:pt x="28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32"/>
              <p:cNvSpPr/>
              <p:nvPr/>
            </p:nvSpPr>
            <p:spPr>
              <a:xfrm>
                <a:off x="3407296" y="2444114"/>
                <a:ext cx="12601" cy="5839"/>
              </a:xfrm>
              <a:custGeom>
                <a:rect b="b" l="l" r="r" t="t"/>
                <a:pathLst>
                  <a:path extrusionOk="0" h="133" w="287">
                    <a:moveTo>
                      <a:pt x="12" y="1"/>
                    </a:moveTo>
                    <a:cubicBezTo>
                      <a:pt x="2" y="1"/>
                      <a:pt x="1" y="13"/>
                      <a:pt x="12" y="13"/>
                    </a:cubicBezTo>
                    <a:cubicBezTo>
                      <a:pt x="103" y="40"/>
                      <a:pt x="205" y="60"/>
                      <a:pt x="276" y="131"/>
                    </a:cubicBezTo>
                    <a:cubicBezTo>
                      <a:pt x="277" y="132"/>
                      <a:pt x="278" y="133"/>
                      <a:pt x="279" y="133"/>
                    </a:cubicBezTo>
                    <a:cubicBezTo>
                      <a:pt x="283" y="133"/>
                      <a:pt x="286" y="129"/>
                      <a:pt x="283" y="124"/>
                    </a:cubicBezTo>
                    <a:cubicBezTo>
                      <a:pt x="212" y="53"/>
                      <a:pt x="110" y="29"/>
                      <a:pt x="15" y="1"/>
                    </a:cubicBezTo>
                    <a:cubicBezTo>
                      <a:pt x="14" y="1"/>
                      <a:pt x="13" y="1"/>
                      <a:pt x="12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32"/>
              <p:cNvSpPr/>
              <p:nvPr/>
            </p:nvSpPr>
            <p:spPr>
              <a:xfrm>
                <a:off x="3407779" y="2320438"/>
                <a:ext cx="3161" cy="3073"/>
              </a:xfrm>
              <a:custGeom>
                <a:rect b="b" l="l" r="r" t="t"/>
                <a:pathLst>
                  <a:path extrusionOk="0" h="70" w="72">
                    <a:moveTo>
                      <a:pt x="24" y="1"/>
                    </a:moveTo>
                    <a:cubicBezTo>
                      <a:pt x="21" y="1"/>
                      <a:pt x="12" y="4"/>
                      <a:pt x="8" y="8"/>
                    </a:cubicBezTo>
                    <a:cubicBezTo>
                      <a:pt x="4" y="12"/>
                      <a:pt x="1" y="21"/>
                      <a:pt x="1" y="24"/>
                    </a:cubicBezTo>
                    <a:cubicBezTo>
                      <a:pt x="1" y="36"/>
                      <a:pt x="4" y="40"/>
                      <a:pt x="12" y="48"/>
                    </a:cubicBezTo>
                    <a:cubicBezTo>
                      <a:pt x="21" y="52"/>
                      <a:pt x="32" y="59"/>
                      <a:pt x="39" y="68"/>
                    </a:cubicBezTo>
                    <a:cubicBezTo>
                      <a:pt x="42" y="69"/>
                      <a:pt x="45" y="69"/>
                      <a:pt x="47" y="69"/>
                    </a:cubicBezTo>
                    <a:cubicBezTo>
                      <a:pt x="54" y="69"/>
                      <a:pt x="60" y="67"/>
                      <a:pt x="63" y="63"/>
                    </a:cubicBezTo>
                    <a:cubicBezTo>
                      <a:pt x="68" y="56"/>
                      <a:pt x="72" y="48"/>
                      <a:pt x="68" y="40"/>
                    </a:cubicBezTo>
                    <a:cubicBezTo>
                      <a:pt x="59" y="32"/>
                      <a:pt x="52" y="21"/>
                      <a:pt x="48" y="12"/>
                    </a:cubicBezTo>
                    <a:cubicBezTo>
                      <a:pt x="39" y="4"/>
                      <a:pt x="36" y="1"/>
                      <a:pt x="24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32"/>
              <p:cNvSpPr/>
              <p:nvPr/>
            </p:nvSpPr>
            <p:spPr>
              <a:xfrm>
                <a:off x="3453703" y="2348141"/>
                <a:ext cx="5225" cy="5224"/>
              </a:xfrm>
              <a:custGeom>
                <a:rect b="b" l="l" r="r" t="t"/>
                <a:pathLst>
                  <a:path extrusionOk="0" h="119" w="119">
                    <a:moveTo>
                      <a:pt x="51" y="1"/>
                    </a:moveTo>
                    <a:cubicBezTo>
                      <a:pt x="35" y="1"/>
                      <a:pt x="24" y="5"/>
                      <a:pt x="16" y="17"/>
                    </a:cubicBezTo>
                    <a:cubicBezTo>
                      <a:pt x="4" y="24"/>
                      <a:pt x="0" y="37"/>
                      <a:pt x="0" y="53"/>
                    </a:cubicBezTo>
                    <a:cubicBezTo>
                      <a:pt x="0" y="68"/>
                      <a:pt x="8" y="84"/>
                      <a:pt x="24" y="95"/>
                    </a:cubicBezTo>
                    <a:cubicBezTo>
                      <a:pt x="35" y="100"/>
                      <a:pt x="44" y="108"/>
                      <a:pt x="51" y="111"/>
                    </a:cubicBezTo>
                    <a:cubicBezTo>
                      <a:pt x="55" y="115"/>
                      <a:pt x="59" y="115"/>
                      <a:pt x="64" y="119"/>
                    </a:cubicBezTo>
                    <a:lnTo>
                      <a:pt x="79" y="119"/>
                    </a:lnTo>
                    <a:cubicBezTo>
                      <a:pt x="91" y="115"/>
                      <a:pt x="99" y="111"/>
                      <a:pt x="106" y="108"/>
                    </a:cubicBezTo>
                    <a:cubicBezTo>
                      <a:pt x="111" y="100"/>
                      <a:pt x="115" y="95"/>
                      <a:pt x="115" y="88"/>
                    </a:cubicBezTo>
                    <a:cubicBezTo>
                      <a:pt x="119" y="76"/>
                      <a:pt x="119" y="64"/>
                      <a:pt x="111" y="53"/>
                    </a:cubicBezTo>
                    <a:cubicBezTo>
                      <a:pt x="106" y="44"/>
                      <a:pt x="99" y="37"/>
                      <a:pt x="95" y="24"/>
                    </a:cubicBezTo>
                    <a:cubicBezTo>
                      <a:pt x="83" y="13"/>
                      <a:pt x="68" y="1"/>
                      <a:pt x="51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32"/>
              <p:cNvSpPr/>
              <p:nvPr/>
            </p:nvSpPr>
            <p:spPr>
              <a:xfrm>
                <a:off x="3426658" y="2282242"/>
                <a:ext cx="4390" cy="3644"/>
              </a:xfrm>
              <a:custGeom>
                <a:rect b="b" l="l" r="r" t="t"/>
                <a:pathLst>
                  <a:path extrusionOk="0" h="83" w="100">
                    <a:moveTo>
                      <a:pt x="57" y="1"/>
                    </a:moveTo>
                    <a:cubicBezTo>
                      <a:pt x="50" y="1"/>
                      <a:pt x="43" y="2"/>
                      <a:pt x="36" y="6"/>
                    </a:cubicBezTo>
                    <a:cubicBezTo>
                      <a:pt x="32" y="10"/>
                      <a:pt x="24" y="14"/>
                      <a:pt x="21" y="18"/>
                    </a:cubicBezTo>
                    <a:cubicBezTo>
                      <a:pt x="1" y="30"/>
                      <a:pt x="1" y="57"/>
                      <a:pt x="21" y="69"/>
                    </a:cubicBezTo>
                    <a:cubicBezTo>
                      <a:pt x="24" y="73"/>
                      <a:pt x="32" y="73"/>
                      <a:pt x="36" y="77"/>
                    </a:cubicBezTo>
                    <a:cubicBezTo>
                      <a:pt x="43" y="81"/>
                      <a:pt x="50" y="83"/>
                      <a:pt x="57" y="83"/>
                    </a:cubicBezTo>
                    <a:cubicBezTo>
                      <a:pt x="79" y="83"/>
                      <a:pt x="99" y="66"/>
                      <a:pt x="99" y="42"/>
                    </a:cubicBezTo>
                    <a:cubicBezTo>
                      <a:pt x="99" y="17"/>
                      <a:pt x="79" y="1"/>
                      <a:pt x="57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32"/>
              <p:cNvSpPr/>
              <p:nvPr/>
            </p:nvSpPr>
            <p:spPr>
              <a:xfrm>
                <a:off x="3406023" y="2314511"/>
                <a:ext cx="4390" cy="3380"/>
              </a:xfrm>
              <a:custGeom>
                <a:rect b="b" l="l" r="r" t="t"/>
                <a:pathLst>
                  <a:path extrusionOk="0" h="77" w="100">
                    <a:moveTo>
                      <a:pt x="35" y="0"/>
                    </a:moveTo>
                    <a:cubicBezTo>
                      <a:pt x="28" y="0"/>
                      <a:pt x="19" y="6"/>
                      <a:pt x="13" y="9"/>
                    </a:cubicBezTo>
                    <a:cubicBezTo>
                      <a:pt x="5" y="17"/>
                      <a:pt x="1" y="29"/>
                      <a:pt x="1" y="37"/>
                    </a:cubicBezTo>
                    <a:cubicBezTo>
                      <a:pt x="1" y="49"/>
                      <a:pt x="5" y="61"/>
                      <a:pt x="13" y="65"/>
                    </a:cubicBezTo>
                    <a:cubicBezTo>
                      <a:pt x="21" y="72"/>
                      <a:pt x="32" y="76"/>
                      <a:pt x="41" y="76"/>
                    </a:cubicBezTo>
                    <a:lnTo>
                      <a:pt x="64" y="76"/>
                    </a:lnTo>
                    <a:cubicBezTo>
                      <a:pt x="72" y="72"/>
                      <a:pt x="79" y="72"/>
                      <a:pt x="88" y="65"/>
                    </a:cubicBezTo>
                    <a:cubicBezTo>
                      <a:pt x="96" y="56"/>
                      <a:pt x="99" y="49"/>
                      <a:pt x="99" y="37"/>
                    </a:cubicBezTo>
                    <a:cubicBezTo>
                      <a:pt x="99" y="29"/>
                      <a:pt x="96" y="21"/>
                      <a:pt x="88" y="14"/>
                    </a:cubicBezTo>
                    <a:cubicBezTo>
                      <a:pt x="79" y="5"/>
                      <a:pt x="72" y="1"/>
                      <a:pt x="64" y="1"/>
                    </a:cubicBezTo>
                    <a:lnTo>
                      <a:pt x="41" y="1"/>
                    </a:lnTo>
                    <a:cubicBezTo>
                      <a:pt x="39" y="0"/>
                      <a:pt x="37" y="0"/>
                      <a:pt x="35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32"/>
              <p:cNvSpPr/>
              <p:nvPr/>
            </p:nvSpPr>
            <p:spPr>
              <a:xfrm>
                <a:off x="3422926" y="2332467"/>
                <a:ext cx="5708" cy="4390"/>
              </a:xfrm>
              <a:custGeom>
                <a:rect b="b" l="l" r="r" t="t"/>
                <a:pathLst>
                  <a:path extrusionOk="0" h="100" w="130">
                    <a:moveTo>
                      <a:pt x="23" y="1"/>
                    </a:moveTo>
                    <a:cubicBezTo>
                      <a:pt x="8" y="1"/>
                      <a:pt x="0" y="20"/>
                      <a:pt x="11" y="31"/>
                    </a:cubicBezTo>
                    <a:cubicBezTo>
                      <a:pt x="26" y="54"/>
                      <a:pt x="54" y="66"/>
                      <a:pt x="73" y="89"/>
                    </a:cubicBezTo>
                    <a:cubicBezTo>
                      <a:pt x="79" y="97"/>
                      <a:pt x="86" y="100"/>
                      <a:pt x="94" y="100"/>
                    </a:cubicBezTo>
                    <a:cubicBezTo>
                      <a:pt x="103" y="100"/>
                      <a:pt x="113" y="95"/>
                      <a:pt x="117" y="86"/>
                    </a:cubicBezTo>
                    <a:cubicBezTo>
                      <a:pt x="129" y="70"/>
                      <a:pt x="125" y="50"/>
                      <a:pt x="109" y="42"/>
                    </a:cubicBezTo>
                    <a:cubicBezTo>
                      <a:pt x="86" y="26"/>
                      <a:pt x="54" y="18"/>
                      <a:pt x="31" y="2"/>
                    </a:cubicBezTo>
                    <a:cubicBezTo>
                      <a:pt x="28" y="1"/>
                      <a:pt x="26" y="1"/>
                      <a:pt x="23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32"/>
              <p:cNvSpPr/>
              <p:nvPr/>
            </p:nvSpPr>
            <p:spPr>
              <a:xfrm>
                <a:off x="3405891" y="2283866"/>
                <a:ext cx="3468" cy="3337"/>
              </a:xfrm>
              <a:custGeom>
                <a:rect b="b" l="l" r="r" t="t"/>
                <a:pathLst>
                  <a:path extrusionOk="0" h="76" w="79">
                    <a:moveTo>
                      <a:pt x="45" y="0"/>
                    </a:moveTo>
                    <a:cubicBezTo>
                      <a:pt x="31" y="0"/>
                      <a:pt x="16" y="15"/>
                      <a:pt x="16" y="32"/>
                    </a:cubicBezTo>
                    <a:lnTo>
                      <a:pt x="16" y="35"/>
                    </a:lnTo>
                    <a:lnTo>
                      <a:pt x="16" y="35"/>
                    </a:lnTo>
                    <a:cubicBezTo>
                      <a:pt x="14" y="36"/>
                      <a:pt x="11" y="36"/>
                      <a:pt x="8" y="36"/>
                    </a:cubicBezTo>
                    <a:cubicBezTo>
                      <a:pt x="4" y="40"/>
                      <a:pt x="0" y="52"/>
                      <a:pt x="0" y="60"/>
                    </a:cubicBezTo>
                    <a:cubicBezTo>
                      <a:pt x="4" y="67"/>
                      <a:pt x="11" y="76"/>
                      <a:pt x="20" y="76"/>
                    </a:cubicBezTo>
                    <a:lnTo>
                      <a:pt x="40" y="76"/>
                    </a:lnTo>
                    <a:cubicBezTo>
                      <a:pt x="47" y="76"/>
                      <a:pt x="55" y="67"/>
                      <a:pt x="59" y="64"/>
                    </a:cubicBezTo>
                    <a:cubicBezTo>
                      <a:pt x="64" y="56"/>
                      <a:pt x="67" y="52"/>
                      <a:pt x="67" y="44"/>
                    </a:cubicBezTo>
                    <a:cubicBezTo>
                      <a:pt x="79" y="29"/>
                      <a:pt x="71" y="9"/>
                      <a:pt x="51" y="1"/>
                    </a:cubicBezTo>
                    <a:cubicBezTo>
                      <a:pt x="49" y="1"/>
                      <a:pt x="47" y="0"/>
                      <a:pt x="45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32"/>
              <p:cNvSpPr/>
              <p:nvPr/>
            </p:nvSpPr>
            <p:spPr>
              <a:xfrm>
                <a:off x="3363742" y="2349019"/>
                <a:ext cx="4215" cy="4127"/>
              </a:xfrm>
              <a:custGeom>
                <a:rect b="b" l="l" r="r" t="t"/>
                <a:pathLst>
                  <a:path extrusionOk="0" h="94" w="96">
                    <a:moveTo>
                      <a:pt x="29" y="0"/>
                    </a:moveTo>
                    <a:cubicBezTo>
                      <a:pt x="17" y="0"/>
                      <a:pt x="5" y="13"/>
                      <a:pt x="1" y="24"/>
                    </a:cubicBezTo>
                    <a:cubicBezTo>
                      <a:pt x="1" y="36"/>
                      <a:pt x="5" y="52"/>
                      <a:pt x="17" y="56"/>
                    </a:cubicBezTo>
                    <a:cubicBezTo>
                      <a:pt x="17" y="76"/>
                      <a:pt x="34" y="93"/>
                      <a:pt x="53" y="93"/>
                    </a:cubicBezTo>
                    <a:cubicBezTo>
                      <a:pt x="57" y="93"/>
                      <a:pt x="60" y="92"/>
                      <a:pt x="64" y="91"/>
                    </a:cubicBezTo>
                    <a:cubicBezTo>
                      <a:pt x="76" y="91"/>
                      <a:pt x="84" y="84"/>
                      <a:pt x="88" y="75"/>
                    </a:cubicBezTo>
                    <a:cubicBezTo>
                      <a:pt x="95" y="64"/>
                      <a:pt x="95" y="48"/>
                      <a:pt x="88" y="36"/>
                    </a:cubicBezTo>
                    <a:cubicBezTo>
                      <a:pt x="84" y="33"/>
                      <a:pt x="84" y="24"/>
                      <a:pt x="80" y="20"/>
                    </a:cubicBezTo>
                    <a:cubicBezTo>
                      <a:pt x="72" y="9"/>
                      <a:pt x="60" y="0"/>
                      <a:pt x="48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32"/>
              <p:cNvSpPr/>
              <p:nvPr/>
            </p:nvSpPr>
            <p:spPr>
              <a:xfrm>
                <a:off x="3359439" y="2426904"/>
                <a:ext cx="4873" cy="6015"/>
              </a:xfrm>
              <a:custGeom>
                <a:rect b="b" l="l" r="r" t="t"/>
                <a:pathLst>
                  <a:path extrusionOk="0" h="137" w="111">
                    <a:moveTo>
                      <a:pt x="56" y="1"/>
                    </a:moveTo>
                    <a:cubicBezTo>
                      <a:pt x="44" y="1"/>
                      <a:pt x="32" y="7"/>
                      <a:pt x="28" y="18"/>
                    </a:cubicBezTo>
                    <a:cubicBezTo>
                      <a:pt x="20" y="30"/>
                      <a:pt x="16" y="42"/>
                      <a:pt x="9" y="58"/>
                    </a:cubicBezTo>
                    <a:cubicBezTo>
                      <a:pt x="0" y="73"/>
                      <a:pt x="0" y="93"/>
                      <a:pt x="9" y="109"/>
                    </a:cubicBezTo>
                    <a:cubicBezTo>
                      <a:pt x="20" y="125"/>
                      <a:pt x="36" y="137"/>
                      <a:pt x="56" y="137"/>
                    </a:cubicBezTo>
                    <a:cubicBezTo>
                      <a:pt x="75" y="137"/>
                      <a:pt x="91" y="125"/>
                      <a:pt x="103" y="109"/>
                    </a:cubicBezTo>
                    <a:cubicBezTo>
                      <a:pt x="111" y="93"/>
                      <a:pt x="111" y="73"/>
                      <a:pt x="103" y="58"/>
                    </a:cubicBezTo>
                    <a:cubicBezTo>
                      <a:pt x="95" y="42"/>
                      <a:pt x="91" y="30"/>
                      <a:pt x="83" y="18"/>
                    </a:cubicBezTo>
                    <a:cubicBezTo>
                      <a:pt x="79" y="7"/>
                      <a:pt x="67" y="1"/>
                      <a:pt x="56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32"/>
              <p:cNvSpPr/>
              <p:nvPr/>
            </p:nvSpPr>
            <p:spPr>
              <a:xfrm>
                <a:off x="3391490" y="2413118"/>
                <a:ext cx="2810" cy="3380"/>
              </a:xfrm>
              <a:custGeom>
                <a:rect b="b" l="l" r="r" t="t"/>
                <a:pathLst>
                  <a:path extrusionOk="0" h="77" w="64">
                    <a:moveTo>
                      <a:pt x="32" y="1"/>
                    </a:moveTo>
                    <a:cubicBezTo>
                      <a:pt x="20" y="1"/>
                      <a:pt x="8" y="5"/>
                      <a:pt x="4" y="17"/>
                    </a:cubicBezTo>
                    <a:cubicBezTo>
                      <a:pt x="0" y="21"/>
                      <a:pt x="0" y="25"/>
                      <a:pt x="0" y="32"/>
                    </a:cubicBezTo>
                    <a:cubicBezTo>
                      <a:pt x="0" y="36"/>
                      <a:pt x="0" y="44"/>
                      <a:pt x="4" y="48"/>
                    </a:cubicBezTo>
                    <a:cubicBezTo>
                      <a:pt x="8" y="52"/>
                      <a:pt x="8" y="60"/>
                      <a:pt x="13" y="68"/>
                    </a:cubicBezTo>
                    <a:cubicBezTo>
                      <a:pt x="16" y="74"/>
                      <a:pt x="24" y="77"/>
                      <a:pt x="32" y="77"/>
                    </a:cubicBezTo>
                    <a:cubicBezTo>
                      <a:pt x="40" y="77"/>
                      <a:pt x="48" y="74"/>
                      <a:pt x="52" y="68"/>
                    </a:cubicBezTo>
                    <a:cubicBezTo>
                      <a:pt x="52" y="60"/>
                      <a:pt x="55" y="52"/>
                      <a:pt x="60" y="48"/>
                    </a:cubicBezTo>
                    <a:cubicBezTo>
                      <a:pt x="60" y="44"/>
                      <a:pt x="64" y="36"/>
                      <a:pt x="64" y="32"/>
                    </a:cubicBezTo>
                    <a:cubicBezTo>
                      <a:pt x="64" y="25"/>
                      <a:pt x="60" y="21"/>
                      <a:pt x="60" y="17"/>
                    </a:cubicBezTo>
                    <a:cubicBezTo>
                      <a:pt x="52" y="5"/>
                      <a:pt x="44" y="1"/>
                      <a:pt x="32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32"/>
              <p:cNvSpPr/>
              <p:nvPr/>
            </p:nvSpPr>
            <p:spPr>
              <a:xfrm>
                <a:off x="3404837" y="2438582"/>
                <a:ext cx="3864" cy="2985"/>
              </a:xfrm>
              <a:custGeom>
                <a:rect b="b" l="l" r="r" t="t"/>
                <a:pathLst>
                  <a:path extrusionOk="0" h="68" w="88">
                    <a:moveTo>
                      <a:pt x="44" y="1"/>
                    </a:moveTo>
                    <a:cubicBezTo>
                      <a:pt x="0" y="1"/>
                      <a:pt x="0" y="68"/>
                      <a:pt x="44" y="68"/>
                    </a:cubicBezTo>
                    <a:cubicBezTo>
                      <a:pt x="88" y="68"/>
                      <a:pt x="88" y="1"/>
                      <a:pt x="44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32"/>
              <p:cNvSpPr/>
              <p:nvPr/>
            </p:nvSpPr>
            <p:spPr>
              <a:xfrm>
                <a:off x="3420555" y="2443543"/>
                <a:ext cx="4961" cy="9834"/>
              </a:xfrm>
              <a:custGeom>
                <a:rect b="b" l="l" r="r" t="t"/>
                <a:pathLst>
                  <a:path extrusionOk="0" h="224" w="113">
                    <a:moveTo>
                      <a:pt x="28" y="1"/>
                    </a:moveTo>
                    <a:cubicBezTo>
                      <a:pt x="14" y="1"/>
                      <a:pt x="0" y="15"/>
                      <a:pt x="9" y="30"/>
                    </a:cubicBezTo>
                    <a:cubicBezTo>
                      <a:pt x="41" y="77"/>
                      <a:pt x="41" y="137"/>
                      <a:pt x="41" y="192"/>
                    </a:cubicBezTo>
                    <a:cubicBezTo>
                      <a:pt x="41" y="213"/>
                      <a:pt x="56" y="223"/>
                      <a:pt x="73" y="223"/>
                    </a:cubicBezTo>
                    <a:cubicBezTo>
                      <a:pt x="92" y="223"/>
                      <a:pt x="113" y="208"/>
                      <a:pt x="108" y="180"/>
                    </a:cubicBezTo>
                    <a:cubicBezTo>
                      <a:pt x="96" y="121"/>
                      <a:pt x="85" y="53"/>
                      <a:pt x="41" y="6"/>
                    </a:cubicBezTo>
                    <a:cubicBezTo>
                      <a:pt x="37" y="2"/>
                      <a:pt x="32" y="1"/>
                      <a:pt x="28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32"/>
              <p:cNvSpPr/>
              <p:nvPr/>
            </p:nvSpPr>
            <p:spPr>
              <a:xfrm>
                <a:off x="3421126" y="2404820"/>
                <a:ext cx="5400" cy="4346"/>
              </a:xfrm>
              <a:custGeom>
                <a:rect b="b" l="l" r="r" t="t"/>
                <a:pathLst>
                  <a:path extrusionOk="0" h="99" w="123">
                    <a:moveTo>
                      <a:pt x="63" y="0"/>
                    </a:moveTo>
                    <a:cubicBezTo>
                      <a:pt x="1" y="0"/>
                      <a:pt x="1" y="99"/>
                      <a:pt x="63" y="99"/>
                    </a:cubicBezTo>
                    <a:cubicBezTo>
                      <a:pt x="123" y="99"/>
                      <a:pt x="123" y="0"/>
                      <a:pt x="63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32"/>
              <p:cNvSpPr/>
              <p:nvPr/>
            </p:nvSpPr>
            <p:spPr>
              <a:xfrm>
                <a:off x="3440664" y="2461456"/>
                <a:ext cx="5269" cy="4917"/>
              </a:xfrm>
              <a:custGeom>
                <a:rect b="b" l="l" r="r" t="t"/>
                <a:pathLst>
                  <a:path extrusionOk="0" h="112" w="120">
                    <a:moveTo>
                      <a:pt x="31" y="0"/>
                    </a:moveTo>
                    <a:cubicBezTo>
                      <a:pt x="26" y="0"/>
                      <a:pt x="22" y="2"/>
                      <a:pt x="17" y="5"/>
                    </a:cubicBezTo>
                    <a:cubicBezTo>
                      <a:pt x="9" y="9"/>
                      <a:pt x="1" y="20"/>
                      <a:pt x="6" y="33"/>
                    </a:cubicBezTo>
                    <a:cubicBezTo>
                      <a:pt x="17" y="64"/>
                      <a:pt x="29" y="91"/>
                      <a:pt x="61" y="108"/>
                    </a:cubicBezTo>
                    <a:cubicBezTo>
                      <a:pt x="66" y="110"/>
                      <a:pt x="73" y="111"/>
                      <a:pt x="79" y="111"/>
                    </a:cubicBezTo>
                    <a:cubicBezTo>
                      <a:pt x="93" y="111"/>
                      <a:pt x="106" y="104"/>
                      <a:pt x="112" y="88"/>
                    </a:cubicBezTo>
                    <a:cubicBezTo>
                      <a:pt x="119" y="68"/>
                      <a:pt x="112" y="44"/>
                      <a:pt x="88" y="40"/>
                    </a:cubicBezTo>
                    <a:lnTo>
                      <a:pt x="80" y="37"/>
                    </a:lnTo>
                    <a:cubicBezTo>
                      <a:pt x="77" y="37"/>
                      <a:pt x="77" y="33"/>
                      <a:pt x="72" y="33"/>
                    </a:cubicBezTo>
                    <a:cubicBezTo>
                      <a:pt x="72" y="29"/>
                      <a:pt x="72" y="29"/>
                      <a:pt x="68" y="29"/>
                    </a:cubicBezTo>
                    <a:lnTo>
                      <a:pt x="68" y="27"/>
                    </a:lnTo>
                    <a:lnTo>
                      <a:pt x="68" y="27"/>
                    </a:lnTo>
                    <a:cubicBezTo>
                      <a:pt x="69" y="27"/>
                      <a:pt x="69" y="27"/>
                      <a:pt x="69" y="27"/>
                    </a:cubicBezTo>
                    <a:cubicBezTo>
                      <a:pt x="70" y="27"/>
                      <a:pt x="70" y="26"/>
                      <a:pt x="68" y="24"/>
                    </a:cubicBezTo>
                    <a:lnTo>
                      <a:pt x="68" y="27"/>
                    </a:lnTo>
                    <a:lnTo>
                      <a:pt x="68" y="27"/>
                    </a:lnTo>
                    <a:cubicBezTo>
                      <a:pt x="67" y="26"/>
                      <a:pt x="66" y="24"/>
                      <a:pt x="64" y="20"/>
                    </a:cubicBezTo>
                    <a:cubicBezTo>
                      <a:pt x="61" y="17"/>
                      <a:pt x="53" y="13"/>
                      <a:pt x="48" y="9"/>
                    </a:cubicBezTo>
                    <a:cubicBezTo>
                      <a:pt x="44" y="4"/>
                      <a:pt x="38" y="0"/>
                      <a:pt x="31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32"/>
              <p:cNvSpPr/>
              <p:nvPr/>
            </p:nvSpPr>
            <p:spPr>
              <a:xfrm>
                <a:off x="3399964" y="2446573"/>
                <a:ext cx="4917" cy="5093"/>
              </a:xfrm>
              <a:custGeom>
                <a:rect b="b" l="l" r="r" t="t"/>
                <a:pathLst>
                  <a:path extrusionOk="0" h="116" w="112">
                    <a:moveTo>
                      <a:pt x="56" y="0"/>
                    </a:moveTo>
                    <a:cubicBezTo>
                      <a:pt x="28" y="0"/>
                      <a:pt x="1" y="32"/>
                      <a:pt x="9" y="60"/>
                    </a:cubicBezTo>
                    <a:cubicBezTo>
                      <a:pt x="13" y="68"/>
                      <a:pt x="17" y="75"/>
                      <a:pt x="17" y="84"/>
                    </a:cubicBezTo>
                    <a:cubicBezTo>
                      <a:pt x="24" y="99"/>
                      <a:pt x="40" y="115"/>
                      <a:pt x="56" y="115"/>
                    </a:cubicBezTo>
                    <a:cubicBezTo>
                      <a:pt x="75" y="115"/>
                      <a:pt x="92" y="103"/>
                      <a:pt x="95" y="84"/>
                    </a:cubicBezTo>
                    <a:cubicBezTo>
                      <a:pt x="99" y="75"/>
                      <a:pt x="104" y="68"/>
                      <a:pt x="104" y="60"/>
                    </a:cubicBezTo>
                    <a:cubicBezTo>
                      <a:pt x="111" y="32"/>
                      <a:pt x="88" y="0"/>
                      <a:pt x="56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32"/>
              <p:cNvSpPr/>
              <p:nvPr/>
            </p:nvSpPr>
            <p:spPr>
              <a:xfrm>
                <a:off x="3360669" y="2443236"/>
                <a:ext cx="10274" cy="7200"/>
              </a:xfrm>
              <a:custGeom>
                <a:rect b="b" l="l" r="r" t="t"/>
                <a:pathLst>
                  <a:path extrusionOk="0" h="164" w="234">
                    <a:moveTo>
                      <a:pt x="198" y="1"/>
                    </a:moveTo>
                    <a:cubicBezTo>
                      <a:pt x="194" y="1"/>
                      <a:pt x="189" y="2"/>
                      <a:pt x="185" y="5"/>
                    </a:cubicBezTo>
                    <a:cubicBezTo>
                      <a:pt x="162" y="21"/>
                      <a:pt x="142" y="37"/>
                      <a:pt x="118" y="53"/>
                    </a:cubicBezTo>
                    <a:cubicBezTo>
                      <a:pt x="99" y="73"/>
                      <a:pt x="79" y="84"/>
                      <a:pt x="52" y="84"/>
                    </a:cubicBezTo>
                    <a:cubicBezTo>
                      <a:pt x="1" y="89"/>
                      <a:pt x="4" y="164"/>
                      <a:pt x="48" y="164"/>
                    </a:cubicBezTo>
                    <a:cubicBezTo>
                      <a:pt x="49" y="164"/>
                      <a:pt x="51" y="164"/>
                      <a:pt x="52" y="164"/>
                    </a:cubicBezTo>
                    <a:cubicBezTo>
                      <a:pt x="130" y="155"/>
                      <a:pt x="178" y="104"/>
                      <a:pt x="221" y="41"/>
                    </a:cubicBezTo>
                    <a:cubicBezTo>
                      <a:pt x="233" y="23"/>
                      <a:pt x="216" y="1"/>
                      <a:pt x="198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32"/>
              <p:cNvSpPr/>
              <p:nvPr/>
            </p:nvSpPr>
            <p:spPr>
              <a:xfrm>
                <a:off x="3390963" y="2414743"/>
                <a:ext cx="6103" cy="4566"/>
              </a:xfrm>
              <a:custGeom>
                <a:rect b="b" l="l" r="r" t="t"/>
                <a:pathLst>
                  <a:path extrusionOk="0" h="104" w="139">
                    <a:moveTo>
                      <a:pt x="98" y="1"/>
                    </a:moveTo>
                    <a:cubicBezTo>
                      <a:pt x="92" y="1"/>
                      <a:pt x="86" y="2"/>
                      <a:pt x="80" y="4"/>
                    </a:cubicBezTo>
                    <a:cubicBezTo>
                      <a:pt x="52" y="7"/>
                      <a:pt x="28" y="23"/>
                      <a:pt x="12" y="51"/>
                    </a:cubicBezTo>
                    <a:cubicBezTo>
                      <a:pt x="1" y="66"/>
                      <a:pt x="9" y="86"/>
                      <a:pt x="20" y="98"/>
                    </a:cubicBezTo>
                    <a:cubicBezTo>
                      <a:pt x="27" y="102"/>
                      <a:pt x="35" y="104"/>
                      <a:pt x="42" y="104"/>
                    </a:cubicBezTo>
                    <a:cubicBezTo>
                      <a:pt x="52" y="104"/>
                      <a:pt x="61" y="101"/>
                      <a:pt x="67" y="94"/>
                    </a:cubicBezTo>
                    <a:lnTo>
                      <a:pt x="72" y="90"/>
                    </a:lnTo>
                    <a:cubicBezTo>
                      <a:pt x="76" y="90"/>
                      <a:pt x="76" y="86"/>
                      <a:pt x="76" y="86"/>
                    </a:cubicBezTo>
                    <a:lnTo>
                      <a:pt x="91" y="86"/>
                    </a:lnTo>
                    <a:cubicBezTo>
                      <a:pt x="93" y="86"/>
                      <a:pt x="95" y="86"/>
                      <a:pt x="96" y="86"/>
                    </a:cubicBezTo>
                    <a:cubicBezTo>
                      <a:pt x="122" y="86"/>
                      <a:pt x="138" y="61"/>
                      <a:pt x="135" y="39"/>
                    </a:cubicBezTo>
                    <a:cubicBezTo>
                      <a:pt x="135" y="27"/>
                      <a:pt x="127" y="15"/>
                      <a:pt x="119" y="7"/>
                    </a:cubicBezTo>
                    <a:cubicBezTo>
                      <a:pt x="112" y="3"/>
                      <a:pt x="106" y="1"/>
                      <a:pt x="98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32"/>
              <p:cNvSpPr/>
              <p:nvPr/>
            </p:nvSpPr>
            <p:spPr>
              <a:xfrm>
                <a:off x="3387319" y="2516248"/>
                <a:ext cx="4215" cy="3863"/>
              </a:xfrm>
              <a:custGeom>
                <a:rect b="b" l="l" r="r" t="t"/>
                <a:pathLst>
                  <a:path extrusionOk="0" h="88" w="96">
                    <a:moveTo>
                      <a:pt x="54" y="1"/>
                    </a:moveTo>
                    <a:cubicBezTo>
                      <a:pt x="42" y="1"/>
                      <a:pt x="30" y="5"/>
                      <a:pt x="21" y="12"/>
                    </a:cubicBezTo>
                    <a:cubicBezTo>
                      <a:pt x="17" y="16"/>
                      <a:pt x="13" y="20"/>
                      <a:pt x="8" y="24"/>
                    </a:cubicBezTo>
                    <a:cubicBezTo>
                      <a:pt x="1" y="36"/>
                      <a:pt x="1" y="51"/>
                      <a:pt x="8" y="63"/>
                    </a:cubicBezTo>
                    <a:cubicBezTo>
                      <a:pt x="13" y="67"/>
                      <a:pt x="17" y="71"/>
                      <a:pt x="21" y="75"/>
                    </a:cubicBezTo>
                    <a:cubicBezTo>
                      <a:pt x="31" y="83"/>
                      <a:pt x="41" y="87"/>
                      <a:pt x="52" y="87"/>
                    </a:cubicBezTo>
                    <a:cubicBezTo>
                      <a:pt x="58" y="87"/>
                      <a:pt x="65" y="86"/>
                      <a:pt x="72" y="83"/>
                    </a:cubicBezTo>
                    <a:cubicBezTo>
                      <a:pt x="84" y="79"/>
                      <a:pt x="95" y="60"/>
                      <a:pt x="95" y="43"/>
                    </a:cubicBezTo>
                    <a:cubicBezTo>
                      <a:pt x="95" y="27"/>
                      <a:pt x="88" y="16"/>
                      <a:pt x="75" y="7"/>
                    </a:cubicBezTo>
                    <a:cubicBezTo>
                      <a:pt x="69" y="3"/>
                      <a:pt x="62" y="1"/>
                      <a:pt x="54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32"/>
              <p:cNvSpPr/>
              <p:nvPr/>
            </p:nvSpPr>
            <p:spPr>
              <a:xfrm>
                <a:off x="3363742" y="2501145"/>
                <a:ext cx="70731" cy="7068"/>
              </a:xfrm>
              <a:custGeom>
                <a:rect b="b" l="l" r="r" t="t"/>
                <a:pathLst>
                  <a:path extrusionOk="0" h="161" w="1611">
                    <a:moveTo>
                      <a:pt x="54" y="1"/>
                    </a:moveTo>
                    <a:cubicBezTo>
                      <a:pt x="46" y="1"/>
                      <a:pt x="37" y="1"/>
                      <a:pt x="29" y="1"/>
                    </a:cubicBezTo>
                    <a:cubicBezTo>
                      <a:pt x="5" y="1"/>
                      <a:pt x="1" y="40"/>
                      <a:pt x="24" y="44"/>
                    </a:cubicBezTo>
                    <a:cubicBezTo>
                      <a:pt x="297" y="80"/>
                      <a:pt x="538" y="154"/>
                      <a:pt x="814" y="154"/>
                    </a:cubicBezTo>
                    <a:cubicBezTo>
                      <a:pt x="849" y="154"/>
                      <a:pt x="1083" y="161"/>
                      <a:pt x="1283" y="161"/>
                    </a:cubicBezTo>
                    <a:cubicBezTo>
                      <a:pt x="1440" y="161"/>
                      <a:pt x="1576" y="157"/>
                      <a:pt x="1580" y="143"/>
                    </a:cubicBezTo>
                    <a:cubicBezTo>
                      <a:pt x="1580" y="148"/>
                      <a:pt x="1584" y="151"/>
                      <a:pt x="1589" y="151"/>
                    </a:cubicBezTo>
                    <a:cubicBezTo>
                      <a:pt x="1591" y="151"/>
                      <a:pt x="1594" y="150"/>
                      <a:pt x="1596" y="147"/>
                    </a:cubicBezTo>
                    <a:cubicBezTo>
                      <a:pt x="1599" y="143"/>
                      <a:pt x="1603" y="135"/>
                      <a:pt x="1607" y="131"/>
                    </a:cubicBezTo>
                    <a:cubicBezTo>
                      <a:pt x="1611" y="123"/>
                      <a:pt x="1607" y="115"/>
                      <a:pt x="1603" y="115"/>
                    </a:cubicBezTo>
                    <a:cubicBezTo>
                      <a:pt x="1516" y="84"/>
                      <a:pt x="1414" y="75"/>
                      <a:pt x="1311" y="75"/>
                    </a:cubicBezTo>
                    <a:cubicBezTo>
                      <a:pt x="1186" y="75"/>
                      <a:pt x="1058" y="87"/>
                      <a:pt x="945" y="87"/>
                    </a:cubicBezTo>
                    <a:cubicBezTo>
                      <a:pt x="937" y="87"/>
                      <a:pt x="929" y="87"/>
                      <a:pt x="920" y="87"/>
                    </a:cubicBezTo>
                    <a:cubicBezTo>
                      <a:pt x="629" y="80"/>
                      <a:pt x="344" y="1"/>
                      <a:pt x="54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32"/>
              <p:cNvSpPr/>
              <p:nvPr/>
            </p:nvSpPr>
            <p:spPr>
              <a:xfrm>
                <a:off x="3413355" y="2483276"/>
                <a:ext cx="10713" cy="2678"/>
              </a:xfrm>
              <a:custGeom>
                <a:rect b="b" l="l" r="r" t="t"/>
                <a:pathLst>
                  <a:path extrusionOk="0" h="61" w="244">
                    <a:moveTo>
                      <a:pt x="20" y="0"/>
                    </a:moveTo>
                    <a:cubicBezTo>
                      <a:pt x="3" y="0"/>
                      <a:pt x="1" y="25"/>
                      <a:pt x="16" y="29"/>
                    </a:cubicBezTo>
                    <a:cubicBezTo>
                      <a:pt x="83" y="53"/>
                      <a:pt x="145" y="60"/>
                      <a:pt x="213" y="60"/>
                    </a:cubicBezTo>
                    <a:cubicBezTo>
                      <a:pt x="214" y="61"/>
                      <a:pt x="215" y="61"/>
                      <a:pt x="216" y="61"/>
                    </a:cubicBezTo>
                    <a:cubicBezTo>
                      <a:pt x="244" y="61"/>
                      <a:pt x="243" y="17"/>
                      <a:pt x="213" y="17"/>
                    </a:cubicBezTo>
                    <a:cubicBezTo>
                      <a:pt x="198" y="18"/>
                      <a:pt x="183" y="18"/>
                      <a:pt x="168" y="18"/>
                    </a:cubicBezTo>
                    <a:cubicBezTo>
                      <a:pt x="120" y="18"/>
                      <a:pt x="72" y="13"/>
                      <a:pt x="23" y="1"/>
                    </a:cubicBezTo>
                    <a:cubicBezTo>
                      <a:pt x="22" y="1"/>
                      <a:pt x="21" y="0"/>
                      <a:pt x="20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32"/>
              <p:cNvSpPr/>
              <p:nvPr/>
            </p:nvSpPr>
            <p:spPr>
              <a:xfrm>
                <a:off x="3403476" y="2412284"/>
                <a:ext cx="3468" cy="176"/>
              </a:xfrm>
              <a:custGeom>
                <a:rect b="b" l="l" r="r" t="t"/>
                <a:pathLst>
                  <a:path extrusionOk="0" h="4" w="79">
                    <a:moveTo>
                      <a:pt x="0" y="0"/>
                    </a:moveTo>
                    <a:lnTo>
                      <a:pt x="0" y="4"/>
                    </a:lnTo>
                    <a:lnTo>
                      <a:pt x="75" y="4"/>
                    </a:lnTo>
                    <a:cubicBezTo>
                      <a:pt x="79" y="4"/>
                      <a:pt x="79" y="0"/>
                      <a:pt x="75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32"/>
              <p:cNvSpPr/>
              <p:nvPr/>
            </p:nvSpPr>
            <p:spPr>
              <a:xfrm>
                <a:off x="3373972" y="2572356"/>
                <a:ext cx="19801" cy="4259"/>
              </a:xfrm>
              <a:custGeom>
                <a:rect b="b" l="l" r="r" t="t"/>
                <a:pathLst>
                  <a:path extrusionOk="0" h="97" w="451">
                    <a:moveTo>
                      <a:pt x="40" y="1"/>
                    </a:moveTo>
                    <a:cubicBezTo>
                      <a:pt x="13" y="4"/>
                      <a:pt x="1" y="40"/>
                      <a:pt x="24" y="56"/>
                    </a:cubicBezTo>
                    <a:cubicBezTo>
                      <a:pt x="84" y="89"/>
                      <a:pt x="159" y="96"/>
                      <a:pt x="235" y="96"/>
                    </a:cubicBezTo>
                    <a:cubicBezTo>
                      <a:pt x="295" y="96"/>
                      <a:pt x="355" y="92"/>
                      <a:pt x="407" y="92"/>
                    </a:cubicBezTo>
                    <a:cubicBezTo>
                      <a:pt x="451" y="92"/>
                      <a:pt x="451" y="20"/>
                      <a:pt x="407" y="20"/>
                    </a:cubicBezTo>
                    <a:lnTo>
                      <a:pt x="222" y="20"/>
                    </a:lnTo>
                    <a:cubicBezTo>
                      <a:pt x="163" y="17"/>
                      <a:pt x="99" y="1"/>
                      <a:pt x="40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32"/>
              <p:cNvSpPr/>
              <p:nvPr/>
            </p:nvSpPr>
            <p:spPr>
              <a:xfrm>
                <a:off x="3354654" y="2621704"/>
                <a:ext cx="21689" cy="4961"/>
              </a:xfrm>
              <a:custGeom>
                <a:rect b="b" l="l" r="r" t="t"/>
                <a:pathLst>
                  <a:path extrusionOk="0" h="113" w="494">
                    <a:moveTo>
                      <a:pt x="457" y="1"/>
                    </a:moveTo>
                    <a:cubicBezTo>
                      <a:pt x="454" y="1"/>
                      <a:pt x="452" y="1"/>
                      <a:pt x="449" y="2"/>
                    </a:cubicBezTo>
                    <a:cubicBezTo>
                      <a:pt x="302" y="25"/>
                      <a:pt x="156" y="49"/>
                      <a:pt x="14" y="88"/>
                    </a:cubicBezTo>
                    <a:cubicBezTo>
                      <a:pt x="0" y="92"/>
                      <a:pt x="6" y="112"/>
                      <a:pt x="19" y="112"/>
                    </a:cubicBezTo>
                    <a:cubicBezTo>
                      <a:pt x="21" y="112"/>
                      <a:pt x="22" y="112"/>
                      <a:pt x="23" y="112"/>
                    </a:cubicBezTo>
                    <a:cubicBezTo>
                      <a:pt x="165" y="80"/>
                      <a:pt x="311" y="68"/>
                      <a:pt x="457" y="53"/>
                    </a:cubicBezTo>
                    <a:cubicBezTo>
                      <a:pt x="494" y="49"/>
                      <a:pt x="489" y="1"/>
                      <a:pt x="457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32"/>
              <p:cNvSpPr/>
              <p:nvPr/>
            </p:nvSpPr>
            <p:spPr>
              <a:xfrm rot="270453">
                <a:off x="3050438" y="2731255"/>
                <a:ext cx="582366" cy="849982"/>
              </a:xfrm>
              <a:custGeom>
                <a:rect b="b" l="l" r="r" t="t"/>
                <a:pathLst>
                  <a:path extrusionOk="0" h="13172" w="15594">
                    <a:moveTo>
                      <a:pt x="7905" y="0"/>
                    </a:moveTo>
                    <a:cubicBezTo>
                      <a:pt x="3356" y="0"/>
                      <a:pt x="423" y="578"/>
                      <a:pt x="423" y="578"/>
                    </a:cubicBezTo>
                    <a:cubicBezTo>
                      <a:pt x="0" y="3956"/>
                      <a:pt x="916" y="12998"/>
                      <a:pt x="916" y="12998"/>
                    </a:cubicBezTo>
                    <a:cubicBezTo>
                      <a:pt x="2841" y="13128"/>
                      <a:pt x="5005" y="13171"/>
                      <a:pt x="7036" y="13171"/>
                    </a:cubicBezTo>
                    <a:cubicBezTo>
                      <a:pt x="11097" y="13171"/>
                      <a:pt x="14623" y="12998"/>
                      <a:pt x="14623" y="12998"/>
                    </a:cubicBezTo>
                    <a:cubicBezTo>
                      <a:pt x="14623" y="12998"/>
                      <a:pt x="15594" y="4939"/>
                      <a:pt x="14749" y="436"/>
                    </a:cubicBezTo>
                    <a:cubicBezTo>
                      <a:pt x="12229" y="113"/>
                      <a:pt x="9910" y="0"/>
                      <a:pt x="790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89" name="Google Shape;889;p32"/>
            <p:cNvSpPr/>
            <p:nvPr/>
          </p:nvSpPr>
          <p:spPr>
            <a:xfrm>
              <a:off x="721500" y="4632187"/>
              <a:ext cx="438063" cy="179112"/>
            </a:xfrm>
            <a:custGeom>
              <a:rect b="b" l="l" r="r" t="t"/>
              <a:pathLst>
                <a:path extrusionOk="0" h="4922" w="12038">
                  <a:moveTo>
                    <a:pt x="1915" y="0"/>
                  </a:moveTo>
                  <a:lnTo>
                    <a:pt x="1" y="2052"/>
                  </a:lnTo>
                  <a:lnTo>
                    <a:pt x="3284" y="4649"/>
                  </a:lnTo>
                  <a:lnTo>
                    <a:pt x="12038" y="4921"/>
                  </a:lnTo>
                  <a:cubicBezTo>
                    <a:pt x="12038" y="4921"/>
                    <a:pt x="6701" y="3272"/>
                    <a:pt x="5947" y="3272"/>
                  </a:cubicBezTo>
                  <a:cubicBezTo>
                    <a:pt x="5918" y="3272"/>
                    <a:pt x="5896" y="3274"/>
                    <a:pt x="5881" y="3279"/>
                  </a:cubicBezTo>
                  <a:cubicBezTo>
                    <a:pt x="5871" y="3282"/>
                    <a:pt x="5860" y="3284"/>
                    <a:pt x="5847" y="3284"/>
                  </a:cubicBezTo>
                  <a:cubicBezTo>
                    <a:pt x="5350" y="3284"/>
                    <a:pt x="3008" y="683"/>
                    <a:pt x="3008" y="683"/>
                  </a:cubicBezTo>
                  <a:lnTo>
                    <a:pt x="19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2"/>
            <p:cNvSpPr/>
            <p:nvPr/>
          </p:nvSpPr>
          <p:spPr>
            <a:xfrm>
              <a:off x="1277260" y="1702962"/>
              <a:ext cx="569758" cy="666883"/>
            </a:xfrm>
            <a:custGeom>
              <a:rect b="b" l="l" r="r" t="t"/>
              <a:pathLst>
                <a:path extrusionOk="0" h="18326" w="15657">
                  <a:moveTo>
                    <a:pt x="1473" y="1"/>
                  </a:moveTo>
                  <a:cubicBezTo>
                    <a:pt x="1351" y="1"/>
                    <a:pt x="1257" y="11"/>
                    <a:pt x="1193" y="34"/>
                  </a:cubicBezTo>
                  <a:cubicBezTo>
                    <a:pt x="0" y="460"/>
                    <a:pt x="88" y="16878"/>
                    <a:pt x="88" y="16878"/>
                  </a:cubicBezTo>
                  <a:lnTo>
                    <a:pt x="15486" y="18326"/>
                  </a:lnTo>
                  <a:lnTo>
                    <a:pt x="14038" y="11096"/>
                  </a:lnTo>
                  <a:cubicBezTo>
                    <a:pt x="14038" y="11096"/>
                    <a:pt x="15657" y="5907"/>
                    <a:pt x="15060" y="4628"/>
                  </a:cubicBezTo>
                  <a:cubicBezTo>
                    <a:pt x="14496" y="3421"/>
                    <a:pt x="3641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2"/>
            <p:cNvSpPr/>
            <p:nvPr/>
          </p:nvSpPr>
          <p:spPr>
            <a:xfrm>
              <a:off x="1432092" y="1893019"/>
              <a:ext cx="411935" cy="585115"/>
            </a:xfrm>
            <a:custGeom>
              <a:rect b="b" l="l" r="r" t="t"/>
              <a:pathLst>
                <a:path extrusionOk="0" h="16079" w="11320">
                  <a:moveTo>
                    <a:pt x="8169" y="1"/>
                  </a:moveTo>
                  <a:cubicBezTo>
                    <a:pt x="7743" y="1788"/>
                    <a:pt x="3406" y="5190"/>
                    <a:pt x="3406" y="5190"/>
                  </a:cubicBezTo>
                  <a:cubicBezTo>
                    <a:pt x="3406" y="5190"/>
                    <a:pt x="3514" y="4102"/>
                    <a:pt x="2644" y="4102"/>
                  </a:cubicBezTo>
                  <a:cubicBezTo>
                    <a:pt x="2426" y="4102"/>
                    <a:pt x="2146" y="4171"/>
                    <a:pt x="1788" y="4342"/>
                  </a:cubicBezTo>
                  <a:cubicBezTo>
                    <a:pt x="0" y="5190"/>
                    <a:pt x="2641" y="6978"/>
                    <a:pt x="2641" y="6978"/>
                  </a:cubicBezTo>
                  <a:lnTo>
                    <a:pt x="1701" y="16079"/>
                  </a:lnTo>
                  <a:lnTo>
                    <a:pt x="3659" y="15740"/>
                  </a:lnTo>
                  <a:lnTo>
                    <a:pt x="4850" y="11315"/>
                  </a:lnTo>
                  <a:cubicBezTo>
                    <a:pt x="4850" y="11315"/>
                    <a:pt x="6401" y="11678"/>
                    <a:pt x="7974" y="11678"/>
                  </a:cubicBezTo>
                  <a:cubicBezTo>
                    <a:pt x="9634" y="11678"/>
                    <a:pt x="11319" y="11274"/>
                    <a:pt x="11231" y="9614"/>
                  </a:cubicBezTo>
                  <a:cubicBezTo>
                    <a:pt x="11062" y="6382"/>
                    <a:pt x="8169" y="1"/>
                    <a:pt x="8169" y="1"/>
                  </a:cubicBezTo>
                  <a:close/>
                </a:path>
              </a:pathLst>
            </a:custGeom>
            <a:solidFill>
              <a:srgbClr val="FFBB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2"/>
            <p:cNvSpPr/>
            <p:nvPr/>
          </p:nvSpPr>
          <p:spPr>
            <a:xfrm>
              <a:off x="1562617" y="2556633"/>
              <a:ext cx="582386" cy="657058"/>
            </a:xfrm>
            <a:custGeom>
              <a:rect b="b" l="l" r="r" t="t"/>
              <a:pathLst>
                <a:path extrusionOk="0" h="18056" w="16004">
                  <a:moveTo>
                    <a:pt x="549" y="0"/>
                  </a:moveTo>
                  <a:lnTo>
                    <a:pt x="1" y="12310"/>
                  </a:lnTo>
                  <a:lnTo>
                    <a:pt x="15459" y="18056"/>
                  </a:lnTo>
                  <a:lnTo>
                    <a:pt x="16003" y="15865"/>
                  </a:lnTo>
                  <a:cubicBezTo>
                    <a:pt x="16003" y="15865"/>
                    <a:pt x="4926" y="11216"/>
                    <a:pt x="4377" y="10944"/>
                  </a:cubicBezTo>
                  <a:cubicBezTo>
                    <a:pt x="3832" y="10668"/>
                    <a:pt x="549" y="410"/>
                    <a:pt x="5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2"/>
            <p:cNvSpPr/>
            <p:nvPr/>
          </p:nvSpPr>
          <p:spPr>
            <a:xfrm>
              <a:off x="1385260" y="2449178"/>
              <a:ext cx="385370" cy="770995"/>
            </a:xfrm>
            <a:custGeom>
              <a:rect b="b" l="l" r="r" t="t"/>
              <a:pathLst>
                <a:path extrusionOk="0" h="21187" w="10590">
                  <a:moveTo>
                    <a:pt x="5131" y="1"/>
                  </a:moveTo>
                  <a:lnTo>
                    <a:pt x="1" y="1533"/>
                  </a:lnTo>
                  <a:lnTo>
                    <a:pt x="1966" y="19659"/>
                  </a:lnTo>
                  <a:lnTo>
                    <a:pt x="6442" y="21186"/>
                  </a:lnTo>
                  <a:lnTo>
                    <a:pt x="10589" y="6880"/>
                  </a:lnTo>
                  <a:lnTo>
                    <a:pt x="51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2"/>
            <p:cNvSpPr/>
            <p:nvPr/>
          </p:nvSpPr>
          <p:spPr>
            <a:xfrm>
              <a:off x="791147" y="3164536"/>
              <a:ext cx="1115062" cy="1537405"/>
            </a:xfrm>
            <a:custGeom>
              <a:rect b="b" l="l" r="r" t="t"/>
              <a:pathLst>
                <a:path extrusionOk="0" h="42248" w="30642">
                  <a:moveTo>
                    <a:pt x="18293" y="0"/>
                  </a:moveTo>
                  <a:cubicBezTo>
                    <a:pt x="18293" y="0"/>
                    <a:pt x="10944" y="1898"/>
                    <a:pt x="12858" y="11745"/>
                  </a:cubicBezTo>
                  <a:cubicBezTo>
                    <a:pt x="10669" y="20088"/>
                    <a:pt x="9441" y="26516"/>
                    <a:pt x="9441" y="26516"/>
                  </a:cubicBezTo>
                  <a:lnTo>
                    <a:pt x="1" y="40333"/>
                  </a:lnTo>
                  <a:lnTo>
                    <a:pt x="1232" y="41426"/>
                  </a:lnTo>
                  <a:lnTo>
                    <a:pt x="13951" y="26789"/>
                  </a:lnTo>
                  <a:lnTo>
                    <a:pt x="18605" y="13658"/>
                  </a:lnTo>
                  <a:lnTo>
                    <a:pt x="24623" y="25151"/>
                  </a:lnTo>
                  <a:cubicBezTo>
                    <a:pt x="24623" y="25151"/>
                    <a:pt x="23665" y="35546"/>
                    <a:pt x="29272" y="42247"/>
                  </a:cubicBezTo>
                  <a:cubicBezTo>
                    <a:pt x="30503" y="41426"/>
                    <a:pt x="30641" y="41016"/>
                    <a:pt x="30641" y="41016"/>
                  </a:cubicBezTo>
                  <a:lnTo>
                    <a:pt x="22769" y="1527"/>
                  </a:lnTo>
                  <a:lnTo>
                    <a:pt x="182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2"/>
            <p:cNvSpPr/>
            <p:nvPr/>
          </p:nvSpPr>
          <p:spPr>
            <a:xfrm>
              <a:off x="1856272" y="4657004"/>
              <a:ext cx="388245" cy="159315"/>
            </a:xfrm>
            <a:custGeom>
              <a:rect b="b" l="l" r="r" t="t"/>
              <a:pathLst>
                <a:path extrusionOk="0" h="4378" w="10669">
                  <a:moveTo>
                    <a:pt x="1370" y="1"/>
                  </a:moveTo>
                  <a:lnTo>
                    <a:pt x="1" y="1232"/>
                  </a:lnTo>
                  <a:lnTo>
                    <a:pt x="2053" y="4378"/>
                  </a:lnTo>
                  <a:lnTo>
                    <a:pt x="10669" y="139"/>
                  </a:lnTo>
                  <a:lnTo>
                    <a:pt x="2736" y="1094"/>
                  </a:lnTo>
                  <a:lnTo>
                    <a:pt x="13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2"/>
            <p:cNvSpPr/>
            <p:nvPr/>
          </p:nvSpPr>
          <p:spPr>
            <a:xfrm>
              <a:off x="2125109" y="3133934"/>
              <a:ext cx="223944" cy="203384"/>
            </a:xfrm>
            <a:custGeom>
              <a:rect b="b" l="l" r="r" t="t"/>
              <a:pathLst>
                <a:path extrusionOk="0" h="5589" w="6154">
                  <a:moveTo>
                    <a:pt x="545" y="0"/>
                  </a:moveTo>
                  <a:lnTo>
                    <a:pt x="1" y="2191"/>
                  </a:lnTo>
                  <a:lnTo>
                    <a:pt x="135" y="4787"/>
                  </a:lnTo>
                  <a:cubicBezTo>
                    <a:pt x="135" y="4787"/>
                    <a:pt x="795" y="5588"/>
                    <a:pt x="1754" y="5588"/>
                  </a:cubicBezTo>
                  <a:cubicBezTo>
                    <a:pt x="2430" y="5588"/>
                    <a:pt x="3255" y="5190"/>
                    <a:pt x="4102" y="3832"/>
                  </a:cubicBezTo>
                  <a:cubicBezTo>
                    <a:pt x="6153" y="549"/>
                    <a:pt x="545" y="0"/>
                    <a:pt x="545" y="0"/>
                  </a:cubicBezTo>
                  <a:close/>
                </a:path>
              </a:pathLst>
            </a:custGeom>
            <a:solidFill>
              <a:srgbClr val="FFBB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2"/>
            <p:cNvSpPr/>
            <p:nvPr/>
          </p:nvSpPr>
          <p:spPr>
            <a:xfrm>
              <a:off x="2100110" y="3156640"/>
              <a:ext cx="204112" cy="167976"/>
            </a:xfrm>
            <a:custGeom>
              <a:rect b="b" l="l" r="r" t="t"/>
              <a:pathLst>
                <a:path extrusionOk="0" h="4616" w="5609">
                  <a:moveTo>
                    <a:pt x="3488" y="0"/>
                  </a:moveTo>
                  <a:cubicBezTo>
                    <a:pt x="2192" y="0"/>
                    <a:pt x="550" y="607"/>
                    <a:pt x="550" y="607"/>
                  </a:cubicBezTo>
                  <a:lnTo>
                    <a:pt x="1" y="2249"/>
                  </a:lnTo>
                  <a:cubicBezTo>
                    <a:pt x="1" y="2249"/>
                    <a:pt x="960" y="3618"/>
                    <a:pt x="2330" y="4440"/>
                  </a:cubicBezTo>
                  <a:cubicBezTo>
                    <a:pt x="2535" y="4563"/>
                    <a:pt x="2700" y="4615"/>
                    <a:pt x="2832" y="4615"/>
                  </a:cubicBezTo>
                  <a:cubicBezTo>
                    <a:pt x="3581" y="4615"/>
                    <a:pt x="3285" y="2936"/>
                    <a:pt x="3285" y="2936"/>
                  </a:cubicBezTo>
                  <a:cubicBezTo>
                    <a:pt x="3285" y="2936"/>
                    <a:pt x="5609" y="1977"/>
                    <a:pt x="4926" y="607"/>
                  </a:cubicBezTo>
                  <a:cubicBezTo>
                    <a:pt x="4699" y="152"/>
                    <a:pt x="4137" y="0"/>
                    <a:pt x="3488" y="0"/>
                  </a:cubicBezTo>
                  <a:close/>
                </a:path>
              </a:pathLst>
            </a:custGeom>
            <a:solidFill>
              <a:srgbClr val="FFBB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2"/>
            <p:cNvSpPr/>
            <p:nvPr/>
          </p:nvSpPr>
          <p:spPr>
            <a:xfrm>
              <a:off x="1413243" y="2511802"/>
              <a:ext cx="706949" cy="726708"/>
            </a:xfrm>
            <a:custGeom>
              <a:rect b="b" l="l" r="r" t="t"/>
              <a:pathLst>
                <a:path extrusionOk="0" h="19970" w="19427">
                  <a:moveTo>
                    <a:pt x="3971" y="1"/>
                  </a:moveTo>
                  <a:lnTo>
                    <a:pt x="1" y="1642"/>
                  </a:lnTo>
                  <a:lnTo>
                    <a:pt x="5337" y="16004"/>
                  </a:lnTo>
                  <a:lnTo>
                    <a:pt x="18877" y="19970"/>
                  </a:lnTo>
                  <a:lnTo>
                    <a:pt x="19426" y="18328"/>
                  </a:lnTo>
                  <a:lnTo>
                    <a:pt x="7250" y="12587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2"/>
            <p:cNvSpPr/>
            <p:nvPr/>
          </p:nvSpPr>
          <p:spPr>
            <a:xfrm>
              <a:off x="1413243" y="2511802"/>
              <a:ext cx="715682" cy="735660"/>
            </a:xfrm>
            <a:custGeom>
              <a:rect b="b" l="l" r="r" t="t"/>
              <a:pathLst>
                <a:path extrusionOk="0" h="20216" w="19667">
                  <a:moveTo>
                    <a:pt x="3971" y="1"/>
                  </a:moveTo>
                  <a:lnTo>
                    <a:pt x="5527" y="6316"/>
                  </a:lnTo>
                  <a:lnTo>
                    <a:pt x="7113" y="12622"/>
                  </a:lnTo>
                  <a:lnTo>
                    <a:pt x="7128" y="12685"/>
                  </a:lnTo>
                  <a:lnTo>
                    <a:pt x="7192" y="12717"/>
                  </a:lnTo>
                  <a:cubicBezTo>
                    <a:pt x="11177" y="14645"/>
                    <a:pt x="15189" y="16523"/>
                    <a:pt x="19186" y="18432"/>
                  </a:cubicBezTo>
                  <a:lnTo>
                    <a:pt x="19186" y="18432"/>
                  </a:lnTo>
                  <a:lnTo>
                    <a:pt x="18752" y="19728"/>
                  </a:lnTo>
                  <a:lnTo>
                    <a:pt x="5457" y="15871"/>
                  </a:lnTo>
                  <a:lnTo>
                    <a:pt x="2768" y="8790"/>
                  </a:lnTo>
                  <a:lnTo>
                    <a:pt x="1" y="1642"/>
                  </a:lnTo>
                  <a:lnTo>
                    <a:pt x="2574" y="8861"/>
                  </a:lnTo>
                  <a:lnTo>
                    <a:pt x="5187" y="16059"/>
                  </a:lnTo>
                  <a:lnTo>
                    <a:pt x="5214" y="16134"/>
                  </a:lnTo>
                  <a:lnTo>
                    <a:pt x="5294" y="16158"/>
                  </a:lnTo>
                  <a:lnTo>
                    <a:pt x="18822" y="20164"/>
                  </a:lnTo>
                  <a:lnTo>
                    <a:pt x="19008" y="20215"/>
                  </a:lnTo>
                  <a:lnTo>
                    <a:pt x="19066" y="20033"/>
                  </a:lnTo>
                  <a:lnTo>
                    <a:pt x="19611" y="18392"/>
                  </a:lnTo>
                  <a:lnTo>
                    <a:pt x="19667" y="18226"/>
                  </a:lnTo>
                  <a:lnTo>
                    <a:pt x="19509" y="18155"/>
                  </a:lnTo>
                  <a:cubicBezTo>
                    <a:pt x="15462" y="16266"/>
                    <a:pt x="11429" y="14349"/>
                    <a:pt x="7371" y="12482"/>
                  </a:cubicBezTo>
                  <a:lnTo>
                    <a:pt x="7371" y="12482"/>
                  </a:lnTo>
                  <a:lnTo>
                    <a:pt x="5696" y="62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2"/>
            <p:cNvSpPr/>
            <p:nvPr/>
          </p:nvSpPr>
          <p:spPr>
            <a:xfrm>
              <a:off x="2272882" y="3396839"/>
              <a:ext cx="1531109" cy="703783"/>
            </a:xfrm>
            <a:custGeom>
              <a:rect b="b" l="l" r="r" t="t"/>
              <a:pathLst>
                <a:path extrusionOk="0" h="19340" w="42075">
                  <a:moveTo>
                    <a:pt x="41321" y="601"/>
                  </a:moveTo>
                  <a:lnTo>
                    <a:pt x="34170" y="18740"/>
                  </a:lnTo>
                  <a:lnTo>
                    <a:pt x="7771" y="18740"/>
                  </a:lnTo>
                  <a:lnTo>
                    <a:pt x="755" y="601"/>
                  </a:lnTo>
                  <a:close/>
                  <a:moveTo>
                    <a:pt x="316" y="1"/>
                  </a:moveTo>
                  <a:cubicBezTo>
                    <a:pt x="218" y="1"/>
                    <a:pt x="123" y="48"/>
                    <a:pt x="68" y="132"/>
                  </a:cubicBezTo>
                  <a:cubicBezTo>
                    <a:pt x="12" y="210"/>
                    <a:pt x="1" y="317"/>
                    <a:pt x="36" y="407"/>
                  </a:cubicBezTo>
                  <a:lnTo>
                    <a:pt x="7286" y="19146"/>
                  </a:lnTo>
                  <a:cubicBezTo>
                    <a:pt x="7329" y="19264"/>
                    <a:pt x="7440" y="19339"/>
                    <a:pt x="7566" y="19339"/>
                  </a:cubicBezTo>
                  <a:lnTo>
                    <a:pt x="34375" y="19339"/>
                  </a:lnTo>
                  <a:cubicBezTo>
                    <a:pt x="34497" y="19339"/>
                    <a:pt x="34607" y="19264"/>
                    <a:pt x="34655" y="19150"/>
                  </a:cubicBezTo>
                  <a:lnTo>
                    <a:pt x="42039" y="412"/>
                  </a:lnTo>
                  <a:cubicBezTo>
                    <a:pt x="42075" y="317"/>
                    <a:pt x="42062" y="214"/>
                    <a:pt x="42007" y="132"/>
                  </a:cubicBezTo>
                  <a:cubicBezTo>
                    <a:pt x="41952" y="48"/>
                    <a:pt x="41858" y="1"/>
                    <a:pt x="417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2"/>
            <p:cNvSpPr/>
            <p:nvPr/>
          </p:nvSpPr>
          <p:spPr>
            <a:xfrm>
              <a:off x="2382338" y="4078684"/>
              <a:ext cx="1212115" cy="519649"/>
            </a:xfrm>
            <a:custGeom>
              <a:rect b="b" l="l" r="r" t="t"/>
              <a:pathLst>
                <a:path extrusionOk="0" h="14280" w="33309">
                  <a:moveTo>
                    <a:pt x="4557" y="0"/>
                  </a:moveTo>
                  <a:cubicBezTo>
                    <a:pt x="4429" y="0"/>
                    <a:pt x="4309" y="82"/>
                    <a:pt x="4270" y="210"/>
                  </a:cubicBezTo>
                  <a:lnTo>
                    <a:pt x="28" y="13889"/>
                  </a:lnTo>
                  <a:cubicBezTo>
                    <a:pt x="0" y="13980"/>
                    <a:pt x="20" y="14078"/>
                    <a:pt x="75" y="14157"/>
                  </a:cubicBezTo>
                  <a:cubicBezTo>
                    <a:pt x="130" y="14233"/>
                    <a:pt x="221" y="14280"/>
                    <a:pt x="316" y="14280"/>
                  </a:cubicBezTo>
                  <a:lnTo>
                    <a:pt x="33009" y="14280"/>
                  </a:lnTo>
                  <a:cubicBezTo>
                    <a:pt x="33174" y="14280"/>
                    <a:pt x="33309" y="14145"/>
                    <a:pt x="33309" y="13980"/>
                  </a:cubicBezTo>
                  <a:cubicBezTo>
                    <a:pt x="33309" y="13814"/>
                    <a:pt x="33174" y="13679"/>
                    <a:pt x="33009" y="13679"/>
                  </a:cubicBezTo>
                  <a:lnTo>
                    <a:pt x="722" y="13679"/>
                  </a:lnTo>
                  <a:lnTo>
                    <a:pt x="4842" y="388"/>
                  </a:lnTo>
                  <a:cubicBezTo>
                    <a:pt x="4894" y="230"/>
                    <a:pt x="4803" y="64"/>
                    <a:pt x="4645" y="13"/>
                  </a:cubicBezTo>
                  <a:cubicBezTo>
                    <a:pt x="4616" y="4"/>
                    <a:pt x="4586" y="0"/>
                    <a:pt x="4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2"/>
            <p:cNvSpPr/>
            <p:nvPr/>
          </p:nvSpPr>
          <p:spPr>
            <a:xfrm>
              <a:off x="2212150" y="3267370"/>
              <a:ext cx="84643" cy="151382"/>
            </a:xfrm>
            <a:custGeom>
              <a:rect b="b" l="l" r="r" t="t"/>
              <a:pathLst>
                <a:path extrusionOk="0" h="4160" w="2326">
                  <a:moveTo>
                    <a:pt x="342" y="0"/>
                  </a:moveTo>
                  <a:cubicBezTo>
                    <a:pt x="300" y="0"/>
                    <a:pt x="258" y="9"/>
                    <a:pt x="218" y="27"/>
                  </a:cubicBezTo>
                  <a:cubicBezTo>
                    <a:pt x="67" y="98"/>
                    <a:pt x="0" y="276"/>
                    <a:pt x="71" y="426"/>
                  </a:cubicBezTo>
                  <a:lnTo>
                    <a:pt x="1714" y="3985"/>
                  </a:lnTo>
                  <a:cubicBezTo>
                    <a:pt x="1765" y="4092"/>
                    <a:pt x="1871" y="4159"/>
                    <a:pt x="1985" y="4159"/>
                  </a:cubicBezTo>
                  <a:cubicBezTo>
                    <a:pt x="2025" y="4159"/>
                    <a:pt x="2069" y="4151"/>
                    <a:pt x="2112" y="4131"/>
                  </a:cubicBezTo>
                  <a:cubicBezTo>
                    <a:pt x="2262" y="4060"/>
                    <a:pt x="2325" y="3883"/>
                    <a:pt x="2258" y="3733"/>
                  </a:cubicBezTo>
                  <a:lnTo>
                    <a:pt x="616" y="177"/>
                  </a:lnTo>
                  <a:cubicBezTo>
                    <a:pt x="564" y="64"/>
                    <a:pt x="455" y="0"/>
                    <a:pt x="3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2"/>
            <p:cNvSpPr/>
            <p:nvPr/>
          </p:nvSpPr>
          <p:spPr>
            <a:xfrm>
              <a:off x="2179837" y="3223522"/>
              <a:ext cx="79585" cy="79767"/>
            </a:xfrm>
            <a:custGeom>
              <a:rect b="b" l="l" r="r" t="t"/>
              <a:pathLst>
                <a:path extrusionOk="0" h="2192" w="2187">
                  <a:moveTo>
                    <a:pt x="1094" y="1"/>
                  </a:moveTo>
                  <a:cubicBezTo>
                    <a:pt x="490" y="1"/>
                    <a:pt x="1" y="490"/>
                    <a:pt x="1" y="1098"/>
                  </a:cubicBezTo>
                  <a:cubicBezTo>
                    <a:pt x="1" y="1702"/>
                    <a:pt x="490" y="2192"/>
                    <a:pt x="1094" y="2192"/>
                  </a:cubicBezTo>
                  <a:cubicBezTo>
                    <a:pt x="1698" y="2192"/>
                    <a:pt x="2187" y="1702"/>
                    <a:pt x="2187" y="1098"/>
                  </a:cubicBezTo>
                  <a:cubicBezTo>
                    <a:pt x="2187" y="490"/>
                    <a:pt x="1698" y="1"/>
                    <a:pt x="10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2"/>
            <p:cNvSpPr/>
            <p:nvPr/>
          </p:nvSpPr>
          <p:spPr>
            <a:xfrm>
              <a:off x="2471199" y="3401788"/>
              <a:ext cx="248471" cy="693775"/>
            </a:xfrm>
            <a:custGeom>
              <a:rect b="b" l="l" r="r" t="t"/>
              <a:pathLst>
                <a:path extrusionOk="0" h="19065" w="6828">
                  <a:moveTo>
                    <a:pt x="337" y="0"/>
                  </a:moveTo>
                  <a:cubicBezTo>
                    <a:pt x="306" y="0"/>
                    <a:pt x="273" y="5"/>
                    <a:pt x="241" y="16"/>
                  </a:cubicBezTo>
                  <a:cubicBezTo>
                    <a:pt x="84" y="67"/>
                    <a:pt x="1" y="236"/>
                    <a:pt x="52" y="394"/>
                  </a:cubicBezTo>
                  <a:lnTo>
                    <a:pt x="6209" y="18859"/>
                  </a:lnTo>
                  <a:cubicBezTo>
                    <a:pt x="6248" y="18986"/>
                    <a:pt x="6367" y="19065"/>
                    <a:pt x="6493" y="19065"/>
                  </a:cubicBezTo>
                  <a:cubicBezTo>
                    <a:pt x="6525" y="19065"/>
                    <a:pt x="6556" y="19061"/>
                    <a:pt x="6587" y="19049"/>
                  </a:cubicBezTo>
                  <a:cubicBezTo>
                    <a:pt x="6746" y="18998"/>
                    <a:pt x="6828" y="18828"/>
                    <a:pt x="6777" y="18670"/>
                  </a:cubicBezTo>
                  <a:lnTo>
                    <a:pt x="620" y="205"/>
                  </a:lnTo>
                  <a:cubicBezTo>
                    <a:pt x="579" y="79"/>
                    <a:pt x="463" y="0"/>
                    <a:pt x="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2"/>
            <p:cNvSpPr/>
            <p:nvPr/>
          </p:nvSpPr>
          <p:spPr>
            <a:xfrm>
              <a:off x="2745349" y="3396803"/>
              <a:ext cx="133187" cy="693885"/>
            </a:xfrm>
            <a:custGeom>
              <a:rect b="b" l="l" r="r" t="t"/>
              <a:pathLst>
                <a:path extrusionOk="0" h="19068" w="3660">
                  <a:moveTo>
                    <a:pt x="331" y="1"/>
                  </a:moveTo>
                  <a:cubicBezTo>
                    <a:pt x="313" y="1"/>
                    <a:pt x="295" y="2"/>
                    <a:pt x="277" y="6"/>
                  </a:cubicBezTo>
                  <a:cubicBezTo>
                    <a:pt x="115" y="29"/>
                    <a:pt x="1" y="184"/>
                    <a:pt x="28" y="350"/>
                  </a:cubicBezTo>
                  <a:lnTo>
                    <a:pt x="3040" y="18815"/>
                  </a:lnTo>
                  <a:cubicBezTo>
                    <a:pt x="3064" y="18961"/>
                    <a:pt x="3190" y="19067"/>
                    <a:pt x="3336" y="19067"/>
                  </a:cubicBezTo>
                  <a:cubicBezTo>
                    <a:pt x="3352" y="19067"/>
                    <a:pt x="3367" y="19064"/>
                    <a:pt x="3383" y="19064"/>
                  </a:cubicBezTo>
                  <a:cubicBezTo>
                    <a:pt x="3549" y="19036"/>
                    <a:pt x="3659" y="18883"/>
                    <a:pt x="3632" y="18717"/>
                  </a:cubicBezTo>
                  <a:lnTo>
                    <a:pt x="620" y="251"/>
                  </a:lnTo>
                  <a:cubicBezTo>
                    <a:pt x="596" y="107"/>
                    <a:pt x="47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2"/>
            <p:cNvSpPr/>
            <p:nvPr/>
          </p:nvSpPr>
          <p:spPr>
            <a:xfrm>
              <a:off x="3010002" y="3396839"/>
              <a:ext cx="21907" cy="708804"/>
            </a:xfrm>
            <a:custGeom>
              <a:rect b="b" l="l" r="r" t="t"/>
              <a:pathLst>
                <a:path extrusionOk="0" h="19478" w="602">
                  <a:moveTo>
                    <a:pt x="301" y="1"/>
                  </a:moveTo>
                  <a:cubicBezTo>
                    <a:pt x="135" y="1"/>
                    <a:pt x="1" y="135"/>
                    <a:pt x="1" y="301"/>
                  </a:cubicBezTo>
                  <a:lnTo>
                    <a:pt x="1" y="19177"/>
                  </a:lnTo>
                  <a:cubicBezTo>
                    <a:pt x="1" y="19343"/>
                    <a:pt x="135" y="19477"/>
                    <a:pt x="301" y="19477"/>
                  </a:cubicBezTo>
                  <a:cubicBezTo>
                    <a:pt x="467" y="19477"/>
                    <a:pt x="601" y="19343"/>
                    <a:pt x="601" y="19177"/>
                  </a:cubicBezTo>
                  <a:lnTo>
                    <a:pt x="601" y="301"/>
                  </a:lnTo>
                  <a:cubicBezTo>
                    <a:pt x="601" y="135"/>
                    <a:pt x="467" y="1"/>
                    <a:pt x="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2"/>
            <p:cNvSpPr/>
            <p:nvPr/>
          </p:nvSpPr>
          <p:spPr>
            <a:xfrm>
              <a:off x="3188669" y="3411722"/>
              <a:ext cx="97707" cy="693921"/>
            </a:xfrm>
            <a:custGeom>
              <a:rect b="b" l="l" r="r" t="t"/>
              <a:pathLst>
                <a:path extrusionOk="0" h="19069" w="2685">
                  <a:moveTo>
                    <a:pt x="2363" y="1"/>
                  </a:moveTo>
                  <a:cubicBezTo>
                    <a:pt x="2210" y="1"/>
                    <a:pt x="2087" y="114"/>
                    <a:pt x="2068" y="267"/>
                  </a:cubicBezTo>
                  <a:lnTo>
                    <a:pt x="16" y="18733"/>
                  </a:lnTo>
                  <a:cubicBezTo>
                    <a:pt x="1" y="18899"/>
                    <a:pt x="119" y="19048"/>
                    <a:pt x="281" y="19065"/>
                  </a:cubicBezTo>
                  <a:cubicBezTo>
                    <a:pt x="293" y="19065"/>
                    <a:pt x="305" y="19068"/>
                    <a:pt x="316" y="19068"/>
                  </a:cubicBezTo>
                  <a:cubicBezTo>
                    <a:pt x="466" y="19068"/>
                    <a:pt x="597" y="18954"/>
                    <a:pt x="613" y="18799"/>
                  </a:cubicBezTo>
                  <a:lnTo>
                    <a:pt x="2664" y="335"/>
                  </a:lnTo>
                  <a:cubicBezTo>
                    <a:pt x="2684" y="169"/>
                    <a:pt x="2566" y="22"/>
                    <a:pt x="2400" y="3"/>
                  </a:cubicBezTo>
                  <a:cubicBezTo>
                    <a:pt x="2388" y="2"/>
                    <a:pt x="2375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2"/>
            <p:cNvSpPr/>
            <p:nvPr/>
          </p:nvSpPr>
          <p:spPr>
            <a:xfrm>
              <a:off x="3367299" y="3391818"/>
              <a:ext cx="178420" cy="708804"/>
            </a:xfrm>
            <a:custGeom>
              <a:rect b="b" l="l" r="r" t="t"/>
              <a:pathLst>
                <a:path extrusionOk="0" h="19478" w="4903">
                  <a:moveTo>
                    <a:pt x="4568" y="1"/>
                  </a:moveTo>
                  <a:cubicBezTo>
                    <a:pt x="4432" y="1"/>
                    <a:pt x="4309" y="95"/>
                    <a:pt x="4279" y="234"/>
                  </a:cubicBezTo>
                  <a:lnTo>
                    <a:pt x="37" y="19110"/>
                  </a:lnTo>
                  <a:cubicBezTo>
                    <a:pt x="1" y="19272"/>
                    <a:pt x="103" y="19434"/>
                    <a:pt x="265" y="19470"/>
                  </a:cubicBezTo>
                  <a:cubicBezTo>
                    <a:pt x="285" y="19473"/>
                    <a:pt x="309" y="19477"/>
                    <a:pt x="332" y="19477"/>
                  </a:cubicBezTo>
                  <a:cubicBezTo>
                    <a:pt x="467" y="19477"/>
                    <a:pt x="593" y="19382"/>
                    <a:pt x="624" y="19244"/>
                  </a:cubicBezTo>
                  <a:lnTo>
                    <a:pt x="4863" y="368"/>
                  </a:lnTo>
                  <a:cubicBezTo>
                    <a:pt x="4902" y="206"/>
                    <a:pt x="4800" y="44"/>
                    <a:pt x="4638" y="9"/>
                  </a:cubicBezTo>
                  <a:cubicBezTo>
                    <a:pt x="4615" y="3"/>
                    <a:pt x="4591" y="1"/>
                    <a:pt x="4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2"/>
            <p:cNvSpPr/>
            <p:nvPr/>
          </p:nvSpPr>
          <p:spPr>
            <a:xfrm>
              <a:off x="2543175" y="4651982"/>
              <a:ext cx="179257" cy="179257"/>
            </a:xfrm>
            <a:custGeom>
              <a:rect b="b" l="l" r="r" t="t"/>
              <a:pathLst>
                <a:path extrusionOk="0" h="4926" w="4926">
                  <a:moveTo>
                    <a:pt x="2463" y="1"/>
                  </a:moveTo>
                  <a:cubicBezTo>
                    <a:pt x="1101" y="1"/>
                    <a:pt x="1" y="1106"/>
                    <a:pt x="1" y="2463"/>
                  </a:cubicBezTo>
                  <a:cubicBezTo>
                    <a:pt x="1" y="3824"/>
                    <a:pt x="1101" y="4926"/>
                    <a:pt x="2463" y="4926"/>
                  </a:cubicBezTo>
                  <a:cubicBezTo>
                    <a:pt x="3820" y="4926"/>
                    <a:pt x="4926" y="3824"/>
                    <a:pt x="4926" y="2463"/>
                  </a:cubicBezTo>
                  <a:cubicBezTo>
                    <a:pt x="4926" y="1106"/>
                    <a:pt x="3820" y="1"/>
                    <a:pt x="24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2"/>
            <p:cNvSpPr/>
            <p:nvPr/>
          </p:nvSpPr>
          <p:spPr>
            <a:xfrm>
              <a:off x="3294668" y="4651982"/>
              <a:ext cx="179257" cy="179257"/>
            </a:xfrm>
            <a:custGeom>
              <a:rect b="b" l="l" r="r" t="t"/>
              <a:pathLst>
                <a:path extrusionOk="0" h="4926" w="4926">
                  <a:moveTo>
                    <a:pt x="2463" y="1"/>
                  </a:moveTo>
                  <a:cubicBezTo>
                    <a:pt x="1105" y="1"/>
                    <a:pt x="0" y="1106"/>
                    <a:pt x="0" y="2463"/>
                  </a:cubicBezTo>
                  <a:cubicBezTo>
                    <a:pt x="0" y="3824"/>
                    <a:pt x="1105" y="4926"/>
                    <a:pt x="2463" y="4926"/>
                  </a:cubicBezTo>
                  <a:cubicBezTo>
                    <a:pt x="3824" y="4926"/>
                    <a:pt x="4926" y="3824"/>
                    <a:pt x="4926" y="2463"/>
                  </a:cubicBezTo>
                  <a:cubicBezTo>
                    <a:pt x="4926" y="1106"/>
                    <a:pt x="3824" y="1"/>
                    <a:pt x="24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2"/>
            <p:cNvSpPr/>
            <p:nvPr/>
          </p:nvSpPr>
          <p:spPr>
            <a:xfrm>
              <a:off x="2578072" y="4582335"/>
              <a:ext cx="94541" cy="119541"/>
            </a:xfrm>
            <a:custGeom>
              <a:rect b="b" l="l" r="r" t="t"/>
              <a:pathLst>
                <a:path extrusionOk="0" h="3285" w="2598">
                  <a:moveTo>
                    <a:pt x="2459" y="0"/>
                  </a:moveTo>
                  <a:lnTo>
                    <a:pt x="0" y="411"/>
                  </a:lnTo>
                  <a:lnTo>
                    <a:pt x="1638" y="3284"/>
                  </a:lnTo>
                  <a:lnTo>
                    <a:pt x="2597" y="3284"/>
                  </a:lnTo>
                  <a:lnTo>
                    <a:pt x="24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2"/>
            <p:cNvSpPr/>
            <p:nvPr/>
          </p:nvSpPr>
          <p:spPr>
            <a:xfrm>
              <a:off x="3329528" y="4582335"/>
              <a:ext cx="94687" cy="119541"/>
            </a:xfrm>
            <a:custGeom>
              <a:rect b="b" l="l" r="r" t="t"/>
              <a:pathLst>
                <a:path extrusionOk="0" h="3285" w="2602">
                  <a:moveTo>
                    <a:pt x="2463" y="0"/>
                  </a:moveTo>
                  <a:lnTo>
                    <a:pt x="1" y="411"/>
                  </a:lnTo>
                  <a:lnTo>
                    <a:pt x="1643" y="3284"/>
                  </a:lnTo>
                  <a:lnTo>
                    <a:pt x="2602" y="3284"/>
                  </a:lnTo>
                  <a:lnTo>
                    <a:pt x="24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2"/>
            <p:cNvSpPr/>
            <p:nvPr/>
          </p:nvSpPr>
          <p:spPr>
            <a:xfrm>
              <a:off x="1468117" y="3283271"/>
              <a:ext cx="101455" cy="378310"/>
            </a:xfrm>
            <a:custGeom>
              <a:rect b="b" l="l" r="r" t="t"/>
              <a:pathLst>
                <a:path extrusionOk="0" h="10396" w="2788">
                  <a:moveTo>
                    <a:pt x="684" y="0"/>
                  </a:moveTo>
                  <a:cubicBezTo>
                    <a:pt x="822" y="245"/>
                    <a:pt x="968" y="482"/>
                    <a:pt x="1114" y="719"/>
                  </a:cubicBezTo>
                  <a:cubicBezTo>
                    <a:pt x="1260" y="956"/>
                    <a:pt x="1398" y="1200"/>
                    <a:pt x="1551" y="1429"/>
                  </a:cubicBezTo>
                  <a:lnTo>
                    <a:pt x="2409" y="2755"/>
                  </a:lnTo>
                  <a:lnTo>
                    <a:pt x="2409" y="2755"/>
                  </a:lnTo>
                  <a:cubicBezTo>
                    <a:pt x="1953" y="3997"/>
                    <a:pt x="1532" y="5251"/>
                    <a:pt x="1125" y="6508"/>
                  </a:cubicBezTo>
                  <a:cubicBezTo>
                    <a:pt x="917" y="7147"/>
                    <a:pt x="727" y="7795"/>
                    <a:pt x="533" y="8442"/>
                  </a:cubicBezTo>
                  <a:cubicBezTo>
                    <a:pt x="336" y="9089"/>
                    <a:pt x="167" y="9741"/>
                    <a:pt x="1" y="10395"/>
                  </a:cubicBezTo>
                  <a:cubicBezTo>
                    <a:pt x="265" y="9776"/>
                    <a:pt x="526" y="9153"/>
                    <a:pt x="762" y="8521"/>
                  </a:cubicBezTo>
                  <a:cubicBezTo>
                    <a:pt x="1007" y="7890"/>
                    <a:pt x="1248" y="7262"/>
                    <a:pt x="1473" y="6626"/>
                  </a:cubicBezTo>
                  <a:cubicBezTo>
                    <a:pt x="1926" y="5356"/>
                    <a:pt x="2361" y="4081"/>
                    <a:pt x="2759" y="2790"/>
                  </a:cubicBezTo>
                  <a:lnTo>
                    <a:pt x="2787" y="2704"/>
                  </a:lnTo>
                  <a:lnTo>
                    <a:pt x="2740" y="2641"/>
                  </a:lnTo>
                  <a:lnTo>
                    <a:pt x="1729" y="1307"/>
                  </a:lnTo>
                  <a:cubicBezTo>
                    <a:pt x="1564" y="1082"/>
                    <a:pt x="1382" y="869"/>
                    <a:pt x="1212" y="652"/>
                  </a:cubicBezTo>
                  <a:cubicBezTo>
                    <a:pt x="1039" y="431"/>
                    <a:pt x="865" y="213"/>
                    <a:pt x="6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2"/>
            <p:cNvSpPr/>
            <p:nvPr/>
          </p:nvSpPr>
          <p:spPr>
            <a:xfrm>
              <a:off x="2567992" y="4094659"/>
              <a:ext cx="36" cy="36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400">
              <a:solidFill>
                <a:srgbClr val="00A0A0"/>
              </a:solidFill>
              <a:prstDash val="solid"/>
              <a:miter lim="9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2"/>
            <p:cNvSpPr/>
            <p:nvPr/>
          </p:nvSpPr>
          <p:spPr>
            <a:xfrm>
              <a:off x="1745978" y="2114878"/>
              <a:ext cx="77765" cy="99454"/>
            </a:xfrm>
            <a:custGeom>
              <a:rect b="b" l="l" r="r" t="t"/>
              <a:pathLst>
                <a:path extrusionOk="0" h="2733" w="2137">
                  <a:moveTo>
                    <a:pt x="1772" y="1834"/>
                  </a:moveTo>
                  <a:cubicBezTo>
                    <a:pt x="1772" y="1834"/>
                    <a:pt x="1772" y="1836"/>
                    <a:pt x="1773" y="1840"/>
                  </a:cubicBezTo>
                  <a:cubicBezTo>
                    <a:pt x="1773" y="1841"/>
                    <a:pt x="1772" y="1842"/>
                    <a:pt x="1772" y="1843"/>
                  </a:cubicBezTo>
                  <a:lnTo>
                    <a:pt x="1772" y="1843"/>
                  </a:lnTo>
                  <a:cubicBezTo>
                    <a:pt x="1772" y="1838"/>
                    <a:pt x="1771" y="1834"/>
                    <a:pt x="1772" y="1834"/>
                  </a:cubicBezTo>
                  <a:close/>
                  <a:moveTo>
                    <a:pt x="1" y="1"/>
                  </a:moveTo>
                  <a:cubicBezTo>
                    <a:pt x="139" y="632"/>
                    <a:pt x="368" y="1244"/>
                    <a:pt x="621" y="1844"/>
                  </a:cubicBezTo>
                  <a:lnTo>
                    <a:pt x="676" y="1978"/>
                  </a:lnTo>
                  <a:lnTo>
                    <a:pt x="838" y="1951"/>
                  </a:lnTo>
                  <a:cubicBezTo>
                    <a:pt x="1035" y="1919"/>
                    <a:pt x="1244" y="1887"/>
                    <a:pt x="1445" y="1867"/>
                  </a:cubicBezTo>
                  <a:cubicBezTo>
                    <a:pt x="1484" y="1866"/>
                    <a:pt x="1525" y="1865"/>
                    <a:pt x="1565" y="1865"/>
                  </a:cubicBezTo>
                  <a:cubicBezTo>
                    <a:pt x="1621" y="1865"/>
                    <a:pt x="1676" y="1867"/>
                    <a:pt x="1722" y="1871"/>
                  </a:cubicBezTo>
                  <a:cubicBezTo>
                    <a:pt x="1737" y="1871"/>
                    <a:pt x="1750" y="1873"/>
                    <a:pt x="1760" y="1876"/>
                  </a:cubicBezTo>
                  <a:lnTo>
                    <a:pt x="1760" y="1876"/>
                  </a:lnTo>
                  <a:cubicBezTo>
                    <a:pt x="1710" y="1987"/>
                    <a:pt x="1558" y="2146"/>
                    <a:pt x="1430" y="2274"/>
                  </a:cubicBezTo>
                  <a:cubicBezTo>
                    <a:pt x="1284" y="2424"/>
                    <a:pt x="1122" y="2570"/>
                    <a:pt x="972" y="2732"/>
                  </a:cubicBezTo>
                  <a:cubicBezTo>
                    <a:pt x="1177" y="2653"/>
                    <a:pt x="1374" y="2558"/>
                    <a:pt x="1564" y="2444"/>
                  </a:cubicBezTo>
                  <a:cubicBezTo>
                    <a:pt x="1658" y="2385"/>
                    <a:pt x="1753" y="2326"/>
                    <a:pt x="1840" y="2250"/>
                  </a:cubicBezTo>
                  <a:cubicBezTo>
                    <a:pt x="1931" y="2175"/>
                    <a:pt x="2022" y="2104"/>
                    <a:pt x="2097" y="1951"/>
                  </a:cubicBezTo>
                  <a:cubicBezTo>
                    <a:pt x="2137" y="1871"/>
                    <a:pt x="2121" y="1690"/>
                    <a:pt x="2018" y="1615"/>
                  </a:cubicBezTo>
                  <a:cubicBezTo>
                    <a:pt x="1931" y="1540"/>
                    <a:pt x="1856" y="1521"/>
                    <a:pt x="1789" y="1505"/>
                  </a:cubicBezTo>
                  <a:cubicBezTo>
                    <a:pt x="1699" y="1484"/>
                    <a:pt x="1617" y="1478"/>
                    <a:pt x="1538" y="1478"/>
                  </a:cubicBezTo>
                  <a:cubicBezTo>
                    <a:pt x="1499" y="1478"/>
                    <a:pt x="1460" y="1480"/>
                    <a:pt x="1422" y="1481"/>
                  </a:cubicBezTo>
                  <a:cubicBezTo>
                    <a:pt x="1245" y="1487"/>
                    <a:pt x="1075" y="1507"/>
                    <a:pt x="905" y="1540"/>
                  </a:cubicBezTo>
                  <a:lnTo>
                    <a:pt x="905" y="1540"/>
                  </a:lnTo>
                  <a:cubicBezTo>
                    <a:pt x="647" y="1016"/>
                    <a:pt x="364" y="501"/>
                    <a:pt x="1" y="1"/>
                  </a:cubicBezTo>
                  <a:close/>
                </a:path>
              </a:pathLst>
            </a:custGeom>
            <a:solidFill>
              <a:srgbClr val="EF8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2"/>
            <p:cNvSpPr/>
            <p:nvPr/>
          </p:nvSpPr>
          <p:spPr>
            <a:xfrm>
              <a:off x="1617928" y="2204648"/>
              <a:ext cx="115356" cy="57678"/>
            </a:xfrm>
            <a:custGeom>
              <a:rect b="b" l="l" r="r" t="t"/>
              <a:pathLst>
                <a:path extrusionOk="0" h="1585" w="3170">
                  <a:moveTo>
                    <a:pt x="0" y="1"/>
                  </a:moveTo>
                  <a:cubicBezTo>
                    <a:pt x="71" y="309"/>
                    <a:pt x="241" y="600"/>
                    <a:pt x="474" y="833"/>
                  </a:cubicBezTo>
                  <a:cubicBezTo>
                    <a:pt x="707" y="1062"/>
                    <a:pt x="991" y="1236"/>
                    <a:pt x="1290" y="1362"/>
                  </a:cubicBezTo>
                  <a:cubicBezTo>
                    <a:pt x="1594" y="1477"/>
                    <a:pt x="1910" y="1551"/>
                    <a:pt x="2226" y="1575"/>
                  </a:cubicBezTo>
                  <a:cubicBezTo>
                    <a:pt x="2311" y="1581"/>
                    <a:pt x="2397" y="1585"/>
                    <a:pt x="2482" y="1585"/>
                  </a:cubicBezTo>
                  <a:cubicBezTo>
                    <a:pt x="2713" y="1585"/>
                    <a:pt x="2945" y="1559"/>
                    <a:pt x="3169" y="1496"/>
                  </a:cubicBezTo>
                  <a:cubicBezTo>
                    <a:pt x="2557" y="1342"/>
                    <a:pt x="1981" y="1209"/>
                    <a:pt x="1441" y="991"/>
                  </a:cubicBezTo>
                  <a:cubicBezTo>
                    <a:pt x="1168" y="881"/>
                    <a:pt x="915" y="750"/>
                    <a:pt x="671" y="593"/>
                  </a:cubicBezTo>
                  <a:cubicBezTo>
                    <a:pt x="430" y="431"/>
                    <a:pt x="221" y="233"/>
                    <a:pt x="0" y="1"/>
                  </a:cubicBezTo>
                  <a:close/>
                </a:path>
              </a:pathLst>
            </a:custGeom>
            <a:solidFill>
              <a:srgbClr val="EF8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2"/>
            <p:cNvSpPr/>
            <p:nvPr/>
          </p:nvSpPr>
          <p:spPr>
            <a:xfrm>
              <a:off x="1508908" y="2086022"/>
              <a:ext cx="35226" cy="28894"/>
            </a:xfrm>
            <a:custGeom>
              <a:rect b="b" l="l" r="r" t="t"/>
              <a:pathLst>
                <a:path extrusionOk="0" h="794" w="968">
                  <a:moveTo>
                    <a:pt x="0" y="1"/>
                  </a:moveTo>
                  <a:cubicBezTo>
                    <a:pt x="60" y="254"/>
                    <a:pt x="202" y="415"/>
                    <a:pt x="359" y="553"/>
                  </a:cubicBezTo>
                  <a:cubicBezTo>
                    <a:pt x="521" y="680"/>
                    <a:pt x="707" y="782"/>
                    <a:pt x="967" y="794"/>
                  </a:cubicBezTo>
                  <a:cubicBezTo>
                    <a:pt x="909" y="538"/>
                    <a:pt x="770" y="380"/>
                    <a:pt x="612" y="241"/>
                  </a:cubicBezTo>
                  <a:cubicBezTo>
                    <a:pt x="446" y="115"/>
                    <a:pt x="261" y="8"/>
                    <a:pt x="0" y="1"/>
                  </a:cubicBezTo>
                  <a:close/>
                </a:path>
              </a:pathLst>
            </a:custGeom>
            <a:solidFill>
              <a:srgbClr val="EF8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1695617" y="2087296"/>
              <a:ext cx="22562" cy="32787"/>
            </a:xfrm>
            <a:custGeom>
              <a:rect b="b" l="l" r="r" t="t"/>
              <a:pathLst>
                <a:path extrusionOk="0" h="901" w="620">
                  <a:moveTo>
                    <a:pt x="308" y="1"/>
                  </a:moveTo>
                  <a:cubicBezTo>
                    <a:pt x="138" y="1"/>
                    <a:pt x="0" y="203"/>
                    <a:pt x="0" y="451"/>
                  </a:cubicBezTo>
                  <a:cubicBezTo>
                    <a:pt x="0" y="700"/>
                    <a:pt x="138" y="901"/>
                    <a:pt x="308" y="901"/>
                  </a:cubicBezTo>
                  <a:cubicBezTo>
                    <a:pt x="477" y="901"/>
                    <a:pt x="620" y="700"/>
                    <a:pt x="620" y="451"/>
                  </a:cubicBezTo>
                  <a:cubicBezTo>
                    <a:pt x="620" y="203"/>
                    <a:pt x="477" y="1"/>
                    <a:pt x="3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1758896" y="2085295"/>
              <a:ext cx="22453" cy="32642"/>
            </a:xfrm>
            <a:custGeom>
              <a:rect b="b" l="l" r="r" t="t"/>
              <a:pathLst>
                <a:path extrusionOk="0" h="897" w="617">
                  <a:moveTo>
                    <a:pt x="309" y="1"/>
                  </a:moveTo>
                  <a:cubicBezTo>
                    <a:pt x="139" y="1"/>
                    <a:pt x="1" y="203"/>
                    <a:pt x="1" y="451"/>
                  </a:cubicBezTo>
                  <a:cubicBezTo>
                    <a:pt x="1" y="695"/>
                    <a:pt x="139" y="897"/>
                    <a:pt x="309" y="897"/>
                  </a:cubicBezTo>
                  <a:cubicBezTo>
                    <a:pt x="479" y="897"/>
                    <a:pt x="617" y="695"/>
                    <a:pt x="617" y="451"/>
                  </a:cubicBezTo>
                  <a:cubicBezTo>
                    <a:pt x="617" y="203"/>
                    <a:pt x="479" y="1"/>
                    <a:pt x="3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1645910" y="2012445"/>
              <a:ext cx="64665" cy="34389"/>
            </a:xfrm>
            <a:custGeom>
              <a:rect b="b" l="l" r="r" t="t"/>
              <a:pathLst>
                <a:path extrusionOk="0" h="945" w="1777">
                  <a:moveTo>
                    <a:pt x="1594" y="0"/>
                  </a:moveTo>
                  <a:cubicBezTo>
                    <a:pt x="1194" y="0"/>
                    <a:pt x="261" y="80"/>
                    <a:pt x="0" y="811"/>
                  </a:cubicBezTo>
                  <a:lnTo>
                    <a:pt x="375" y="945"/>
                  </a:lnTo>
                  <a:cubicBezTo>
                    <a:pt x="552" y="454"/>
                    <a:pt x="1281" y="401"/>
                    <a:pt x="1596" y="401"/>
                  </a:cubicBezTo>
                  <a:cubicBezTo>
                    <a:pt x="1683" y="401"/>
                    <a:pt x="1738" y="405"/>
                    <a:pt x="1741" y="405"/>
                  </a:cubicBezTo>
                  <a:lnTo>
                    <a:pt x="1776" y="6"/>
                  </a:lnTo>
                  <a:cubicBezTo>
                    <a:pt x="1764" y="5"/>
                    <a:pt x="1697" y="0"/>
                    <a:pt x="15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1739683" y="2007023"/>
              <a:ext cx="48435" cy="34825"/>
            </a:xfrm>
            <a:custGeom>
              <a:rect b="b" l="l" r="r" t="t"/>
              <a:pathLst>
                <a:path extrusionOk="0" h="957" w="1331">
                  <a:moveTo>
                    <a:pt x="159" y="1"/>
                  </a:moveTo>
                  <a:lnTo>
                    <a:pt x="0" y="372"/>
                  </a:lnTo>
                  <a:cubicBezTo>
                    <a:pt x="8" y="372"/>
                    <a:pt x="766" y="700"/>
                    <a:pt x="1074" y="957"/>
                  </a:cubicBezTo>
                  <a:lnTo>
                    <a:pt x="1330" y="649"/>
                  </a:lnTo>
                  <a:cubicBezTo>
                    <a:pt x="975" y="352"/>
                    <a:pt x="194" y="17"/>
                    <a:pt x="1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2" name="Google Shape;922;p32"/>
          <p:cNvSpPr txBox="1"/>
          <p:nvPr/>
        </p:nvSpPr>
        <p:spPr>
          <a:xfrm>
            <a:off x="886250" y="1569250"/>
            <a:ext cx="6299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The statistical relationship between our numerical variables. </a:t>
            </a:r>
            <a:endParaRPr>
              <a:solidFill>
                <a:srgbClr val="09232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23" name="Google Shape;923;p32"/>
          <p:cNvSpPr txBox="1"/>
          <p:nvPr>
            <p:ph idx="5" type="title"/>
          </p:nvPr>
        </p:nvSpPr>
        <p:spPr>
          <a:xfrm>
            <a:off x="4849738" y="3593050"/>
            <a:ext cx="2595600" cy="92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mutually and very closely related</a:t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924" name="Google Shape;924;p32"/>
          <p:cNvGrpSpPr/>
          <p:nvPr/>
        </p:nvGrpSpPr>
        <p:grpSpPr>
          <a:xfrm>
            <a:off x="111404" y="4625680"/>
            <a:ext cx="532726" cy="418801"/>
            <a:chOff x="2710853" y="2697097"/>
            <a:chExt cx="299150" cy="235163"/>
          </a:xfrm>
        </p:grpSpPr>
        <p:sp>
          <p:nvSpPr>
            <p:cNvPr id="925" name="Google Shape;925;p32"/>
            <p:cNvSpPr/>
            <p:nvPr/>
          </p:nvSpPr>
          <p:spPr>
            <a:xfrm rot="-1400388">
              <a:off x="2732175" y="2774339"/>
              <a:ext cx="135824" cy="135687"/>
            </a:xfrm>
            <a:custGeom>
              <a:rect b="b" l="l" r="r" t="t"/>
              <a:pathLst>
                <a:path extrusionOk="0" h="2970" w="2973">
                  <a:moveTo>
                    <a:pt x="1484" y="1"/>
                  </a:moveTo>
                  <a:cubicBezTo>
                    <a:pt x="664" y="1"/>
                    <a:pt x="1" y="664"/>
                    <a:pt x="1" y="1485"/>
                  </a:cubicBezTo>
                  <a:cubicBezTo>
                    <a:pt x="1" y="2306"/>
                    <a:pt x="664" y="2969"/>
                    <a:pt x="1484" y="2969"/>
                  </a:cubicBezTo>
                  <a:cubicBezTo>
                    <a:pt x="2305" y="2969"/>
                    <a:pt x="2972" y="2306"/>
                    <a:pt x="2972" y="1485"/>
                  </a:cubicBezTo>
                  <a:cubicBezTo>
                    <a:pt x="2972" y="664"/>
                    <a:pt x="2305" y="1"/>
                    <a:pt x="14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 rot="-1400388">
              <a:off x="2840346" y="2762777"/>
              <a:ext cx="146652" cy="146423"/>
            </a:xfrm>
            <a:custGeom>
              <a:rect b="b" l="l" r="r" t="t"/>
              <a:pathLst>
                <a:path extrusionOk="0" h="3205" w="3210">
                  <a:moveTo>
                    <a:pt x="1603" y="1"/>
                  </a:moveTo>
                  <a:cubicBezTo>
                    <a:pt x="719" y="1"/>
                    <a:pt x="0" y="718"/>
                    <a:pt x="0" y="1602"/>
                  </a:cubicBezTo>
                  <a:cubicBezTo>
                    <a:pt x="0" y="2487"/>
                    <a:pt x="719" y="3205"/>
                    <a:pt x="1603" y="3205"/>
                  </a:cubicBezTo>
                  <a:cubicBezTo>
                    <a:pt x="2490" y="3205"/>
                    <a:pt x="3209" y="2487"/>
                    <a:pt x="3209" y="1602"/>
                  </a:cubicBezTo>
                  <a:cubicBezTo>
                    <a:pt x="3209" y="718"/>
                    <a:pt x="2490" y="1"/>
                    <a:pt x="16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 rot="-1400388">
              <a:off x="2810168" y="2733050"/>
              <a:ext cx="29239" cy="50117"/>
            </a:xfrm>
            <a:custGeom>
              <a:rect b="b" l="l" r="r" t="t"/>
              <a:pathLst>
                <a:path extrusionOk="0" h="1097" w="640">
                  <a:moveTo>
                    <a:pt x="517" y="0"/>
                  </a:moveTo>
                  <a:cubicBezTo>
                    <a:pt x="505" y="465"/>
                    <a:pt x="4" y="1010"/>
                    <a:pt x="0" y="1014"/>
                  </a:cubicBezTo>
                  <a:lnTo>
                    <a:pt x="87" y="1097"/>
                  </a:lnTo>
                  <a:cubicBezTo>
                    <a:pt x="110" y="1073"/>
                    <a:pt x="627" y="516"/>
                    <a:pt x="6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 rot="-1400388">
              <a:off x="2770018" y="2705448"/>
              <a:ext cx="54823" cy="61310"/>
            </a:xfrm>
            <a:custGeom>
              <a:rect b="b" l="l" r="r" t="t"/>
              <a:pathLst>
                <a:path extrusionOk="0" h="1342" w="1200">
                  <a:moveTo>
                    <a:pt x="465" y="1"/>
                  </a:moveTo>
                  <a:lnTo>
                    <a:pt x="465" y="1"/>
                  </a:lnTo>
                  <a:cubicBezTo>
                    <a:pt x="0" y="797"/>
                    <a:pt x="1049" y="1342"/>
                    <a:pt x="1049" y="1342"/>
                  </a:cubicBezTo>
                  <a:cubicBezTo>
                    <a:pt x="1049" y="1342"/>
                    <a:pt x="1199" y="123"/>
                    <a:pt x="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3" name="Google Shape;933;p33"/>
          <p:cNvGrpSpPr/>
          <p:nvPr/>
        </p:nvGrpSpPr>
        <p:grpSpPr>
          <a:xfrm>
            <a:off x="314000" y="2020325"/>
            <a:ext cx="8510400" cy="1625025"/>
            <a:chOff x="314000" y="2020325"/>
            <a:chExt cx="8510400" cy="1625025"/>
          </a:xfrm>
        </p:grpSpPr>
        <p:sp>
          <p:nvSpPr>
            <p:cNvPr id="934" name="Google Shape;934;p33"/>
            <p:cNvSpPr/>
            <p:nvPr/>
          </p:nvSpPr>
          <p:spPr>
            <a:xfrm>
              <a:off x="314000" y="2542250"/>
              <a:ext cx="8510400" cy="1103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5" name="Google Shape;935;p33"/>
            <p:cNvGrpSpPr/>
            <p:nvPr/>
          </p:nvGrpSpPr>
          <p:grpSpPr>
            <a:xfrm>
              <a:off x="3524825" y="2020325"/>
              <a:ext cx="2076362" cy="641924"/>
              <a:chOff x="3527575" y="0"/>
              <a:chExt cx="2076362" cy="641924"/>
            </a:xfrm>
          </p:grpSpPr>
          <p:sp>
            <p:nvSpPr>
              <p:cNvPr id="936" name="Google Shape;936;p33"/>
              <p:cNvSpPr/>
              <p:nvPr/>
            </p:nvSpPr>
            <p:spPr>
              <a:xfrm>
                <a:off x="3527575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33"/>
              <p:cNvSpPr/>
              <p:nvPr/>
            </p:nvSpPr>
            <p:spPr>
              <a:xfrm>
                <a:off x="3547295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38" name="Google Shape;938;p33"/>
              <p:cNvGrpSpPr/>
              <p:nvPr/>
            </p:nvGrpSpPr>
            <p:grpSpPr>
              <a:xfrm>
                <a:off x="5557050" y="0"/>
                <a:ext cx="46887" cy="641924"/>
                <a:chOff x="2783050" y="0"/>
                <a:chExt cx="46887" cy="641924"/>
              </a:xfrm>
            </p:grpSpPr>
            <p:sp>
              <p:nvSpPr>
                <p:cNvPr id="939" name="Google Shape;939;p33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0" name="Google Shape;940;p33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941" name="Google Shape;941;p33"/>
          <p:cNvGrpSpPr/>
          <p:nvPr/>
        </p:nvGrpSpPr>
        <p:grpSpPr>
          <a:xfrm>
            <a:off x="3291400" y="0"/>
            <a:ext cx="2555700" cy="2301750"/>
            <a:chOff x="3294150" y="0"/>
            <a:chExt cx="2555700" cy="2301750"/>
          </a:xfrm>
        </p:grpSpPr>
        <p:sp>
          <p:nvSpPr>
            <p:cNvPr id="942" name="Google Shape;942;p33"/>
            <p:cNvSpPr/>
            <p:nvPr/>
          </p:nvSpPr>
          <p:spPr>
            <a:xfrm>
              <a:off x="3294150" y="363150"/>
              <a:ext cx="2555700" cy="193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3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3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5" name="Google Shape;945;p33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946" name="Google Shape;946;p33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33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48" name="Google Shape;948;p33"/>
          <p:cNvSpPr/>
          <p:nvPr/>
        </p:nvSpPr>
        <p:spPr>
          <a:xfrm>
            <a:off x="4440650" y="0"/>
            <a:ext cx="262800" cy="2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3"/>
          <p:cNvSpPr txBox="1"/>
          <p:nvPr>
            <p:ph type="ctrTitle"/>
          </p:nvPr>
        </p:nvSpPr>
        <p:spPr>
          <a:xfrm>
            <a:off x="1678462" y="2542250"/>
            <a:ext cx="5797500" cy="11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950" name="Google Shape;950;p33"/>
          <p:cNvSpPr txBox="1"/>
          <p:nvPr>
            <p:ph idx="1" type="subTitle"/>
          </p:nvPr>
        </p:nvSpPr>
        <p:spPr>
          <a:xfrm>
            <a:off x="1678462" y="3740150"/>
            <a:ext cx="5797500" cy="39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 of the preprocessing steps</a:t>
            </a:r>
            <a:endParaRPr/>
          </a:p>
        </p:txBody>
      </p:sp>
      <p:sp>
        <p:nvSpPr>
          <p:cNvPr id="951" name="Google Shape;951;p33"/>
          <p:cNvSpPr txBox="1"/>
          <p:nvPr>
            <p:ph idx="2" type="title"/>
          </p:nvPr>
        </p:nvSpPr>
        <p:spPr>
          <a:xfrm>
            <a:off x="3783712" y="877525"/>
            <a:ext cx="1587000" cy="10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4"/>
          <p:cNvSpPr txBox="1"/>
          <p:nvPr/>
        </p:nvSpPr>
        <p:spPr>
          <a:xfrm>
            <a:off x="634938" y="3972625"/>
            <a:ext cx="80013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+2 new categorical variables: Time of day &amp; time of month</a:t>
            </a:r>
            <a:endParaRPr sz="20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957" name="Google Shape;957;p34"/>
          <p:cNvGrpSpPr/>
          <p:nvPr/>
        </p:nvGrpSpPr>
        <p:grpSpPr>
          <a:xfrm>
            <a:off x="383100" y="0"/>
            <a:ext cx="8505000" cy="981750"/>
            <a:chOff x="319500" y="0"/>
            <a:chExt cx="8505000" cy="981750"/>
          </a:xfrm>
        </p:grpSpPr>
        <p:sp>
          <p:nvSpPr>
            <p:cNvPr id="958" name="Google Shape;958;p34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3" name="Google Shape;963;p34"/>
          <p:cNvSpPr txBox="1"/>
          <p:nvPr>
            <p:ph type="ctrTitle"/>
          </p:nvPr>
        </p:nvSpPr>
        <p:spPr>
          <a:xfrm>
            <a:off x="1440450" y="4039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PREPROCESSING</a:t>
            </a:r>
            <a:endParaRPr sz="2600"/>
          </a:p>
        </p:txBody>
      </p:sp>
      <p:sp>
        <p:nvSpPr>
          <p:cNvPr id="964" name="Google Shape;964;p34"/>
          <p:cNvSpPr/>
          <p:nvPr/>
        </p:nvSpPr>
        <p:spPr>
          <a:xfrm>
            <a:off x="2299000" y="1679975"/>
            <a:ext cx="5630700" cy="818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65" name="Google Shape;965;p34"/>
          <p:cNvSpPr txBox="1"/>
          <p:nvPr/>
        </p:nvSpPr>
        <p:spPr>
          <a:xfrm>
            <a:off x="574418" y="1856525"/>
            <a:ext cx="27813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Decimals:</a:t>
            </a:r>
            <a:endParaRPr sz="20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966" name="Google Shape;966;p34"/>
          <p:cNvSpPr txBox="1"/>
          <p:nvPr/>
        </p:nvSpPr>
        <p:spPr>
          <a:xfrm>
            <a:off x="2446625" y="1856526"/>
            <a:ext cx="15579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rPr>
              <a:t>Dot</a:t>
            </a:r>
            <a:endParaRPr sz="2000">
              <a:solidFill>
                <a:schemeClr val="accent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967" name="Google Shape;967;p34"/>
          <p:cNvSpPr txBox="1"/>
          <p:nvPr/>
        </p:nvSpPr>
        <p:spPr>
          <a:xfrm>
            <a:off x="6634150" y="1856526"/>
            <a:ext cx="15579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rPr>
              <a:t>Comma</a:t>
            </a:r>
            <a:endParaRPr sz="2000">
              <a:solidFill>
                <a:schemeClr val="accent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968" name="Google Shape;968;p34"/>
          <p:cNvSpPr/>
          <p:nvPr/>
        </p:nvSpPr>
        <p:spPr>
          <a:xfrm>
            <a:off x="2299000" y="2689275"/>
            <a:ext cx="5630700" cy="818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69" name="Google Shape;969;p34"/>
          <p:cNvSpPr txBox="1"/>
          <p:nvPr/>
        </p:nvSpPr>
        <p:spPr>
          <a:xfrm>
            <a:off x="574415" y="2827203"/>
            <a:ext cx="27240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Date:</a:t>
            </a:r>
            <a:endParaRPr sz="20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970" name="Google Shape;970;p34"/>
          <p:cNvSpPr txBox="1"/>
          <p:nvPr/>
        </p:nvSpPr>
        <p:spPr>
          <a:xfrm>
            <a:off x="2371738" y="2827200"/>
            <a:ext cx="17199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rPr>
              <a:t>MM/DD/YY</a:t>
            </a:r>
            <a:endParaRPr sz="2000">
              <a:solidFill>
                <a:schemeClr val="accent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971" name="Google Shape;971;p34"/>
          <p:cNvSpPr txBox="1"/>
          <p:nvPr/>
        </p:nvSpPr>
        <p:spPr>
          <a:xfrm>
            <a:off x="6688725" y="2857203"/>
            <a:ext cx="17199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rPr>
              <a:t>DD/MM/YY</a:t>
            </a:r>
            <a:endParaRPr sz="2000">
              <a:solidFill>
                <a:schemeClr val="accent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972" name="Google Shape;972;p34"/>
          <p:cNvSpPr/>
          <p:nvPr/>
        </p:nvSpPr>
        <p:spPr>
          <a:xfrm>
            <a:off x="4085527" y="1856525"/>
            <a:ext cx="1913700" cy="36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973" name="Google Shape;973;p34"/>
          <p:cNvSpPr/>
          <p:nvPr/>
        </p:nvSpPr>
        <p:spPr>
          <a:xfrm>
            <a:off x="4157502" y="2914575"/>
            <a:ext cx="1913700" cy="36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5"/>
          <p:cNvSpPr txBox="1"/>
          <p:nvPr>
            <p:ph type="ctrTitle"/>
          </p:nvPr>
        </p:nvSpPr>
        <p:spPr>
          <a:xfrm>
            <a:off x="1507850" y="208329"/>
            <a:ext cx="6390300" cy="5778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pic>
        <p:nvPicPr>
          <p:cNvPr id="979" name="Google Shape;979;p35"/>
          <p:cNvPicPr preferRelativeResize="0"/>
          <p:nvPr/>
        </p:nvPicPr>
        <p:blipFill rotWithShape="1">
          <a:blip r:embed="rId3">
            <a:alphaModFix/>
          </a:blip>
          <a:srcRect b="0" l="24835" r="0" t="0"/>
          <a:stretch/>
        </p:blipFill>
        <p:spPr>
          <a:xfrm>
            <a:off x="0" y="1048400"/>
            <a:ext cx="9144000" cy="4095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oogle Shape;984;p36"/>
          <p:cNvGrpSpPr/>
          <p:nvPr/>
        </p:nvGrpSpPr>
        <p:grpSpPr>
          <a:xfrm>
            <a:off x="314000" y="2020325"/>
            <a:ext cx="8510400" cy="1625025"/>
            <a:chOff x="314000" y="2020325"/>
            <a:chExt cx="8510400" cy="1625025"/>
          </a:xfrm>
        </p:grpSpPr>
        <p:sp>
          <p:nvSpPr>
            <p:cNvPr id="985" name="Google Shape;985;p36"/>
            <p:cNvSpPr/>
            <p:nvPr/>
          </p:nvSpPr>
          <p:spPr>
            <a:xfrm>
              <a:off x="314000" y="2542250"/>
              <a:ext cx="8510400" cy="1103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6" name="Google Shape;986;p36"/>
            <p:cNvGrpSpPr/>
            <p:nvPr/>
          </p:nvGrpSpPr>
          <p:grpSpPr>
            <a:xfrm>
              <a:off x="3524825" y="2020325"/>
              <a:ext cx="2076362" cy="641924"/>
              <a:chOff x="3527575" y="0"/>
              <a:chExt cx="2076362" cy="641924"/>
            </a:xfrm>
          </p:grpSpPr>
          <p:sp>
            <p:nvSpPr>
              <p:cNvPr id="987" name="Google Shape;987;p36"/>
              <p:cNvSpPr/>
              <p:nvPr/>
            </p:nvSpPr>
            <p:spPr>
              <a:xfrm>
                <a:off x="3527575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36"/>
              <p:cNvSpPr/>
              <p:nvPr/>
            </p:nvSpPr>
            <p:spPr>
              <a:xfrm>
                <a:off x="3547295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89" name="Google Shape;989;p36"/>
              <p:cNvGrpSpPr/>
              <p:nvPr/>
            </p:nvGrpSpPr>
            <p:grpSpPr>
              <a:xfrm>
                <a:off x="5557050" y="0"/>
                <a:ext cx="46887" cy="641924"/>
                <a:chOff x="2783050" y="0"/>
                <a:chExt cx="46887" cy="641924"/>
              </a:xfrm>
            </p:grpSpPr>
            <p:sp>
              <p:nvSpPr>
                <p:cNvPr id="990" name="Google Shape;990;p36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1" name="Google Shape;991;p36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992" name="Google Shape;992;p36"/>
          <p:cNvGrpSpPr/>
          <p:nvPr/>
        </p:nvGrpSpPr>
        <p:grpSpPr>
          <a:xfrm>
            <a:off x="3291400" y="0"/>
            <a:ext cx="2555700" cy="2301750"/>
            <a:chOff x="3294150" y="0"/>
            <a:chExt cx="2555700" cy="2301750"/>
          </a:xfrm>
        </p:grpSpPr>
        <p:sp>
          <p:nvSpPr>
            <p:cNvPr id="993" name="Google Shape;993;p36"/>
            <p:cNvSpPr/>
            <p:nvPr/>
          </p:nvSpPr>
          <p:spPr>
            <a:xfrm>
              <a:off x="3294150" y="363150"/>
              <a:ext cx="2555700" cy="193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6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6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6" name="Google Shape;996;p36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997" name="Google Shape;997;p36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36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99" name="Google Shape;999;p36"/>
          <p:cNvSpPr/>
          <p:nvPr/>
        </p:nvSpPr>
        <p:spPr>
          <a:xfrm>
            <a:off x="4440650" y="0"/>
            <a:ext cx="262800" cy="2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6"/>
          <p:cNvSpPr txBox="1"/>
          <p:nvPr>
            <p:ph type="ctrTitle"/>
          </p:nvPr>
        </p:nvSpPr>
        <p:spPr>
          <a:xfrm>
            <a:off x="1678462" y="2542250"/>
            <a:ext cx="5797500" cy="11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DESCRIPTIVE ANALYSIS</a:t>
            </a:r>
            <a:endParaRPr/>
          </a:p>
        </p:txBody>
      </p:sp>
      <p:sp>
        <p:nvSpPr>
          <p:cNvPr id="1001" name="Google Shape;1001;p36"/>
          <p:cNvSpPr txBox="1"/>
          <p:nvPr>
            <p:ph idx="1" type="subTitle"/>
          </p:nvPr>
        </p:nvSpPr>
        <p:spPr>
          <a:xfrm>
            <a:off x="916450" y="3738150"/>
            <a:ext cx="7321500" cy="3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 and bivariate statistical descriptive analysis and descriptive analysis of some variables</a:t>
            </a:r>
            <a:endParaRPr/>
          </a:p>
        </p:txBody>
      </p:sp>
      <p:sp>
        <p:nvSpPr>
          <p:cNvPr id="1002" name="Google Shape;1002;p36"/>
          <p:cNvSpPr txBox="1"/>
          <p:nvPr>
            <p:ph idx="2" type="title"/>
          </p:nvPr>
        </p:nvSpPr>
        <p:spPr>
          <a:xfrm>
            <a:off x="3783712" y="877525"/>
            <a:ext cx="1587000" cy="10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37"/>
          <p:cNvSpPr txBox="1"/>
          <p:nvPr>
            <p:ph type="ctrTitle"/>
          </p:nvPr>
        </p:nvSpPr>
        <p:spPr>
          <a:xfrm>
            <a:off x="1376850" y="406729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GENDER AND PRODUCT LINE</a:t>
            </a:r>
            <a:endParaRPr b="0"/>
          </a:p>
        </p:txBody>
      </p:sp>
      <p:pic>
        <p:nvPicPr>
          <p:cNvPr id="1008" name="Google Shape;100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950" y="2326675"/>
            <a:ext cx="2514575" cy="20021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09" name="Google Shape;100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5025" y="2320913"/>
            <a:ext cx="2514575" cy="201363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010" name="Google Shape;1010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8100" y="2321903"/>
            <a:ext cx="2514575" cy="20116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011" name="Google Shape;1011;p37"/>
          <p:cNvSpPr txBox="1"/>
          <p:nvPr>
            <p:ph idx="4294967295" type="subTitle"/>
          </p:nvPr>
        </p:nvSpPr>
        <p:spPr>
          <a:xfrm>
            <a:off x="291950" y="1729850"/>
            <a:ext cx="53577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Mutually dependent and follow a gamma distribution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2" name="Google Shape;1012;p37"/>
          <p:cNvSpPr txBox="1"/>
          <p:nvPr>
            <p:ph idx="4294967295" type="subTitle"/>
          </p:nvPr>
        </p:nvSpPr>
        <p:spPr>
          <a:xfrm>
            <a:off x="5978100" y="1729850"/>
            <a:ext cx="31659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1"/>
                </a:solidFill>
              </a:rPr>
              <a:t>Tends to a normal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38"/>
          <p:cNvSpPr txBox="1"/>
          <p:nvPr>
            <p:ph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OF THE MONTH AND QUANTITY</a:t>
            </a:r>
            <a:endParaRPr b="0"/>
          </a:p>
        </p:txBody>
      </p:sp>
      <p:pic>
        <p:nvPicPr>
          <p:cNvPr id="1018" name="Google Shape;101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50" y="1139100"/>
            <a:ext cx="4494750" cy="392907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019" name="Google Shape;101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39100"/>
            <a:ext cx="4477305" cy="392907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020" name="Google Shape;1020;p38"/>
          <p:cNvSpPr/>
          <p:nvPr/>
        </p:nvSpPr>
        <p:spPr>
          <a:xfrm>
            <a:off x="846075" y="3549763"/>
            <a:ext cx="778500" cy="329400"/>
          </a:xfrm>
          <a:prstGeom prst="ellipse">
            <a:avLst/>
          </a:prstGeom>
          <a:solidFill>
            <a:srgbClr val="F0A74D"/>
          </a:solidFill>
          <a:ln cap="flat" cmpd="sng" w="28575">
            <a:solidFill>
              <a:srgbClr val="4919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5.65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1" name="Google Shape;1021;p38"/>
          <p:cNvSpPr/>
          <p:nvPr/>
        </p:nvSpPr>
        <p:spPr>
          <a:xfrm>
            <a:off x="2285975" y="3549775"/>
            <a:ext cx="778500" cy="329400"/>
          </a:xfrm>
          <a:prstGeom prst="ellipse">
            <a:avLst/>
          </a:prstGeom>
          <a:solidFill>
            <a:srgbClr val="F0A74D"/>
          </a:solidFill>
          <a:ln cap="flat" cmpd="sng" w="28575">
            <a:solidFill>
              <a:srgbClr val="4919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5.36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39"/>
          <p:cNvSpPr txBox="1"/>
          <p:nvPr>
            <p:ph type="ctrTitle"/>
          </p:nvPr>
        </p:nvSpPr>
        <p:spPr>
          <a:xfrm>
            <a:off x="1376850" y="406729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GENDER AND PRODUCT LINE</a:t>
            </a:r>
            <a:endParaRPr b="0"/>
          </a:p>
        </p:txBody>
      </p:sp>
      <p:pic>
        <p:nvPicPr>
          <p:cNvPr id="1027" name="Google Shape;102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75" y="1114750"/>
            <a:ext cx="4453302" cy="3924150"/>
          </a:xfrm>
          <a:prstGeom prst="rect">
            <a:avLst/>
          </a:prstGeom>
          <a:noFill/>
          <a:ln cap="flat" cmpd="sng" w="28575">
            <a:solidFill>
              <a:srgbClr val="49194F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28" name="Google Shape;1028;p39"/>
          <p:cNvSpPr/>
          <p:nvPr/>
        </p:nvSpPr>
        <p:spPr>
          <a:xfrm>
            <a:off x="2295811" y="3225299"/>
            <a:ext cx="417300" cy="393600"/>
          </a:xfrm>
          <a:prstGeom prst="ellipse">
            <a:avLst/>
          </a:prstGeom>
          <a:solidFill>
            <a:srgbClr val="F0A74D"/>
          </a:solidFill>
          <a:ln cap="flat" cmpd="sng" w="28575">
            <a:solidFill>
              <a:srgbClr val="4919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9" name="Google Shape;1029;p39"/>
          <p:cNvSpPr txBox="1"/>
          <p:nvPr/>
        </p:nvSpPr>
        <p:spPr>
          <a:xfrm>
            <a:off x="2295811" y="3225299"/>
            <a:ext cx="4173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88</a:t>
            </a:r>
            <a:endParaRPr b="1"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0" name="Google Shape;1030;p39"/>
          <p:cNvSpPr/>
          <p:nvPr/>
        </p:nvSpPr>
        <p:spPr>
          <a:xfrm>
            <a:off x="889498" y="3225299"/>
            <a:ext cx="417300" cy="393600"/>
          </a:xfrm>
          <a:prstGeom prst="ellipse">
            <a:avLst/>
          </a:prstGeom>
          <a:solidFill>
            <a:srgbClr val="F0A74D"/>
          </a:solidFill>
          <a:ln cap="flat" cmpd="sng" w="28575">
            <a:solidFill>
              <a:srgbClr val="4919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1" name="Google Shape;1031;p39"/>
          <p:cNvSpPr txBox="1"/>
          <p:nvPr/>
        </p:nvSpPr>
        <p:spPr>
          <a:xfrm>
            <a:off x="889498" y="3222999"/>
            <a:ext cx="4173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64</a:t>
            </a:r>
            <a:endParaRPr b="1"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2" name="Google Shape;1032;p39"/>
          <p:cNvSpPr/>
          <p:nvPr/>
        </p:nvSpPr>
        <p:spPr>
          <a:xfrm>
            <a:off x="889498" y="2130024"/>
            <a:ext cx="417300" cy="393600"/>
          </a:xfrm>
          <a:prstGeom prst="ellipse">
            <a:avLst/>
          </a:prstGeom>
          <a:solidFill>
            <a:srgbClr val="F0A74D"/>
          </a:solidFill>
          <a:ln cap="flat" cmpd="sng" w="28575">
            <a:solidFill>
              <a:srgbClr val="4919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3" name="Google Shape;1033;p39"/>
          <p:cNvSpPr txBox="1"/>
          <p:nvPr/>
        </p:nvSpPr>
        <p:spPr>
          <a:xfrm>
            <a:off x="889498" y="2130024"/>
            <a:ext cx="4173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96</a:t>
            </a:r>
            <a:endParaRPr b="1"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4" name="Google Shape;1034;p39"/>
          <p:cNvSpPr/>
          <p:nvPr/>
        </p:nvSpPr>
        <p:spPr>
          <a:xfrm>
            <a:off x="2295811" y="2130024"/>
            <a:ext cx="417300" cy="393600"/>
          </a:xfrm>
          <a:prstGeom prst="ellipse">
            <a:avLst/>
          </a:prstGeom>
          <a:solidFill>
            <a:srgbClr val="F0A74D"/>
          </a:solidFill>
          <a:ln cap="flat" cmpd="sng" w="28575">
            <a:solidFill>
              <a:srgbClr val="4919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5" name="Google Shape;1035;p39"/>
          <p:cNvSpPr txBox="1"/>
          <p:nvPr/>
        </p:nvSpPr>
        <p:spPr>
          <a:xfrm>
            <a:off x="2295811" y="2130024"/>
            <a:ext cx="4173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9194F"/>
                </a:solidFill>
                <a:latin typeface="Poppins"/>
                <a:ea typeface="Poppins"/>
                <a:cs typeface="Poppins"/>
                <a:sym typeface="Poppins"/>
              </a:rPr>
              <a:t>82</a:t>
            </a:r>
            <a:endParaRPr b="1">
              <a:solidFill>
                <a:srgbClr val="491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6" name="Google Shape;103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14750"/>
            <a:ext cx="4486525" cy="3924141"/>
          </a:xfrm>
          <a:prstGeom prst="rect">
            <a:avLst/>
          </a:prstGeom>
          <a:noFill/>
          <a:ln cap="flat" cmpd="sng" w="28575">
            <a:solidFill>
              <a:srgbClr val="49194F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40"/>
          <p:cNvSpPr txBox="1"/>
          <p:nvPr>
            <p:ph type="ctrTitle"/>
          </p:nvPr>
        </p:nvSpPr>
        <p:spPr>
          <a:xfrm>
            <a:off x="1376850" y="406729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TAX AND QUANTITY</a:t>
            </a:r>
            <a:endParaRPr b="0"/>
          </a:p>
        </p:txBody>
      </p:sp>
      <p:pic>
        <p:nvPicPr>
          <p:cNvPr id="1042" name="Google Shape;10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3863" y="1270275"/>
            <a:ext cx="4696285" cy="387322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7" name="Google Shape;1047;p41"/>
          <p:cNvGrpSpPr/>
          <p:nvPr/>
        </p:nvGrpSpPr>
        <p:grpSpPr>
          <a:xfrm>
            <a:off x="314000" y="2020325"/>
            <a:ext cx="8510400" cy="1625025"/>
            <a:chOff x="314000" y="2020325"/>
            <a:chExt cx="8510400" cy="1625025"/>
          </a:xfrm>
        </p:grpSpPr>
        <p:sp>
          <p:nvSpPr>
            <p:cNvPr id="1048" name="Google Shape;1048;p41"/>
            <p:cNvSpPr/>
            <p:nvPr/>
          </p:nvSpPr>
          <p:spPr>
            <a:xfrm>
              <a:off x="314000" y="2542250"/>
              <a:ext cx="8510400" cy="1103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9" name="Google Shape;1049;p41"/>
            <p:cNvGrpSpPr/>
            <p:nvPr/>
          </p:nvGrpSpPr>
          <p:grpSpPr>
            <a:xfrm>
              <a:off x="3524825" y="2020325"/>
              <a:ext cx="2076362" cy="641924"/>
              <a:chOff x="3527575" y="0"/>
              <a:chExt cx="2076362" cy="641924"/>
            </a:xfrm>
          </p:grpSpPr>
          <p:sp>
            <p:nvSpPr>
              <p:cNvPr id="1050" name="Google Shape;1050;p41"/>
              <p:cNvSpPr/>
              <p:nvPr/>
            </p:nvSpPr>
            <p:spPr>
              <a:xfrm>
                <a:off x="3527575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41"/>
              <p:cNvSpPr/>
              <p:nvPr/>
            </p:nvSpPr>
            <p:spPr>
              <a:xfrm>
                <a:off x="3547295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52" name="Google Shape;1052;p41"/>
              <p:cNvGrpSpPr/>
              <p:nvPr/>
            </p:nvGrpSpPr>
            <p:grpSpPr>
              <a:xfrm>
                <a:off x="5557050" y="0"/>
                <a:ext cx="46887" cy="641924"/>
                <a:chOff x="2783050" y="0"/>
                <a:chExt cx="46887" cy="641924"/>
              </a:xfrm>
            </p:grpSpPr>
            <p:sp>
              <p:nvSpPr>
                <p:cNvPr id="1053" name="Google Shape;1053;p41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4" name="Google Shape;1054;p41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055" name="Google Shape;1055;p41"/>
          <p:cNvGrpSpPr/>
          <p:nvPr/>
        </p:nvGrpSpPr>
        <p:grpSpPr>
          <a:xfrm>
            <a:off x="3291400" y="0"/>
            <a:ext cx="2555700" cy="2301750"/>
            <a:chOff x="3294150" y="0"/>
            <a:chExt cx="2555700" cy="2301750"/>
          </a:xfrm>
        </p:grpSpPr>
        <p:sp>
          <p:nvSpPr>
            <p:cNvPr id="1056" name="Google Shape;1056;p41"/>
            <p:cNvSpPr/>
            <p:nvPr/>
          </p:nvSpPr>
          <p:spPr>
            <a:xfrm>
              <a:off x="3294150" y="363150"/>
              <a:ext cx="2555700" cy="193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1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1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9" name="Google Shape;1059;p41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1060" name="Google Shape;1060;p41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41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62" name="Google Shape;1062;p41"/>
          <p:cNvSpPr/>
          <p:nvPr/>
        </p:nvSpPr>
        <p:spPr>
          <a:xfrm>
            <a:off x="4440650" y="0"/>
            <a:ext cx="262800" cy="2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41"/>
          <p:cNvSpPr txBox="1"/>
          <p:nvPr>
            <p:ph type="ctrTitle"/>
          </p:nvPr>
        </p:nvSpPr>
        <p:spPr>
          <a:xfrm>
            <a:off x="1678462" y="2542250"/>
            <a:ext cx="5797500" cy="11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</a:t>
            </a:r>
            <a:endParaRPr/>
          </a:p>
        </p:txBody>
      </p:sp>
      <p:sp>
        <p:nvSpPr>
          <p:cNvPr id="1064" name="Google Shape;1064;p41"/>
          <p:cNvSpPr txBox="1"/>
          <p:nvPr>
            <p:ph idx="1" type="subTitle"/>
          </p:nvPr>
        </p:nvSpPr>
        <p:spPr>
          <a:xfrm>
            <a:off x="916450" y="3738150"/>
            <a:ext cx="7321500" cy="3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 process of our database</a:t>
            </a:r>
            <a:endParaRPr/>
          </a:p>
        </p:txBody>
      </p:sp>
      <p:sp>
        <p:nvSpPr>
          <p:cNvPr id="1065" name="Google Shape;1065;p41"/>
          <p:cNvSpPr txBox="1"/>
          <p:nvPr>
            <p:ph idx="2" type="title"/>
          </p:nvPr>
        </p:nvSpPr>
        <p:spPr>
          <a:xfrm>
            <a:off x="3783712" y="877525"/>
            <a:ext cx="1587000" cy="10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2"/>
          <p:cNvSpPr txBox="1"/>
          <p:nvPr>
            <p:ph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DATABASE</a:t>
            </a:r>
            <a:endParaRPr b="0"/>
          </a:p>
        </p:txBody>
      </p:sp>
      <p:sp>
        <p:nvSpPr>
          <p:cNvPr id="1071" name="Google Shape;1071;p42"/>
          <p:cNvSpPr txBox="1"/>
          <p:nvPr>
            <p:ph idx="4294967295" type="title"/>
          </p:nvPr>
        </p:nvSpPr>
        <p:spPr>
          <a:xfrm>
            <a:off x="549300" y="1629650"/>
            <a:ext cx="4022700" cy="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Cluster random sampling</a:t>
            </a:r>
            <a:endParaRPr sz="2700"/>
          </a:p>
        </p:txBody>
      </p:sp>
      <p:sp>
        <p:nvSpPr>
          <p:cNvPr id="1072" name="Google Shape;1072;p42"/>
          <p:cNvSpPr txBox="1"/>
          <p:nvPr>
            <p:ph idx="4294967295" type="subTitle"/>
          </p:nvPr>
        </p:nvSpPr>
        <p:spPr>
          <a:xfrm>
            <a:off x="455425" y="2273525"/>
            <a:ext cx="7309800" cy="4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As our database is </a:t>
            </a:r>
            <a:r>
              <a:rPr lang="en">
                <a:solidFill>
                  <a:schemeClr val="lt1"/>
                </a:solidFill>
              </a:rPr>
              <a:t>heterogeneous</a:t>
            </a:r>
            <a:r>
              <a:rPr lang="en">
                <a:solidFill>
                  <a:schemeClr val="lt1"/>
                </a:solidFill>
              </a:rPr>
              <a:t> we decided this type of sampling.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73" name="Google Shape;1073;p42"/>
          <p:cNvSpPr txBox="1"/>
          <p:nvPr>
            <p:ph idx="4294967295" type="subTitle"/>
          </p:nvPr>
        </p:nvSpPr>
        <p:spPr>
          <a:xfrm>
            <a:off x="455425" y="2878050"/>
            <a:ext cx="7309800" cy="4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df &lt;- data.frame(tour = rep(1:10, each=80),                                                       experience = rnorm(800, mean=7, sd=1))</a:t>
            </a:r>
            <a:endParaRPr i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clusters &lt;- sample(unique(df$tour), size=80, replace=F</a:t>
            </a:r>
            <a:endParaRPr i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74" name="Google Shape;1074;p42"/>
          <p:cNvPicPr preferRelativeResize="0"/>
          <p:nvPr/>
        </p:nvPicPr>
        <p:blipFill rotWithShape="1">
          <a:blip r:embed="rId3">
            <a:alphaModFix/>
          </a:blip>
          <a:srcRect b="14332" l="50231" r="0" t="0"/>
          <a:stretch/>
        </p:blipFill>
        <p:spPr>
          <a:xfrm>
            <a:off x="6404125" y="2878050"/>
            <a:ext cx="2370250" cy="200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9" name="Google Shape;1079;p43"/>
          <p:cNvGrpSpPr/>
          <p:nvPr/>
        </p:nvGrpSpPr>
        <p:grpSpPr>
          <a:xfrm>
            <a:off x="314000" y="2020325"/>
            <a:ext cx="8510400" cy="1625025"/>
            <a:chOff x="314000" y="2020325"/>
            <a:chExt cx="8510400" cy="1625025"/>
          </a:xfrm>
        </p:grpSpPr>
        <p:sp>
          <p:nvSpPr>
            <p:cNvPr id="1080" name="Google Shape;1080;p43"/>
            <p:cNvSpPr/>
            <p:nvPr/>
          </p:nvSpPr>
          <p:spPr>
            <a:xfrm>
              <a:off x="314000" y="2542250"/>
              <a:ext cx="8510400" cy="1103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81" name="Google Shape;1081;p43"/>
            <p:cNvGrpSpPr/>
            <p:nvPr/>
          </p:nvGrpSpPr>
          <p:grpSpPr>
            <a:xfrm>
              <a:off x="3524825" y="2020325"/>
              <a:ext cx="2076362" cy="641924"/>
              <a:chOff x="3527575" y="0"/>
              <a:chExt cx="2076362" cy="641924"/>
            </a:xfrm>
          </p:grpSpPr>
          <p:sp>
            <p:nvSpPr>
              <p:cNvPr id="1082" name="Google Shape;1082;p43"/>
              <p:cNvSpPr/>
              <p:nvPr/>
            </p:nvSpPr>
            <p:spPr>
              <a:xfrm>
                <a:off x="3527575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43"/>
              <p:cNvSpPr/>
              <p:nvPr/>
            </p:nvSpPr>
            <p:spPr>
              <a:xfrm>
                <a:off x="3547295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84" name="Google Shape;1084;p43"/>
              <p:cNvGrpSpPr/>
              <p:nvPr/>
            </p:nvGrpSpPr>
            <p:grpSpPr>
              <a:xfrm>
                <a:off x="5557050" y="0"/>
                <a:ext cx="46887" cy="641924"/>
                <a:chOff x="2783050" y="0"/>
                <a:chExt cx="46887" cy="641924"/>
              </a:xfrm>
            </p:grpSpPr>
            <p:sp>
              <p:nvSpPr>
                <p:cNvPr id="1085" name="Google Shape;1085;p43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6" name="Google Shape;1086;p43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087" name="Google Shape;1087;p43"/>
          <p:cNvGrpSpPr/>
          <p:nvPr/>
        </p:nvGrpSpPr>
        <p:grpSpPr>
          <a:xfrm>
            <a:off x="3291400" y="0"/>
            <a:ext cx="2555700" cy="2301750"/>
            <a:chOff x="3294150" y="0"/>
            <a:chExt cx="2555700" cy="2301750"/>
          </a:xfrm>
        </p:grpSpPr>
        <p:sp>
          <p:nvSpPr>
            <p:cNvPr id="1088" name="Google Shape;1088;p43"/>
            <p:cNvSpPr/>
            <p:nvPr/>
          </p:nvSpPr>
          <p:spPr>
            <a:xfrm>
              <a:off x="3294150" y="363150"/>
              <a:ext cx="2555700" cy="193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3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3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1" name="Google Shape;1091;p43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1092" name="Google Shape;1092;p43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43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94" name="Google Shape;1094;p43"/>
          <p:cNvSpPr/>
          <p:nvPr/>
        </p:nvSpPr>
        <p:spPr>
          <a:xfrm>
            <a:off x="4440650" y="0"/>
            <a:ext cx="262800" cy="2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3"/>
          <p:cNvSpPr txBox="1"/>
          <p:nvPr>
            <p:ph type="ctrTitle"/>
          </p:nvPr>
        </p:nvSpPr>
        <p:spPr>
          <a:xfrm>
            <a:off x="1678462" y="2542250"/>
            <a:ext cx="5797500" cy="11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</a:t>
            </a:r>
            <a:endParaRPr/>
          </a:p>
        </p:txBody>
      </p:sp>
      <p:sp>
        <p:nvSpPr>
          <p:cNvPr id="1096" name="Google Shape;1096;p43"/>
          <p:cNvSpPr txBox="1"/>
          <p:nvPr>
            <p:ph idx="1" type="subTitle"/>
          </p:nvPr>
        </p:nvSpPr>
        <p:spPr>
          <a:xfrm>
            <a:off x="916450" y="3738150"/>
            <a:ext cx="7321500" cy="3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 to be estimated, why to estimate it, which statistic and procedure is used, results and interpretation for each confidence interval</a:t>
            </a:r>
            <a:endParaRPr/>
          </a:p>
        </p:txBody>
      </p:sp>
      <p:sp>
        <p:nvSpPr>
          <p:cNvPr id="1097" name="Google Shape;1097;p43"/>
          <p:cNvSpPr txBox="1"/>
          <p:nvPr>
            <p:ph idx="2" type="title"/>
          </p:nvPr>
        </p:nvSpPr>
        <p:spPr>
          <a:xfrm>
            <a:off x="3783712" y="877525"/>
            <a:ext cx="1587000" cy="10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2" name="Google Shape;1102;p44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1103" name="Google Shape;1103;p44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Results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104" name="Google Shape;1104;p44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44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44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44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8" name="Google Shape;1108;p44"/>
          <p:cNvSpPr txBox="1"/>
          <p:nvPr>
            <p:ph idx="4294967295" type="title"/>
          </p:nvPr>
        </p:nvSpPr>
        <p:spPr>
          <a:xfrm>
            <a:off x="269925" y="1646825"/>
            <a:ext cx="42477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Z-distribution</a:t>
            </a:r>
            <a:endParaRPr sz="1300"/>
          </a:p>
        </p:txBody>
      </p:sp>
      <p:sp>
        <p:nvSpPr>
          <p:cNvPr id="1109" name="Google Shape;1109;p44"/>
          <p:cNvSpPr txBox="1"/>
          <p:nvPr>
            <p:ph idx="4294967295" type="title"/>
          </p:nvPr>
        </p:nvSpPr>
        <p:spPr>
          <a:xfrm>
            <a:off x="4626375" y="1646825"/>
            <a:ext cx="42477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</a:t>
            </a:r>
            <a:r>
              <a:rPr lang="en" sz="2200"/>
              <a:t>-distribution</a:t>
            </a:r>
            <a:endParaRPr sz="1300"/>
          </a:p>
        </p:txBody>
      </p:sp>
      <p:pic>
        <p:nvPicPr>
          <p:cNvPr id="1110" name="Google Shape;1110;p44"/>
          <p:cNvPicPr preferRelativeResize="0"/>
          <p:nvPr/>
        </p:nvPicPr>
        <p:blipFill rotWithShape="1">
          <a:blip r:embed="rId3">
            <a:alphaModFix/>
          </a:blip>
          <a:srcRect b="0" l="0" r="1614" t="14879"/>
          <a:stretch/>
        </p:blipFill>
        <p:spPr>
          <a:xfrm>
            <a:off x="572975" y="2352375"/>
            <a:ext cx="3637838" cy="2425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11" name="Google Shape;1111;p44"/>
          <p:cNvPicPr preferRelativeResize="0"/>
          <p:nvPr/>
        </p:nvPicPr>
        <p:blipFill rotWithShape="1">
          <a:blip r:embed="rId4">
            <a:alphaModFix/>
          </a:blip>
          <a:srcRect b="0" l="0" r="2988" t="13978"/>
          <a:stretch/>
        </p:blipFill>
        <p:spPr>
          <a:xfrm>
            <a:off x="4990304" y="2352375"/>
            <a:ext cx="3516184" cy="2425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" name="Google Shape;1116;p45"/>
          <p:cNvGrpSpPr/>
          <p:nvPr/>
        </p:nvGrpSpPr>
        <p:grpSpPr>
          <a:xfrm>
            <a:off x="314000" y="2020325"/>
            <a:ext cx="8510400" cy="1625025"/>
            <a:chOff x="314000" y="2020325"/>
            <a:chExt cx="8510400" cy="1625025"/>
          </a:xfrm>
        </p:grpSpPr>
        <p:sp>
          <p:nvSpPr>
            <p:cNvPr id="1117" name="Google Shape;1117;p45"/>
            <p:cNvSpPr/>
            <p:nvPr/>
          </p:nvSpPr>
          <p:spPr>
            <a:xfrm>
              <a:off x="314000" y="2542250"/>
              <a:ext cx="8510400" cy="1103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18" name="Google Shape;1118;p45"/>
            <p:cNvGrpSpPr/>
            <p:nvPr/>
          </p:nvGrpSpPr>
          <p:grpSpPr>
            <a:xfrm>
              <a:off x="3524825" y="2020325"/>
              <a:ext cx="2076362" cy="641924"/>
              <a:chOff x="3527575" y="0"/>
              <a:chExt cx="2076362" cy="641924"/>
            </a:xfrm>
          </p:grpSpPr>
          <p:sp>
            <p:nvSpPr>
              <p:cNvPr id="1119" name="Google Shape;1119;p45"/>
              <p:cNvSpPr/>
              <p:nvPr/>
            </p:nvSpPr>
            <p:spPr>
              <a:xfrm>
                <a:off x="3527575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45"/>
              <p:cNvSpPr/>
              <p:nvPr/>
            </p:nvSpPr>
            <p:spPr>
              <a:xfrm>
                <a:off x="3547295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21" name="Google Shape;1121;p45"/>
              <p:cNvGrpSpPr/>
              <p:nvPr/>
            </p:nvGrpSpPr>
            <p:grpSpPr>
              <a:xfrm>
                <a:off x="5557050" y="0"/>
                <a:ext cx="46887" cy="641924"/>
                <a:chOff x="2783050" y="0"/>
                <a:chExt cx="46887" cy="641924"/>
              </a:xfrm>
            </p:grpSpPr>
            <p:sp>
              <p:nvSpPr>
                <p:cNvPr id="1122" name="Google Shape;1122;p45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3" name="Google Shape;1123;p45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124" name="Google Shape;1124;p45"/>
          <p:cNvGrpSpPr/>
          <p:nvPr/>
        </p:nvGrpSpPr>
        <p:grpSpPr>
          <a:xfrm>
            <a:off x="3291400" y="0"/>
            <a:ext cx="2555700" cy="2301750"/>
            <a:chOff x="3294150" y="0"/>
            <a:chExt cx="2555700" cy="2301750"/>
          </a:xfrm>
        </p:grpSpPr>
        <p:sp>
          <p:nvSpPr>
            <p:cNvPr id="1125" name="Google Shape;1125;p45"/>
            <p:cNvSpPr/>
            <p:nvPr/>
          </p:nvSpPr>
          <p:spPr>
            <a:xfrm>
              <a:off x="3294150" y="363150"/>
              <a:ext cx="2555700" cy="193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45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45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8" name="Google Shape;1128;p45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1129" name="Google Shape;1129;p45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45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31" name="Google Shape;1131;p45"/>
          <p:cNvSpPr/>
          <p:nvPr/>
        </p:nvSpPr>
        <p:spPr>
          <a:xfrm>
            <a:off x="4440650" y="0"/>
            <a:ext cx="262800" cy="2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45"/>
          <p:cNvSpPr txBox="1"/>
          <p:nvPr>
            <p:ph type="ctrTitle"/>
          </p:nvPr>
        </p:nvSpPr>
        <p:spPr>
          <a:xfrm>
            <a:off x="1678462" y="2542250"/>
            <a:ext cx="5797500" cy="11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</a:t>
            </a:r>
            <a:endParaRPr/>
          </a:p>
        </p:txBody>
      </p:sp>
      <p:sp>
        <p:nvSpPr>
          <p:cNvPr id="1133" name="Google Shape;1133;p45"/>
          <p:cNvSpPr txBox="1"/>
          <p:nvPr>
            <p:ph idx="1" type="subTitle"/>
          </p:nvPr>
        </p:nvSpPr>
        <p:spPr>
          <a:xfrm>
            <a:off x="916450" y="3738150"/>
            <a:ext cx="7321500" cy="3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Fictitious scenario with a question to be answered, justification of the test, statistics involved and results for each HT</a:t>
            </a:r>
            <a:endParaRPr/>
          </a:p>
        </p:txBody>
      </p:sp>
      <p:sp>
        <p:nvSpPr>
          <p:cNvPr id="1134" name="Google Shape;1134;p45"/>
          <p:cNvSpPr txBox="1"/>
          <p:nvPr>
            <p:ph idx="2" type="title"/>
          </p:nvPr>
        </p:nvSpPr>
        <p:spPr>
          <a:xfrm>
            <a:off x="3783712" y="877525"/>
            <a:ext cx="1587000" cy="10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46"/>
          <p:cNvSpPr txBox="1"/>
          <p:nvPr>
            <p:ph idx="1" type="subTitle"/>
          </p:nvPr>
        </p:nvSpPr>
        <p:spPr>
          <a:xfrm>
            <a:off x="235625" y="1577450"/>
            <a:ext cx="5797500" cy="861900"/>
          </a:xfrm>
          <a:prstGeom prst="rect">
            <a:avLst/>
          </a:prstGeom>
          <a:solidFill>
            <a:schemeClr val="accent6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The average number of products that customers buy is greater than 5.</a:t>
            </a:r>
            <a:endParaRPr sz="2200"/>
          </a:p>
        </p:txBody>
      </p:sp>
      <p:sp>
        <p:nvSpPr>
          <p:cNvPr id="1140" name="Google Shape;1140;p46"/>
          <p:cNvSpPr txBox="1"/>
          <p:nvPr/>
        </p:nvSpPr>
        <p:spPr>
          <a:xfrm>
            <a:off x="820550" y="250555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H0:</a:t>
            </a:r>
            <a:r>
              <a:rPr lang="en"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mean≤5</a:t>
            </a:r>
            <a:endParaRPr sz="22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HA:</a:t>
            </a:r>
            <a:r>
              <a:rPr lang="en"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mean&gt;5</a:t>
            </a:r>
            <a:endParaRPr/>
          </a:p>
        </p:txBody>
      </p:sp>
      <p:sp>
        <p:nvSpPr>
          <p:cNvPr id="1141" name="Google Shape;1141;p46"/>
          <p:cNvSpPr txBox="1"/>
          <p:nvPr>
            <p:ph idx="1" type="subTitle"/>
          </p:nvPr>
        </p:nvSpPr>
        <p:spPr>
          <a:xfrm>
            <a:off x="167025" y="3433650"/>
            <a:ext cx="4041900" cy="39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Numerical variable -&gt; t.test</a:t>
            </a:r>
            <a:endParaRPr sz="2200"/>
          </a:p>
        </p:txBody>
      </p:sp>
      <p:grpSp>
        <p:nvGrpSpPr>
          <p:cNvPr id="1142" name="Google Shape;1142;p46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1143" name="Google Shape;1143;p46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FIRST SCENARIO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144" name="Google Shape;1144;p46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6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6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6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8" name="Google Shape;1148;p46"/>
          <p:cNvGrpSpPr/>
          <p:nvPr/>
        </p:nvGrpSpPr>
        <p:grpSpPr>
          <a:xfrm>
            <a:off x="6326700" y="1922186"/>
            <a:ext cx="2700571" cy="2733488"/>
            <a:chOff x="721500" y="1702962"/>
            <a:chExt cx="3082491" cy="3128277"/>
          </a:xfrm>
        </p:grpSpPr>
        <p:grpSp>
          <p:nvGrpSpPr>
            <p:cNvPr id="1149" name="Google Shape;1149;p46"/>
            <p:cNvGrpSpPr/>
            <p:nvPr/>
          </p:nvGrpSpPr>
          <p:grpSpPr>
            <a:xfrm>
              <a:off x="2408757" y="2888378"/>
              <a:ext cx="778176" cy="1196487"/>
              <a:chOff x="2408757" y="2449015"/>
              <a:chExt cx="778176" cy="1196487"/>
            </a:xfrm>
          </p:grpSpPr>
          <p:sp>
            <p:nvSpPr>
              <p:cNvPr id="1150" name="Google Shape;1150;p46"/>
              <p:cNvSpPr/>
              <p:nvPr/>
            </p:nvSpPr>
            <p:spPr>
              <a:xfrm rot="-1400388">
                <a:off x="2600789" y="2456330"/>
                <a:ext cx="93245" cy="567510"/>
              </a:xfrm>
              <a:custGeom>
                <a:rect b="b" l="l" r="r" t="t"/>
                <a:pathLst>
                  <a:path extrusionOk="0" h="12422" w="2041">
                    <a:moveTo>
                      <a:pt x="115" y="1"/>
                    </a:moveTo>
                    <a:lnTo>
                      <a:pt x="1" y="45"/>
                    </a:lnTo>
                    <a:cubicBezTo>
                      <a:pt x="1796" y="4575"/>
                      <a:pt x="1919" y="12341"/>
                      <a:pt x="1919" y="12421"/>
                    </a:cubicBezTo>
                    <a:lnTo>
                      <a:pt x="2041" y="12417"/>
                    </a:lnTo>
                    <a:cubicBezTo>
                      <a:pt x="2041" y="12341"/>
                      <a:pt x="1919" y="4547"/>
                      <a:pt x="1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46"/>
              <p:cNvSpPr/>
              <p:nvPr/>
            </p:nvSpPr>
            <p:spPr>
              <a:xfrm rot="-1400388">
                <a:off x="2743711" y="2792868"/>
                <a:ext cx="138839" cy="100509"/>
              </a:xfrm>
              <a:custGeom>
                <a:rect b="b" l="l" r="r" t="t"/>
                <a:pathLst>
                  <a:path extrusionOk="0" h="2200" w="3039">
                    <a:moveTo>
                      <a:pt x="2468" y="1"/>
                    </a:moveTo>
                    <a:cubicBezTo>
                      <a:pt x="2389" y="1"/>
                      <a:pt x="2244" y="42"/>
                      <a:pt x="2013" y="136"/>
                    </a:cubicBezTo>
                    <a:cubicBezTo>
                      <a:pt x="103" y="909"/>
                      <a:pt x="0" y="2199"/>
                      <a:pt x="0" y="2199"/>
                    </a:cubicBezTo>
                    <a:cubicBezTo>
                      <a:pt x="0" y="2199"/>
                      <a:pt x="3039" y="1"/>
                      <a:pt x="2468" y="1"/>
                    </a:cubicBezTo>
                    <a:close/>
                  </a:path>
                </a:pathLst>
              </a:custGeom>
              <a:solidFill>
                <a:srgbClr val="9CC42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46"/>
              <p:cNvSpPr/>
              <p:nvPr/>
            </p:nvSpPr>
            <p:spPr>
              <a:xfrm rot="-1400388">
                <a:off x="2702342" y="2704612"/>
                <a:ext cx="94890" cy="117184"/>
              </a:xfrm>
              <a:custGeom>
                <a:rect b="b" l="l" r="r" t="t"/>
                <a:pathLst>
                  <a:path extrusionOk="0" h="2565" w="2077">
                    <a:moveTo>
                      <a:pt x="1588" y="0"/>
                    </a:moveTo>
                    <a:cubicBezTo>
                      <a:pt x="1537" y="0"/>
                      <a:pt x="1458" y="28"/>
                      <a:pt x="1347" y="90"/>
                    </a:cubicBezTo>
                    <a:cubicBezTo>
                      <a:pt x="163" y="745"/>
                      <a:pt x="1" y="2565"/>
                      <a:pt x="1" y="2565"/>
                    </a:cubicBezTo>
                    <a:cubicBezTo>
                      <a:pt x="1" y="2565"/>
                      <a:pt x="2076" y="0"/>
                      <a:pt x="15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46"/>
              <p:cNvSpPr/>
              <p:nvPr/>
            </p:nvSpPr>
            <p:spPr>
              <a:xfrm rot="-1400388">
                <a:off x="2652607" y="2624254"/>
                <a:ext cx="94113" cy="107499"/>
              </a:xfrm>
              <a:custGeom>
                <a:rect b="b" l="l" r="r" t="t"/>
                <a:pathLst>
                  <a:path extrusionOk="0" h="2353" w="2060">
                    <a:moveTo>
                      <a:pt x="1678" y="0"/>
                    </a:moveTo>
                    <a:cubicBezTo>
                      <a:pt x="1637" y="0"/>
                      <a:pt x="1566" y="28"/>
                      <a:pt x="1460" y="90"/>
                    </a:cubicBezTo>
                    <a:cubicBezTo>
                      <a:pt x="383" y="722"/>
                      <a:pt x="1" y="2352"/>
                      <a:pt x="1" y="2352"/>
                    </a:cubicBezTo>
                    <a:cubicBezTo>
                      <a:pt x="1" y="2352"/>
                      <a:pt x="2060" y="0"/>
                      <a:pt x="16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46"/>
              <p:cNvSpPr/>
              <p:nvPr/>
            </p:nvSpPr>
            <p:spPr>
              <a:xfrm rot="-1400388">
                <a:off x="2611594" y="2550243"/>
                <a:ext cx="68986" cy="125271"/>
              </a:xfrm>
              <a:custGeom>
                <a:rect b="b" l="l" r="r" t="t"/>
                <a:pathLst>
                  <a:path extrusionOk="0" h="2742" w="1510">
                    <a:moveTo>
                      <a:pt x="1133" y="0"/>
                    </a:moveTo>
                    <a:cubicBezTo>
                      <a:pt x="1085" y="0"/>
                      <a:pt x="1013" y="40"/>
                      <a:pt x="912" y="129"/>
                    </a:cubicBezTo>
                    <a:cubicBezTo>
                      <a:pt x="1" y="922"/>
                      <a:pt x="4" y="2741"/>
                      <a:pt x="4" y="2741"/>
                    </a:cubicBezTo>
                    <a:cubicBezTo>
                      <a:pt x="327" y="2517"/>
                      <a:pt x="1509" y="0"/>
                      <a:pt x="11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46"/>
              <p:cNvSpPr/>
              <p:nvPr/>
            </p:nvSpPr>
            <p:spPr>
              <a:xfrm rot="-1400388">
                <a:off x="2558373" y="2492874"/>
                <a:ext cx="57473" cy="101331"/>
              </a:xfrm>
              <a:custGeom>
                <a:rect b="b" l="l" r="r" t="t"/>
                <a:pathLst>
                  <a:path extrusionOk="0" h="2218" w="1258">
                    <a:moveTo>
                      <a:pt x="893" y="1"/>
                    </a:moveTo>
                    <a:cubicBezTo>
                      <a:pt x="869" y="1"/>
                      <a:pt x="840" y="9"/>
                      <a:pt x="805" y="27"/>
                    </a:cubicBezTo>
                    <a:cubicBezTo>
                      <a:pt x="226" y="323"/>
                      <a:pt x="0" y="2217"/>
                      <a:pt x="0" y="2217"/>
                    </a:cubicBezTo>
                    <a:cubicBezTo>
                      <a:pt x="275" y="2077"/>
                      <a:pt x="1257" y="1"/>
                      <a:pt x="8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46"/>
              <p:cNvSpPr/>
              <p:nvPr/>
            </p:nvSpPr>
            <p:spPr>
              <a:xfrm rot="-1400388">
                <a:off x="2511120" y="2453676"/>
                <a:ext cx="40021" cy="79859"/>
              </a:xfrm>
              <a:custGeom>
                <a:rect b="b" l="l" r="r" t="t"/>
                <a:pathLst>
                  <a:path extrusionOk="0" h="1748" w="876">
                    <a:moveTo>
                      <a:pt x="705" y="1"/>
                    </a:moveTo>
                    <a:cubicBezTo>
                      <a:pt x="668" y="1"/>
                      <a:pt x="605" y="61"/>
                      <a:pt x="514" y="204"/>
                    </a:cubicBezTo>
                    <a:cubicBezTo>
                      <a:pt x="0" y="993"/>
                      <a:pt x="64" y="1747"/>
                      <a:pt x="64" y="1747"/>
                    </a:cubicBezTo>
                    <a:cubicBezTo>
                      <a:pt x="530" y="1252"/>
                      <a:pt x="876" y="1"/>
                      <a:pt x="7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46"/>
              <p:cNvSpPr/>
              <p:nvPr/>
            </p:nvSpPr>
            <p:spPr>
              <a:xfrm rot="-1400388">
                <a:off x="2423164" y="2487416"/>
                <a:ext cx="75656" cy="41757"/>
              </a:xfrm>
              <a:custGeom>
                <a:rect b="b" l="l" r="r" t="t"/>
                <a:pathLst>
                  <a:path extrusionOk="0" h="914" w="1656">
                    <a:moveTo>
                      <a:pt x="669" y="1"/>
                    </a:moveTo>
                    <a:cubicBezTo>
                      <a:pt x="0" y="1"/>
                      <a:pt x="1175" y="886"/>
                      <a:pt x="1655" y="913"/>
                    </a:cubicBezTo>
                    <a:cubicBezTo>
                      <a:pt x="1655" y="913"/>
                      <a:pt x="1410" y="25"/>
                      <a:pt x="692" y="1"/>
                    </a:cubicBezTo>
                    <a:cubicBezTo>
                      <a:pt x="684" y="1"/>
                      <a:pt x="677" y="1"/>
                      <a:pt x="6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46"/>
              <p:cNvSpPr/>
              <p:nvPr/>
            </p:nvSpPr>
            <p:spPr>
              <a:xfrm rot="-1400388">
                <a:off x="2450774" y="2548902"/>
                <a:ext cx="102245" cy="44498"/>
              </a:xfrm>
              <a:custGeom>
                <a:rect b="b" l="l" r="r" t="t"/>
                <a:pathLst>
                  <a:path extrusionOk="0" h="974" w="2238">
                    <a:moveTo>
                      <a:pt x="803" y="1"/>
                    </a:moveTo>
                    <a:cubicBezTo>
                      <a:pt x="757" y="1"/>
                      <a:pt x="711" y="6"/>
                      <a:pt x="666" y="16"/>
                    </a:cubicBezTo>
                    <a:cubicBezTo>
                      <a:pt x="0" y="168"/>
                      <a:pt x="1380" y="974"/>
                      <a:pt x="2155" y="974"/>
                    </a:cubicBezTo>
                    <a:cubicBezTo>
                      <a:pt x="2183" y="974"/>
                      <a:pt x="2211" y="973"/>
                      <a:pt x="2238" y="970"/>
                    </a:cubicBezTo>
                    <a:cubicBezTo>
                      <a:pt x="2238" y="970"/>
                      <a:pt x="1464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46"/>
              <p:cNvSpPr/>
              <p:nvPr/>
            </p:nvSpPr>
            <p:spPr>
              <a:xfrm rot="-1400388">
                <a:off x="2499185" y="2611891"/>
                <a:ext cx="102839" cy="54914"/>
              </a:xfrm>
              <a:custGeom>
                <a:rect b="b" l="l" r="r" t="t"/>
                <a:pathLst>
                  <a:path extrusionOk="0" h="1202" w="2251">
                    <a:moveTo>
                      <a:pt x="752" y="0"/>
                    </a:moveTo>
                    <a:cubicBezTo>
                      <a:pt x="0" y="0"/>
                      <a:pt x="586" y="698"/>
                      <a:pt x="2251" y="1202"/>
                    </a:cubicBezTo>
                    <a:cubicBezTo>
                      <a:pt x="2251" y="1202"/>
                      <a:pt x="1655" y="38"/>
                      <a:pt x="815" y="2"/>
                    </a:cubicBezTo>
                    <a:cubicBezTo>
                      <a:pt x="793" y="1"/>
                      <a:pt x="772" y="0"/>
                      <a:pt x="7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46"/>
              <p:cNvSpPr/>
              <p:nvPr/>
            </p:nvSpPr>
            <p:spPr>
              <a:xfrm rot="-1400388">
                <a:off x="2514042" y="2680854"/>
                <a:ext cx="137423" cy="64737"/>
              </a:xfrm>
              <a:custGeom>
                <a:rect b="b" l="l" r="r" t="t"/>
                <a:pathLst>
                  <a:path extrusionOk="0" h="1417" w="3008">
                    <a:moveTo>
                      <a:pt x="1029" y="0"/>
                    </a:moveTo>
                    <a:cubicBezTo>
                      <a:pt x="1004" y="0"/>
                      <a:pt x="979" y="1"/>
                      <a:pt x="955" y="3"/>
                    </a:cubicBezTo>
                    <a:cubicBezTo>
                      <a:pt x="0" y="87"/>
                      <a:pt x="1946" y="1258"/>
                      <a:pt x="3007" y="1416"/>
                    </a:cubicBezTo>
                    <a:cubicBezTo>
                      <a:pt x="3007" y="1416"/>
                      <a:pt x="1969" y="0"/>
                      <a:pt x="10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46"/>
              <p:cNvSpPr/>
              <p:nvPr/>
            </p:nvSpPr>
            <p:spPr>
              <a:xfrm rot="-1400388">
                <a:off x="2573224" y="2762025"/>
                <a:ext cx="126550" cy="64097"/>
              </a:xfrm>
              <a:custGeom>
                <a:rect b="b" l="l" r="r" t="t"/>
                <a:pathLst>
                  <a:path extrusionOk="0" h="1403" w="2770">
                    <a:moveTo>
                      <a:pt x="720" y="1"/>
                    </a:moveTo>
                    <a:cubicBezTo>
                      <a:pt x="0" y="1"/>
                      <a:pt x="1042" y="1000"/>
                      <a:pt x="2770" y="1402"/>
                    </a:cubicBezTo>
                    <a:cubicBezTo>
                      <a:pt x="2770" y="1402"/>
                      <a:pt x="1790" y="123"/>
                      <a:pt x="843" y="9"/>
                    </a:cubicBezTo>
                    <a:cubicBezTo>
                      <a:pt x="798" y="4"/>
                      <a:pt x="756" y="1"/>
                      <a:pt x="7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46"/>
              <p:cNvSpPr/>
              <p:nvPr/>
            </p:nvSpPr>
            <p:spPr>
              <a:xfrm rot="-1400388">
                <a:off x="2560247" y="2844913"/>
                <a:ext cx="180185" cy="65102"/>
              </a:xfrm>
              <a:custGeom>
                <a:rect b="b" l="l" r="r" t="t"/>
                <a:pathLst>
                  <a:path extrusionOk="0" h="1425" w="3944">
                    <a:moveTo>
                      <a:pt x="1534" y="0"/>
                    </a:moveTo>
                    <a:cubicBezTo>
                      <a:pt x="1442" y="0"/>
                      <a:pt x="1350" y="9"/>
                      <a:pt x="1260" y="27"/>
                    </a:cubicBezTo>
                    <a:cubicBezTo>
                      <a:pt x="1" y="288"/>
                      <a:pt x="3778" y="1424"/>
                      <a:pt x="3944" y="1424"/>
                    </a:cubicBezTo>
                    <a:cubicBezTo>
                      <a:pt x="3944" y="1424"/>
                      <a:pt x="2716" y="0"/>
                      <a:pt x="15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46"/>
              <p:cNvSpPr/>
              <p:nvPr/>
            </p:nvSpPr>
            <p:spPr>
              <a:xfrm rot="-1400388">
                <a:off x="2609328" y="2898665"/>
                <a:ext cx="160266" cy="62361"/>
              </a:xfrm>
              <a:custGeom>
                <a:rect b="b" l="l" r="r" t="t"/>
                <a:pathLst>
                  <a:path extrusionOk="0" h="1365" w="3508">
                    <a:moveTo>
                      <a:pt x="1009" y="0"/>
                    </a:moveTo>
                    <a:cubicBezTo>
                      <a:pt x="987" y="0"/>
                      <a:pt x="964" y="1"/>
                      <a:pt x="943" y="2"/>
                    </a:cubicBezTo>
                    <a:cubicBezTo>
                      <a:pt x="1" y="69"/>
                      <a:pt x="2480" y="1364"/>
                      <a:pt x="3490" y="1364"/>
                    </a:cubicBezTo>
                    <a:cubicBezTo>
                      <a:pt x="3496" y="1364"/>
                      <a:pt x="3502" y="1364"/>
                      <a:pt x="3508" y="1364"/>
                    </a:cubicBezTo>
                    <a:cubicBezTo>
                      <a:pt x="3508" y="1364"/>
                      <a:pt x="1963" y="0"/>
                      <a:pt x="1009" y="0"/>
                    </a:cubicBezTo>
                    <a:close/>
                  </a:path>
                </a:pathLst>
              </a:custGeom>
              <a:solidFill>
                <a:srgbClr val="9CC42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46"/>
              <p:cNvSpPr/>
              <p:nvPr/>
            </p:nvSpPr>
            <p:spPr>
              <a:xfrm rot="-1400388">
                <a:off x="2454208" y="2669582"/>
                <a:ext cx="208328" cy="272471"/>
              </a:xfrm>
              <a:custGeom>
                <a:rect b="b" l="l" r="r" t="t"/>
                <a:pathLst>
                  <a:path extrusionOk="0" h="5964" w="4560">
                    <a:moveTo>
                      <a:pt x="1" y="773"/>
                    </a:moveTo>
                    <a:lnTo>
                      <a:pt x="1" y="773"/>
                    </a:lnTo>
                    <a:cubicBezTo>
                      <a:pt x="530" y="2738"/>
                      <a:pt x="3446" y="5659"/>
                      <a:pt x="3387" y="5840"/>
                    </a:cubicBezTo>
                    <a:lnTo>
                      <a:pt x="4106" y="5916"/>
                    </a:lnTo>
                    <a:lnTo>
                      <a:pt x="4106" y="5916"/>
                    </a:lnTo>
                    <a:cubicBezTo>
                      <a:pt x="3842" y="5446"/>
                      <a:pt x="1656" y="1625"/>
                      <a:pt x="1" y="773"/>
                    </a:cubicBezTo>
                    <a:close/>
                    <a:moveTo>
                      <a:pt x="4106" y="5916"/>
                    </a:moveTo>
                    <a:cubicBezTo>
                      <a:pt x="4124" y="5947"/>
                      <a:pt x="4133" y="5964"/>
                      <a:pt x="4133" y="5964"/>
                    </a:cubicBezTo>
                    <a:cubicBezTo>
                      <a:pt x="4133" y="5964"/>
                      <a:pt x="4125" y="5947"/>
                      <a:pt x="4109" y="5916"/>
                    </a:cubicBezTo>
                    <a:lnTo>
                      <a:pt x="4109" y="5916"/>
                    </a:lnTo>
                    <a:lnTo>
                      <a:pt x="4106" y="5916"/>
                    </a:lnTo>
                    <a:close/>
                    <a:moveTo>
                      <a:pt x="1461" y="0"/>
                    </a:moveTo>
                    <a:lnTo>
                      <a:pt x="1461" y="0"/>
                    </a:lnTo>
                    <a:cubicBezTo>
                      <a:pt x="1699" y="1151"/>
                      <a:pt x="3857" y="5419"/>
                      <a:pt x="4109" y="5916"/>
                    </a:cubicBezTo>
                    <a:lnTo>
                      <a:pt x="4109" y="5916"/>
                    </a:lnTo>
                    <a:lnTo>
                      <a:pt x="4559" y="5964"/>
                    </a:lnTo>
                    <a:cubicBezTo>
                      <a:pt x="4559" y="5964"/>
                      <a:pt x="3099" y="1228"/>
                      <a:pt x="14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46"/>
              <p:cNvSpPr/>
              <p:nvPr/>
            </p:nvSpPr>
            <p:spPr>
              <a:xfrm rot="-1400388">
                <a:off x="2732175" y="2774339"/>
                <a:ext cx="135824" cy="135687"/>
              </a:xfrm>
              <a:custGeom>
                <a:rect b="b" l="l" r="r" t="t"/>
                <a:pathLst>
                  <a:path extrusionOk="0" h="2970" w="2973">
                    <a:moveTo>
                      <a:pt x="1484" y="1"/>
                    </a:moveTo>
                    <a:cubicBezTo>
                      <a:pt x="664" y="1"/>
                      <a:pt x="1" y="664"/>
                      <a:pt x="1" y="1485"/>
                    </a:cubicBezTo>
                    <a:cubicBezTo>
                      <a:pt x="1" y="2306"/>
                      <a:pt x="664" y="2969"/>
                      <a:pt x="1484" y="2969"/>
                    </a:cubicBezTo>
                    <a:cubicBezTo>
                      <a:pt x="2305" y="2969"/>
                      <a:pt x="2972" y="2306"/>
                      <a:pt x="2972" y="1485"/>
                    </a:cubicBezTo>
                    <a:cubicBezTo>
                      <a:pt x="2972" y="664"/>
                      <a:pt x="2305" y="1"/>
                      <a:pt x="14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46"/>
              <p:cNvSpPr/>
              <p:nvPr/>
            </p:nvSpPr>
            <p:spPr>
              <a:xfrm rot="-1400388">
                <a:off x="2840346" y="2762777"/>
                <a:ext cx="146652" cy="146423"/>
              </a:xfrm>
              <a:custGeom>
                <a:rect b="b" l="l" r="r" t="t"/>
                <a:pathLst>
                  <a:path extrusionOk="0" h="3205" w="3210">
                    <a:moveTo>
                      <a:pt x="1603" y="1"/>
                    </a:moveTo>
                    <a:cubicBezTo>
                      <a:pt x="719" y="1"/>
                      <a:pt x="0" y="718"/>
                      <a:pt x="0" y="1602"/>
                    </a:cubicBezTo>
                    <a:cubicBezTo>
                      <a:pt x="0" y="2487"/>
                      <a:pt x="719" y="3205"/>
                      <a:pt x="1603" y="3205"/>
                    </a:cubicBezTo>
                    <a:cubicBezTo>
                      <a:pt x="2490" y="3205"/>
                      <a:pt x="3209" y="2487"/>
                      <a:pt x="3209" y="1602"/>
                    </a:cubicBezTo>
                    <a:cubicBezTo>
                      <a:pt x="3209" y="718"/>
                      <a:pt x="2490" y="1"/>
                      <a:pt x="16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46"/>
              <p:cNvSpPr/>
              <p:nvPr/>
            </p:nvSpPr>
            <p:spPr>
              <a:xfrm rot="-1400388">
                <a:off x="2810168" y="2733050"/>
                <a:ext cx="29239" cy="50117"/>
              </a:xfrm>
              <a:custGeom>
                <a:rect b="b" l="l" r="r" t="t"/>
                <a:pathLst>
                  <a:path extrusionOk="0" h="1097" w="640">
                    <a:moveTo>
                      <a:pt x="517" y="0"/>
                    </a:moveTo>
                    <a:cubicBezTo>
                      <a:pt x="505" y="465"/>
                      <a:pt x="4" y="1010"/>
                      <a:pt x="0" y="1014"/>
                    </a:cubicBezTo>
                    <a:lnTo>
                      <a:pt x="87" y="1097"/>
                    </a:lnTo>
                    <a:cubicBezTo>
                      <a:pt x="110" y="1073"/>
                      <a:pt x="627" y="516"/>
                      <a:pt x="6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46"/>
              <p:cNvSpPr/>
              <p:nvPr/>
            </p:nvSpPr>
            <p:spPr>
              <a:xfrm rot="-1400388">
                <a:off x="2770018" y="2705448"/>
                <a:ext cx="54823" cy="61310"/>
              </a:xfrm>
              <a:custGeom>
                <a:rect b="b" l="l" r="r" t="t"/>
                <a:pathLst>
                  <a:path extrusionOk="0" h="1342" w="1200">
                    <a:moveTo>
                      <a:pt x="465" y="1"/>
                    </a:moveTo>
                    <a:lnTo>
                      <a:pt x="465" y="1"/>
                    </a:lnTo>
                    <a:cubicBezTo>
                      <a:pt x="0" y="797"/>
                      <a:pt x="1049" y="1342"/>
                      <a:pt x="1049" y="1342"/>
                    </a:cubicBezTo>
                    <a:cubicBezTo>
                      <a:pt x="1049" y="1342"/>
                      <a:pt x="1199" y="123"/>
                      <a:pt x="4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46"/>
              <p:cNvSpPr/>
              <p:nvPr/>
            </p:nvSpPr>
            <p:spPr>
              <a:xfrm rot="-368213">
                <a:off x="2565849" y="2861470"/>
                <a:ext cx="582382" cy="755068"/>
              </a:xfrm>
              <a:custGeom>
                <a:rect b="b" l="l" r="r" t="t"/>
                <a:pathLst>
                  <a:path extrusionOk="0" h="13172" w="15594">
                    <a:moveTo>
                      <a:pt x="7905" y="0"/>
                    </a:moveTo>
                    <a:cubicBezTo>
                      <a:pt x="3356" y="0"/>
                      <a:pt x="423" y="578"/>
                      <a:pt x="423" y="578"/>
                    </a:cubicBezTo>
                    <a:cubicBezTo>
                      <a:pt x="0" y="3956"/>
                      <a:pt x="916" y="12998"/>
                      <a:pt x="916" y="12998"/>
                    </a:cubicBezTo>
                    <a:cubicBezTo>
                      <a:pt x="2841" y="13128"/>
                      <a:pt x="5005" y="13171"/>
                      <a:pt x="7036" y="13171"/>
                    </a:cubicBezTo>
                    <a:cubicBezTo>
                      <a:pt x="11097" y="13171"/>
                      <a:pt x="14623" y="12998"/>
                      <a:pt x="14623" y="12998"/>
                    </a:cubicBezTo>
                    <a:cubicBezTo>
                      <a:pt x="14623" y="12998"/>
                      <a:pt x="15594" y="4939"/>
                      <a:pt x="14749" y="436"/>
                    </a:cubicBezTo>
                    <a:cubicBezTo>
                      <a:pt x="12229" y="113"/>
                      <a:pt x="9910" y="0"/>
                      <a:pt x="79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0" name="Google Shape;1170;p46"/>
            <p:cNvGrpSpPr/>
            <p:nvPr/>
          </p:nvGrpSpPr>
          <p:grpSpPr>
            <a:xfrm>
              <a:off x="2966148" y="2701538"/>
              <a:ext cx="647347" cy="1377158"/>
              <a:chOff x="3017948" y="2225650"/>
              <a:chExt cx="647347" cy="1377158"/>
            </a:xfrm>
          </p:grpSpPr>
          <p:sp>
            <p:nvSpPr>
              <p:cNvPr id="1171" name="Google Shape;1171;p46"/>
              <p:cNvSpPr/>
              <p:nvPr/>
            </p:nvSpPr>
            <p:spPr>
              <a:xfrm>
                <a:off x="3265000" y="2225650"/>
                <a:ext cx="231906" cy="532845"/>
              </a:xfrm>
              <a:custGeom>
                <a:rect b="b" l="l" r="r" t="t"/>
                <a:pathLst>
                  <a:path extrusionOk="0" h="12137" w="5282">
                    <a:moveTo>
                      <a:pt x="3530" y="0"/>
                    </a:moveTo>
                    <a:cubicBezTo>
                      <a:pt x="3262" y="0"/>
                      <a:pt x="2975" y="216"/>
                      <a:pt x="2699" y="604"/>
                    </a:cubicBezTo>
                    <a:cubicBezTo>
                      <a:pt x="1393" y="2451"/>
                      <a:pt x="0" y="12136"/>
                      <a:pt x="0" y="12136"/>
                    </a:cubicBezTo>
                    <a:lnTo>
                      <a:pt x="4187" y="11489"/>
                    </a:lnTo>
                    <a:cubicBezTo>
                      <a:pt x="5282" y="3052"/>
                      <a:pt x="4537" y="0"/>
                      <a:pt x="3530" y="0"/>
                    </a:cubicBezTo>
                    <a:close/>
                  </a:path>
                </a:pathLst>
              </a:custGeom>
              <a:solidFill>
                <a:srgbClr val="DC8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46"/>
              <p:cNvSpPr/>
              <p:nvPr/>
            </p:nvSpPr>
            <p:spPr>
              <a:xfrm>
                <a:off x="3355268" y="2348317"/>
                <a:ext cx="95186" cy="31829"/>
              </a:xfrm>
              <a:custGeom>
                <a:rect b="b" l="l" r="r" t="t"/>
                <a:pathLst>
                  <a:path extrusionOk="0" h="725" w="2168">
                    <a:moveTo>
                      <a:pt x="1073" y="1"/>
                    </a:moveTo>
                    <a:cubicBezTo>
                      <a:pt x="418" y="1"/>
                      <a:pt x="0" y="546"/>
                      <a:pt x="0" y="546"/>
                    </a:cubicBezTo>
                    <a:cubicBezTo>
                      <a:pt x="0" y="546"/>
                      <a:pt x="362" y="724"/>
                      <a:pt x="969" y="724"/>
                    </a:cubicBezTo>
                    <a:cubicBezTo>
                      <a:pt x="1302" y="724"/>
                      <a:pt x="1707" y="671"/>
                      <a:pt x="2167" y="506"/>
                    </a:cubicBezTo>
                    <a:cubicBezTo>
                      <a:pt x="1761" y="128"/>
                      <a:pt x="1389" y="1"/>
                      <a:pt x="1073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46"/>
              <p:cNvSpPr/>
              <p:nvPr/>
            </p:nvSpPr>
            <p:spPr>
              <a:xfrm>
                <a:off x="3332394" y="2466988"/>
                <a:ext cx="107831" cy="35956"/>
              </a:xfrm>
              <a:custGeom>
                <a:rect b="b" l="l" r="r" t="t"/>
                <a:pathLst>
                  <a:path extrusionOk="0" h="819" w="2456">
                    <a:moveTo>
                      <a:pt x="1213" y="0"/>
                    </a:moveTo>
                    <a:cubicBezTo>
                      <a:pt x="472" y="0"/>
                      <a:pt x="0" y="617"/>
                      <a:pt x="0" y="617"/>
                    </a:cubicBezTo>
                    <a:cubicBezTo>
                      <a:pt x="0" y="617"/>
                      <a:pt x="411" y="819"/>
                      <a:pt x="1100" y="819"/>
                    </a:cubicBezTo>
                    <a:cubicBezTo>
                      <a:pt x="1476" y="819"/>
                      <a:pt x="1935" y="759"/>
                      <a:pt x="2455" y="574"/>
                    </a:cubicBezTo>
                    <a:cubicBezTo>
                      <a:pt x="1993" y="145"/>
                      <a:pt x="1572" y="0"/>
                      <a:pt x="1213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46"/>
              <p:cNvSpPr/>
              <p:nvPr/>
            </p:nvSpPr>
            <p:spPr>
              <a:xfrm>
                <a:off x="3308466" y="2578679"/>
                <a:ext cx="131232" cy="43727"/>
              </a:xfrm>
              <a:custGeom>
                <a:rect b="b" l="l" r="r" t="t"/>
                <a:pathLst>
                  <a:path extrusionOk="0" h="996" w="2989">
                    <a:moveTo>
                      <a:pt x="1477" y="0"/>
                    </a:moveTo>
                    <a:cubicBezTo>
                      <a:pt x="576" y="0"/>
                      <a:pt x="1" y="749"/>
                      <a:pt x="1" y="749"/>
                    </a:cubicBezTo>
                    <a:cubicBezTo>
                      <a:pt x="1" y="749"/>
                      <a:pt x="501" y="996"/>
                      <a:pt x="1342" y="996"/>
                    </a:cubicBezTo>
                    <a:cubicBezTo>
                      <a:pt x="1799" y="996"/>
                      <a:pt x="2356" y="923"/>
                      <a:pt x="2988" y="698"/>
                    </a:cubicBezTo>
                    <a:cubicBezTo>
                      <a:pt x="2427" y="176"/>
                      <a:pt x="1914" y="0"/>
                      <a:pt x="1477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46"/>
              <p:cNvSpPr/>
              <p:nvPr/>
            </p:nvSpPr>
            <p:spPr>
              <a:xfrm>
                <a:off x="3329979" y="2340721"/>
                <a:ext cx="292846" cy="503167"/>
              </a:xfrm>
              <a:custGeom>
                <a:rect b="b" l="l" r="r" t="t"/>
                <a:pathLst>
                  <a:path extrusionOk="0" h="11461" w="6670">
                    <a:moveTo>
                      <a:pt x="5264" y="1"/>
                    </a:moveTo>
                    <a:cubicBezTo>
                      <a:pt x="5017" y="1"/>
                      <a:pt x="4731" y="169"/>
                      <a:pt x="4432" y="477"/>
                    </a:cubicBezTo>
                    <a:cubicBezTo>
                      <a:pt x="2858" y="2104"/>
                      <a:pt x="1" y="11461"/>
                      <a:pt x="1" y="11461"/>
                    </a:cubicBezTo>
                    <a:lnTo>
                      <a:pt x="4235" y="11461"/>
                    </a:lnTo>
                    <a:cubicBezTo>
                      <a:pt x="6669" y="3077"/>
                      <a:pt x="6322" y="1"/>
                      <a:pt x="5264" y="1"/>
                    </a:cubicBezTo>
                    <a:close/>
                  </a:path>
                </a:pathLst>
              </a:custGeom>
              <a:solidFill>
                <a:srgbClr val="FFA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46"/>
              <p:cNvSpPr/>
              <p:nvPr/>
            </p:nvSpPr>
            <p:spPr>
              <a:xfrm>
                <a:off x="3478114" y="2459041"/>
                <a:ext cx="94484" cy="33015"/>
              </a:xfrm>
              <a:custGeom>
                <a:rect b="b" l="l" r="r" t="t"/>
                <a:pathLst>
                  <a:path extrusionOk="0" h="752" w="2152">
                    <a:moveTo>
                      <a:pt x="962" y="1"/>
                    </a:moveTo>
                    <a:cubicBezTo>
                      <a:pt x="406" y="1"/>
                      <a:pt x="0" y="387"/>
                      <a:pt x="0" y="387"/>
                    </a:cubicBezTo>
                    <a:cubicBezTo>
                      <a:pt x="0" y="387"/>
                      <a:pt x="521" y="751"/>
                      <a:pt x="1445" y="751"/>
                    </a:cubicBezTo>
                    <a:cubicBezTo>
                      <a:pt x="1659" y="751"/>
                      <a:pt x="1895" y="732"/>
                      <a:pt x="2151" y="683"/>
                    </a:cubicBezTo>
                    <a:cubicBezTo>
                      <a:pt x="1738" y="160"/>
                      <a:pt x="1319" y="1"/>
                      <a:pt x="962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46"/>
              <p:cNvSpPr/>
              <p:nvPr/>
            </p:nvSpPr>
            <p:spPr>
              <a:xfrm>
                <a:off x="3437063" y="2573586"/>
                <a:ext cx="106777" cy="37449"/>
              </a:xfrm>
              <a:custGeom>
                <a:rect b="b" l="l" r="r" t="t"/>
                <a:pathLst>
                  <a:path extrusionOk="0" h="853" w="2432">
                    <a:moveTo>
                      <a:pt x="1087" y="1"/>
                    </a:moveTo>
                    <a:cubicBezTo>
                      <a:pt x="459" y="1"/>
                      <a:pt x="0" y="439"/>
                      <a:pt x="0" y="439"/>
                    </a:cubicBezTo>
                    <a:cubicBezTo>
                      <a:pt x="0" y="439"/>
                      <a:pt x="586" y="853"/>
                      <a:pt x="1627" y="853"/>
                    </a:cubicBezTo>
                    <a:cubicBezTo>
                      <a:pt x="1871" y="853"/>
                      <a:pt x="2140" y="830"/>
                      <a:pt x="2432" y="774"/>
                    </a:cubicBezTo>
                    <a:cubicBezTo>
                      <a:pt x="1964" y="181"/>
                      <a:pt x="1490" y="1"/>
                      <a:pt x="1087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46"/>
              <p:cNvSpPr/>
              <p:nvPr/>
            </p:nvSpPr>
            <p:spPr>
              <a:xfrm>
                <a:off x="3395485" y="2681940"/>
                <a:ext cx="130003" cy="45483"/>
              </a:xfrm>
              <a:custGeom>
                <a:rect b="b" l="l" r="r" t="t"/>
                <a:pathLst>
                  <a:path extrusionOk="0" h="1036" w="2961">
                    <a:moveTo>
                      <a:pt x="1320" y="1"/>
                    </a:moveTo>
                    <a:cubicBezTo>
                      <a:pt x="556" y="1"/>
                      <a:pt x="0" y="532"/>
                      <a:pt x="0" y="532"/>
                    </a:cubicBezTo>
                    <a:cubicBezTo>
                      <a:pt x="0" y="532"/>
                      <a:pt x="715" y="1036"/>
                      <a:pt x="1987" y="1036"/>
                    </a:cubicBezTo>
                    <a:cubicBezTo>
                      <a:pt x="2282" y="1036"/>
                      <a:pt x="2607" y="1009"/>
                      <a:pt x="2960" y="942"/>
                    </a:cubicBezTo>
                    <a:cubicBezTo>
                      <a:pt x="2389" y="220"/>
                      <a:pt x="1811" y="1"/>
                      <a:pt x="1320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46"/>
              <p:cNvSpPr/>
              <p:nvPr/>
            </p:nvSpPr>
            <p:spPr>
              <a:xfrm>
                <a:off x="3543269" y="2403064"/>
                <a:ext cx="4742" cy="3732"/>
              </a:xfrm>
              <a:custGeom>
                <a:rect b="b" l="l" r="r" t="t"/>
                <a:pathLst>
                  <a:path extrusionOk="0" h="85" w="108">
                    <a:moveTo>
                      <a:pt x="55" y="1"/>
                    </a:moveTo>
                    <a:cubicBezTo>
                      <a:pt x="0" y="1"/>
                      <a:pt x="0" y="84"/>
                      <a:pt x="55" y="84"/>
                    </a:cubicBezTo>
                    <a:cubicBezTo>
                      <a:pt x="108" y="84"/>
                      <a:pt x="108" y="1"/>
                      <a:pt x="55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46"/>
              <p:cNvSpPr/>
              <p:nvPr/>
            </p:nvSpPr>
            <p:spPr>
              <a:xfrm>
                <a:off x="3561270" y="2419045"/>
                <a:ext cx="5093" cy="3820"/>
              </a:xfrm>
              <a:custGeom>
                <a:rect b="b" l="l" r="r" t="t"/>
                <a:pathLst>
                  <a:path extrusionOk="0" h="87" w="116">
                    <a:moveTo>
                      <a:pt x="60" y="0"/>
                    </a:moveTo>
                    <a:cubicBezTo>
                      <a:pt x="1" y="0"/>
                      <a:pt x="1" y="87"/>
                      <a:pt x="60" y="87"/>
                    </a:cubicBezTo>
                    <a:cubicBezTo>
                      <a:pt x="115" y="87"/>
                      <a:pt x="115" y="0"/>
                      <a:pt x="60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46"/>
              <p:cNvSpPr/>
              <p:nvPr/>
            </p:nvSpPr>
            <p:spPr>
              <a:xfrm>
                <a:off x="3535981" y="2427826"/>
                <a:ext cx="8386" cy="6366"/>
              </a:xfrm>
              <a:custGeom>
                <a:rect b="b" l="l" r="r" t="t"/>
                <a:pathLst>
                  <a:path extrusionOk="0" h="145" w="191">
                    <a:moveTo>
                      <a:pt x="78" y="1"/>
                    </a:moveTo>
                    <a:cubicBezTo>
                      <a:pt x="48" y="1"/>
                      <a:pt x="16" y="17"/>
                      <a:pt x="8" y="45"/>
                    </a:cubicBezTo>
                    <a:cubicBezTo>
                      <a:pt x="1" y="68"/>
                      <a:pt x="13" y="96"/>
                      <a:pt x="32" y="108"/>
                    </a:cubicBezTo>
                    <a:cubicBezTo>
                      <a:pt x="35" y="108"/>
                      <a:pt x="40" y="110"/>
                      <a:pt x="43" y="111"/>
                    </a:cubicBezTo>
                    <a:lnTo>
                      <a:pt x="43" y="111"/>
                    </a:lnTo>
                    <a:cubicBezTo>
                      <a:pt x="44" y="111"/>
                      <a:pt x="44" y="112"/>
                      <a:pt x="44" y="112"/>
                    </a:cubicBezTo>
                    <a:cubicBezTo>
                      <a:pt x="56" y="127"/>
                      <a:pt x="68" y="139"/>
                      <a:pt x="88" y="143"/>
                    </a:cubicBezTo>
                    <a:cubicBezTo>
                      <a:pt x="93" y="145"/>
                      <a:pt x="98" y="145"/>
                      <a:pt x="104" y="145"/>
                    </a:cubicBezTo>
                    <a:cubicBezTo>
                      <a:pt x="116" y="145"/>
                      <a:pt x="128" y="143"/>
                      <a:pt x="139" y="143"/>
                    </a:cubicBezTo>
                    <a:cubicBezTo>
                      <a:pt x="179" y="136"/>
                      <a:pt x="190" y="88"/>
                      <a:pt x="174" y="56"/>
                    </a:cubicBezTo>
                    <a:cubicBezTo>
                      <a:pt x="173" y="55"/>
                      <a:pt x="173" y="55"/>
                      <a:pt x="172" y="54"/>
                    </a:cubicBezTo>
                    <a:lnTo>
                      <a:pt x="172" y="54"/>
                    </a:lnTo>
                    <a:cubicBezTo>
                      <a:pt x="171" y="50"/>
                      <a:pt x="169" y="47"/>
                      <a:pt x="166" y="45"/>
                    </a:cubicBezTo>
                    <a:cubicBezTo>
                      <a:pt x="163" y="32"/>
                      <a:pt x="155" y="21"/>
                      <a:pt x="143" y="17"/>
                    </a:cubicBezTo>
                    <a:cubicBezTo>
                      <a:pt x="127" y="5"/>
                      <a:pt x="108" y="5"/>
                      <a:pt x="88" y="1"/>
                    </a:cubicBezTo>
                    <a:cubicBezTo>
                      <a:pt x="85" y="1"/>
                      <a:pt x="82" y="1"/>
                      <a:pt x="78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46"/>
              <p:cNvSpPr/>
              <p:nvPr/>
            </p:nvSpPr>
            <p:spPr>
              <a:xfrm>
                <a:off x="3505687" y="2426026"/>
                <a:ext cx="7288" cy="7771"/>
              </a:xfrm>
              <a:custGeom>
                <a:rect b="b" l="l" r="r" t="t"/>
                <a:pathLst>
                  <a:path extrusionOk="0" h="177" w="166">
                    <a:moveTo>
                      <a:pt x="106" y="1"/>
                    </a:moveTo>
                    <a:cubicBezTo>
                      <a:pt x="103" y="1"/>
                      <a:pt x="96" y="1"/>
                      <a:pt x="83" y="2"/>
                    </a:cubicBezTo>
                    <a:cubicBezTo>
                      <a:pt x="67" y="2"/>
                      <a:pt x="51" y="7"/>
                      <a:pt x="40" y="15"/>
                    </a:cubicBezTo>
                    <a:cubicBezTo>
                      <a:pt x="35" y="19"/>
                      <a:pt x="32" y="22"/>
                      <a:pt x="24" y="26"/>
                    </a:cubicBezTo>
                    <a:cubicBezTo>
                      <a:pt x="20" y="31"/>
                      <a:pt x="16" y="38"/>
                      <a:pt x="12" y="42"/>
                    </a:cubicBezTo>
                    <a:cubicBezTo>
                      <a:pt x="4" y="58"/>
                      <a:pt x="4" y="62"/>
                      <a:pt x="0" y="78"/>
                    </a:cubicBezTo>
                    <a:cubicBezTo>
                      <a:pt x="0" y="90"/>
                      <a:pt x="0" y="97"/>
                      <a:pt x="4" y="109"/>
                    </a:cubicBezTo>
                    <a:cubicBezTo>
                      <a:pt x="4" y="117"/>
                      <a:pt x="8" y="126"/>
                      <a:pt x="12" y="129"/>
                    </a:cubicBezTo>
                    <a:lnTo>
                      <a:pt x="12" y="133"/>
                    </a:lnTo>
                    <a:lnTo>
                      <a:pt x="20" y="141"/>
                    </a:lnTo>
                    <a:cubicBezTo>
                      <a:pt x="24" y="153"/>
                      <a:pt x="35" y="161"/>
                      <a:pt x="44" y="168"/>
                    </a:cubicBezTo>
                    <a:cubicBezTo>
                      <a:pt x="55" y="173"/>
                      <a:pt x="71" y="177"/>
                      <a:pt x="83" y="177"/>
                    </a:cubicBezTo>
                    <a:cubicBezTo>
                      <a:pt x="95" y="177"/>
                      <a:pt x="111" y="173"/>
                      <a:pt x="122" y="168"/>
                    </a:cubicBezTo>
                    <a:cubicBezTo>
                      <a:pt x="130" y="161"/>
                      <a:pt x="142" y="153"/>
                      <a:pt x="146" y="141"/>
                    </a:cubicBezTo>
                    <a:cubicBezTo>
                      <a:pt x="150" y="137"/>
                      <a:pt x="150" y="137"/>
                      <a:pt x="154" y="133"/>
                    </a:cubicBezTo>
                    <a:lnTo>
                      <a:pt x="154" y="129"/>
                    </a:lnTo>
                    <a:cubicBezTo>
                      <a:pt x="158" y="126"/>
                      <a:pt x="162" y="117"/>
                      <a:pt x="166" y="109"/>
                    </a:cubicBezTo>
                    <a:lnTo>
                      <a:pt x="166" y="90"/>
                    </a:lnTo>
                    <a:lnTo>
                      <a:pt x="166" y="66"/>
                    </a:lnTo>
                    <a:cubicBezTo>
                      <a:pt x="162" y="62"/>
                      <a:pt x="162" y="58"/>
                      <a:pt x="158" y="55"/>
                    </a:cubicBezTo>
                    <a:cubicBezTo>
                      <a:pt x="158" y="46"/>
                      <a:pt x="154" y="42"/>
                      <a:pt x="150" y="35"/>
                    </a:cubicBezTo>
                    <a:cubicBezTo>
                      <a:pt x="142" y="26"/>
                      <a:pt x="135" y="19"/>
                      <a:pt x="126" y="15"/>
                    </a:cubicBezTo>
                    <a:cubicBezTo>
                      <a:pt x="122" y="11"/>
                      <a:pt x="111" y="7"/>
                      <a:pt x="106" y="7"/>
                    </a:cubicBezTo>
                    <a:cubicBezTo>
                      <a:pt x="98" y="4"/>
                      <a:pt x="114" y="1"/>
                      <a:pt x="106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46"/>
              <p:cNvSpPr/>
              <p:nvPr/>
            </p:nvSpPr>
            <p:spPr>
              <a:xfrm>
                <a:off x="3535981" y="2542546"/>
                <a:ext cx="7859" cy="7595"/>
              </a:xfrm>
              <a:custGeom>
                <a:rect b="b" l="l" r="r" t="t"/>
                <a:pathLst>
                  <a:path extrusionOk="0" h="173" w="179">
                    <a:moveTo>
                      <a:pt x="99" y="0"/>
                    </a:moveTo>
                    <a:cubicBezTo>
                      <a:pt x="79" y="0"/>
                      <a:pt x="56" y="9"/>
                      <a:pt x="44" y="24"/>
                    </a:cubicBezTo>
                    <a:cubicBezTo>
                      <a:pt x="41" y="29"/>
                      <a:pt x="37" y="33"/>
                      <a:pt x="32" y="36"/>
                    </a:cubicBezTo>
                    <a:lnTo>
                      <a:pt x="28" y="40"/>
                    </a:lnTo>
                    <a:cubicBezTo>
                      <a:pt x="24" y="44"/>
                      <a:pt x="24" y="48"/>
                      <a:pt x="21" y="53"/>
                    </a:cubicBezTo>
                    <a:cubicBezTo>
                      <a:pt x="17" y="56"/>
                      <a:pt x="13" y="64"/>
                      <a:pt x="8" y="68"/>
                    </a:cubicBezTo>
                    <a:cubicBezTo>
                      <a:pt x="8" y="72"/>
                      <a:pt x="8" y="76"/>
                      <a:pt x="5" y="80"/>
                    </a:cubicBezTo>
                    <a:cubicBezTo>
                      <a:pt x="1" y="108"/>
                      <a:pt x="5" y="131"/>
                      <a:pt x="24" y="151"/>
                    </a:cubicBezTo>
                    <a:cubicBezTo>
                      <a:pt x="40" y="167"/>
                      <a:pt x="60" y="172"/>
                      <a:pt x="79" y="172"/>
                    </a:cubicBezTo>
                    <a:cubicBezTo>
                      <a:pt x="85" y="172"/>
                      <a:pt x="90" y="172"/>
                      <a:pt x="95" y="171"/>
                    </a:cubicBezTo>
                    <a:cubicBezTo>
                      <a:pt x="103" y="171"/>
                      <a:pt x="112" y="166"/>
                      <a:pt x="115" y="162"/>
                    </a:cubicBezTo>
                    <a:cubicBezTo>
                      <a:pt x="123" y="159"/>
                      <a:pt x="127" y="155"/>
                      <a:pt x="135" y="151"/>
                    </a:cubicBezTo>
                    <a:cubicBezTo>
                      <a:pt x="135" y="147"/>
                      <a:pt x="139" y="147"/>
                      <a:pt x="139" y="143"/>
                    </a:cubicBezTo>
                    <a:cubicBezTo>
                      <a:pt x="147" y="139"/>
                      <a:pt x="150" y="135"/>
                      <a:pt x="155" y="131"/>
                    </a:cubicBezTo>
                    <a:cubicBezTo>
                      <a:pt x="163" y="127"/>
                      <a:pt x="166" y="115"/>
                      <a:pt x="170" y="108"/>
                    </a:cubicBezTo>
                    <a:cubicBezTo>
                      <a:pt x="174" y="100"/>
                      <a:pt x="179" y="88"/>
                      <a:pt x="179" y="76"/>
                    </a:cubicBezTo>
                    <a:cubicBezTo>
                      <a:pt x="179" y="68"/>
                      <a:pt x="174" y="56"/>
                      <a:pt x="170" y="48"/>
                    </a:cubicBezTo>
                    <a:cubicBezTo>
                      <a:pt x="166" y="36"/>
                      <a:pt x="163" y="29"/>
                      <a:pt x="155" y="24"/>
                    </a:cubicBezTo>
                    <a:cubicBezTo>
                      <a:pt x="139" y="9"/>
                      <a:pt x="119" y="0"/>
                      <a:pt x="99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46"/>
              <p:cNvSpPr/>
              <p:nvPr/>
            </p:nvSpPr>
            <p:spPr>
              <a:xfrm>
                <a:off x="3560963" y="2511770"/>
                <a:ext cx="9396" cy="8561"/>
              </a:xfrm>
              <a:custGeom>
                <a:rect b="b" l="l" r="r" t="t"/>
                <a:pathLst>
                  <a:path extrusionOk="0" h="195" w="214">
                    <a:moveTo>
                      <a:pt x="114" y="1"/>
                    </a:moveTo>
                    <a:cubicBezTo>
                      <a:pt x="106" y="1"/>
                      <a:pt x="97" y="2"/>
                      <a:pt x="87" y="3"/>
                    </a:cubicBezTo>
                    <a:cubicBezTo>
                      <a:pt x="83" y="7"/>
                      <a:pt x="75" y="7"/>
                      <a:pt x="67" y="7"/>
                    </a:cubicBezTo>
                    <a:cubicBezTo>
                      <a:pt x="60" y="11"/>
                      <a:pt x="51" y="15"/>
                      <a:pt x="44" y="20"/>
                    </a:cubicBezTo>
                    <a:cubicBezTo>
                      <a:pt x="36" y="23"/>
                      <a:pt x="27" y="31"/>
                      <a:pt x="20" y="43"/>
                    </a:cubicBezTo>
                    <a:cubicBezTo>
                      <a:pt x="16" y="47"/>
                      <a:pt x="12" y="55"/>
                      <a:pt x="8" y="62"/>
                    </a:cubicBezTo>
                    <a:cubicBezTo>
                      <a:pt x="4" y="74"/>
                      <a:pt x="0" y="86"/>
                      <a:pt x="0" y="98"/>
                    </a:cubicBezTo>
                    <a:cubicBezTo>
                      <a:pt x="0" y="106"/>
                      <a:pt x="4" y="114"/>
                      <a:pt x="4" y="122"/>
                    </a:cubicBezTo>
                    <a:cubicBezTo>
                      <a:pt x="8" y="129"/>
                      <a:pt x="8" y="138"/>
                      <a:pt x="12" y="142"/>
                    </a:cubicBezTo>
                    <a:cubicBezTo>
                      <a:pt x="20" y="153"/>
                      <a:pt x="27" y="162"/>
                      <a:pt x="36" y="169"/>
                    </a:cubicBezTo>
                    <a:cubicBezTo>
                      <a:pt x="44" y="177"/>
                      <a:pt x="55" y="181"/>
                      <a:pt x="67" y="185"/>
                    </a:cubicBezTo>
                    <a:cubicBezTo>
                      <a:pt x="75" y="189"/>
                      <a:pt x="83" y="189"/>
                      <a:pt x="87" y="189"/>
                    </a:cubicBezTo>
                    <a:cubicBezTo>
                      <a:pt x="97" y="193"/>
                      <a:pt x="106" y="195"/>
                      <a:pt x="114" y="195"/>
                    </a:cubicBezTo>
                    <a:cubicBezTo>
                      <a:pt x="122" y="195"/>
                      <a:pt x="130" y="193"/>
                      <a:pt x="138" y="189"/>
                    </a:cubicBezTo>
                    <a:cubicBezTo>
                      <a:pt x="158" y="185"/>
                      <a:pt x="170" y="177"/>
                      <a:pt x="182" y="165"/>
                    </a:cubicBezTo>
                    <a:cubicBezTo>
                      <a:pt x="202" y="145"/>
                      <a:pt x="209" y="122"/>
                      <a:pt x="209" y="98"/>
                    </a:cubicBezTo>
                    <a:cubicBezTo>
                      <a:pt x="213" y="82"/>
                      <a:pt x="209" y="71"/>
                      <a:pt x="202" y="58"/>
                    </a:cubicBezTo>
                    <a:cubicBezTo>
                      <a:pt x="197" y="47"/>
                      <a:pt x="193" y="38"/>
                      <a:pt x="182" y="27"/>
                    </a:cubicBezTo>
                    <a:cubicBezTo>
                      <a:pt x="170" y="15"/>
                      <a:pt x="158" y="7"/>
                      <a:pt x="138" y="3"/>
                    </a:cubicBezTo>
                    <a:cubicBezTo>
                      <a:pt x="130" y="2"/>
                      <a:pt x="122" y="1"/>
                      <a:pt x="114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46"/>
              <p:cNvSpPr/>
              <p:nvPr/>
            </p:nvSpPr>
            <p:spPr>
              <a:xfrm>
                <a:off x="3458708" y="2501189"/>
                <a:ext cx="7157" cy="8210"/>
              </a:xfrm>
              <a:custGeom>
                <a:rect b="b" l="l" r="r" t="t"/>
                <a:pathLst>
                  <a:path extrusionOk="0" h="187" w="163">
                    <a:moveTo>
                      <a:pt x="21" y="75"/>
                    </a:moveTo>
                    <a:cubicBezTo>
                      <a:pt x="21" y="77"/>
                      <a:pt x="20" y="78"/>
                      <a:pt x="19" y="78"/>
                    </a:cubicBezTo>
                    <a:lnTo>
                      <a:pt x="19" y="78"/>
                    </a:lnTo>
                    <a:cubicBezTo>
                      <a:pt x="19" y="77"/>
                      <a:pt x="20" y="76"/>
                      <a:pt x="21" y="75"/>
                    </a:cubicBezTo>
                    <a:lnTo>
                      <a:pt x="21" y="75"/>
                    </a:lnTo>
                    <a:cubicBezTo>
                      <a:pt x="21" y="75"/>
                      <a:pt x="21" y="75"/>
                      <a:pt x="21" y="75"/>
                    </a:cubicBezTo>
                    <a:close/>
                    <a:moveTo>
                      <a:pt x="15" y="85"/>
                    </a:moveTo>
                    <a:cubicBezTo>
                      <a:pt x="15" y="85"/>
                      <a:pt x="15" y="86"/>
                      <a:pt x="15" y="87"/>
                    </a:cubicBezTo>
                    <a:lnTo>
                      <a:pt x="15" y="87"/>
                    </a:lnTo>
                    <a:cubicBezTo>
                      <a:pt x="15" y="86"/>
                      <a:pt x="15" y="86"/>
                      <a:pt x="15" y="85"/>
                    </a:cubicBezTo>
                    <a:lnTo>
                      <a:pt x="15" y="85"/>
                    </a:lnTo>
                    <a:cubicBezTo>
                      <a:pt x="15" y="85"/>
                      <a:pt x="15" y="85"/>
                      <a:pt x="15" y="85"/>
                    </a:cubicBezTo>
                    <a:close/>
                    <a:moveTo>
                      <a:pt x="15" y="89"/>
                    </a:moveTo>
                    <a:cubicBezTo>
                      <a:pt x="15" y="91"/>
                      <a:pt x="14" y="93"/>
                      <a:pt x="12" y="95"/>
                    </a:cubicBezTo>
                    <a:cubicBezTo>
                      <a:pt x="14" y="93"/>
                      <a:pt x="14" y="91"/>
                      <a:pt x="15" y="89"/>
                    </a:cubicBezTo>
                    <a:close/>
                    <a:moveTo>
                      <a:pt x="15" y="88"/>
                    </a:moveTo>
                    <a:cubicBezTo>
                      <a:pt x="16" y="88"/>
                      <a:pt x="16" y="89"/>
                      <a:pt x="16" y="90"/>
                    </a:cubicBezTo>
                    <a:lnTo>
                      <a:pt x="16" y="99"/>
                    </a:lnTo>
                    <a:cubicBezTo>
                      <a:pt x="16" y="96"/>
                      <a:pt x="16" y="92"/>
                      <a:pt x="15" y="88"/>
                    </a:cubicBezTo>
                    <a:lnTo>
                      <a:pt x="15" y="88"/>
                    </a:lnTo>
                    <a:cubicBezTo>
                      <a:pt x="15" y="88"/>
                      <a:pt x="15" y="88"/>
                      <a:pt x="15" y="88"/>
                    </a:cubicBezTo>
                    <a:close/>
                    <a:moveTo>
                      <a:pt x="83" y="1"/>
                    </a:moveTo>
                    <a:cubicBezTo>
                      <a:pt x="77" y="1"/>
                      <a:pt x="70" y="2"/>
                      <a:pt x="63" y="4"/>
                    </a:cubicBezTo>
                    <a:cubicBezTo>
                      <a:pt x="32" y="14"/>
                      <a:pt x="9" y="44"/>
                      <a:pt x="14" y="79"/>
                    </a:cubicBezTo>
                    <a:lnTo>
                      <a:pt x="14" y="79"/>
                    </a:lnTo>
                    <a:cubicBezTo>
                      <a:pt x="13" y="79"/>
                      <a:pt x="13" y="79"/>
                      <a:pt x="13" y="80"/>
                    </a:cubicBezTo>
                    <a:lnTo>
                      <a:pt x="13" y="80"/>
                    </a:lnTo>
                    <a:cubicBezTo>
                      <a:pt x="13" y="80"/>
                      <a:pt x="12" y="79"/>
                      <a:pt x="12" y="79"/>
                    </a:cubicBezTo>
                    <a:lnTo>
                      <a:pt x="12" y="79"/>
                    </a:lnTo>
                    <a:cubicBezTo>
                      <a:pt x="12" y="79"/>
                      <a:pt x="13" y="80"/>
                      <a:pt x="13" y="80"/>
                    </a:cubicBezTo>
                    <a:lnTo>
                      <a:pt x="13" y="80"/>
                    </a:lnTo>
                    <a:cubicBezTo>
                      <a:pt x="13" y="80"/>
                      <a:pt x="13" y="80"/>
                      <a:pt x="13" y="80"/>
                    </a:cubicBezTo>
                    <a:lnTo>
                      <a:pt x="13" y="80"/>
                    </a:lnTo>
                    <a:cubicBezTo>
                      <a:pt x="14" y="81"/>
                      <a:pt x="14" y="83"/>
                      <a:pt x="15" y="84"/>
                    </a:cubicBezTo>
                    <a:lnTo>
                      <a:pt x="15" y="84"/>
                    </a:lnTo>
                    <a:cubicBezTo>
                      <a:pt x="14" y="84"/>
                      <a:pt x="14" y="84"/>
                      <a:pt x="14" y="84"/>
                    </a:cubicBezTo>
                    <a:lnTo>
                      <a:pt x="14" y="84"/>
                    </a:lnTo>
                    <a:cubicBezTo>
                      <a:pt x="14" y="83"/>
                      <a:pt x="14" y="81"/>
                      <a:pt x="13" y="80"/>
                    </a:cubicBezTo>
                    <a:lnTo>
                      <a:pt x="13" y="80"/>
                    </a:lnTo>
                    <a:cubicBezTo>
                      <a:pt x="6" y="91"/>
                      <a:pt x="1" y="105"/>
                      <a:pt x="1" y="118"/>
                    </a:cubicBezTo>
                    <a:lnTo>
                      <a:pt x="5" y="134"/>
                    </a:lnTo>
                    <a:cubicBezTo>
                      <a:pt x="12" y="153"/>
                      <a:pt x="21" y="170"/>
                      <a:pt x="36" y="177"/>
                    </a:cubicBezTo>
                    <a:cubicBezTo>
                      <a:pt x="48" y="183"/>
                      <a:pt x="61" y="187"/>
                      <a:pt x="75" y="187"/>
                    </a:cubicBezTo>
                    <a:cubicBezTo>
                      <a:pt x="81" y="187"/>
                      <a:pt x="86" y="186"/>
                      <a:pt x="92" y="185"/>
                    </a:cubicBezTo>
                    <a:cubicBezTo>
                      <a:pt x="151" y="173"/>
                      <a:pt x="163" y="102"/>
                      <a:pt x="151" y="51"/>
                    </a:cubicBezTo>
                    <a:cubicBezTo>
                      <a:pt x="141" y="22"/>
                      <a:pt x="113" y="1"/>
                      <a:pt x="83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46"/>
              <p:cNvSpPr/>
              <p:nvPr/>
            </p:nvSpPr>
            <p:spPr>
              <a:xfrm>
                <a:off x="3500813" y="2510365"/>
                <a:ext cx="7859" cy="7024"/>
              </a:xfrm>
              <a:custGeom>
                <a:rect b="b" l="l" r="r" t="t"/>
                <a:pathLst>
                  <a:path extrusionOk="0" h="160" w="179">
                    <a:moveTo>
                      <a:pt x="96" y="1"/>
                    </a:moveTo>
                    <a:cubicBezTo>
                      <a:pt x="82" y="1"/>
                      <a:pt x="69" y="4"/>
                      <a:pt x="56" y="12"/>
                    </a:cubicBezTo>
                    <a:cubicBezTo>
                      <a:pt x="48" y="16"/>
                      <a:pt x="36" y="23"/>
                      <a:pt x="28" y="32"/>
                    </a:cubicBezTo>
                    <a:cubicBezTo>
                      <a:pt x="13" y="39"/>
                      <a:pt x="0" y="59"/>
                      <a:pt x="0" y="79"/>
                    </a:cubicBezTo>
                    <a:cubicBezTo>
                      <a:pt x="4" y="99"/>
                      <a:pt x="9" y="114"/>
                      <a:pt x="20" y="126"/>
                    </a:cubicBezTo>
                    <a:cubicBezTo>
                      <a:pt x="33" y="134"/>
                      <a:pt x="44" y="141"/>
                      <a:pt x="56" y="150"/>
                    </a:cubicBezTo>
                    <a:cubicBezTo>
                      <a:pt x="68" y="156"/>
                      <a:pt x="81" y="159"/>
                      <a:pt x="94" y="159"/>
                    </a:cubicBezTo>
                    <a:cubicBezTo>
                      <a:pt x="137" y="159"/>
                      <a:pt x="178" y="127"/>
                      <a:pt x="178" y="79"/>
                    </a:cubicBezTo>
                    <a:cubicBezTo>
                      <a:pt x="178" y="34"/>
                      <a:pt x="138" y="1"/>
                      <a:pt x="96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46"/>
              <p:cNvSpPr/>
              <p:nvPr/>
            </p:nvSpPr>
            <p:spPr>
              <a:xfrm>
                <a:off x="3477939" y="2536312"/>
                <a:ext cx="5093" cy="5663"/>
              </a:xfrm>
              <a:custGeom>
                <a:rect b="b" l="l" r="r" t="t"/>
                <a:pathLst>
                  <a:path extrusionOk="0" h="129" w="116">
                    <a:moveTo>
                      <a:pt x="60" y="0"/>
                    </a:moveTo>
                    <a:cubicBezTo>
                      <a:pt x="48" y="0"/>
                      <a:pt x="40" y="5"/>
                      <a:pt x="33" y="9"/>
                    </a:cubicBezTo>
                    <a:cubicBezTo>
                      <a:pt x="24" y="13"/>
                      <a:pt x="13" y="24"/>
                      <a:pt x="13" y="36"/>
                    </a:cubicBezTo>
                    <a:cubicBezTo>
                      <a:pt x="12" y="38"/>
                      <a:pt x="11" y="39"/>
                      <a:pt x="10" y="41"/>
                    </a:cubicBezTo>
                    <a:lnTo>
                      <a:pt x="10" y="41"/>
                    </a:lnTo>
                    <a:cubicBezTo>
                      <a:pt x="10" y="42"/>
                      <a:pt x="9" y="43"/>
                      <a:pt x="9" y="44"/>
                    </a:cubicBezTo>
                    <a:cubicBezTo>
                      <a:pt x="9" y="48"/>
                      <a:pt x="4" y="52"/>
                      <a:pt x="4" y="56"/>
                    </a:cubicBezTo>
                    <a:cubicBezTo>
                      <a:pt x="0" y="64"/>
                      <a:pt x="0" y="71"/>
                      <a:pt x="0" y="80"/>
                    </a:cubicBezTo>
                    <a:cubicBezTo>
                      <a:pt x="0" y="88"/>
                      <a:pt x="4" y="95"/>
                      <a:pt x="9" y="100"/>
                    </a:cubicBezTo>
                    <a:cubicBezTo>
                      <a:pt x="13" y="104"/>
                      <a:pt x="17" y="107"/>
                      <a:pt x="17" y="111"/>
                    </a:cubicBezTo>
                    <a:cubicBezTo>
                      <a:pt x="26" y="121"/>
                      <a:pt x="39" y="128"/>
                      <a:pt x="52" y="128"/>
                    </a:cubicBezTo>
                    <a:cubicBezTo>
                      <a:pt x="55" y="128"/>
                      <a:pt x="57" y="128"/>
                      <a:pt x="60" y="127"/>
                    </a:cubicBezTo>
                    <a:cubicBezTo>
                      <a:pt x="72" y="127"/>
                      <a:pt x="84" y="124"/>
                      <a:pt x="91" y="115"/>
                    </a:cubicBezTo>
                    <a:cubicBezTo>
                      <a:pt x="104" y="107"/>
                      <a:pt x="108" y="100"/>
                      <a:pt x="111" y="88"/>
                    </a:cubicBezTo>
                    <a:cubicBezTo>
                      <a:pt x="115" y="80"/>
                      <a:pt x="115" y="71"/>
                      <a:pt x="115" y="64"/>
                    </a:cubicBezTo>
                    <a:cubicBezTo>
                      <a:pt x="115" y="56"/>
                      <a:pt x="111" y="48"/>
                      <a:pt x="108" y="44"/>
                    </a:cubicBezTo>
                    <a:cubicBezTo>
                      <a:pt x="107" y="43"/>
                      <a:pt x="107" y="42"/>
                      <a:pt x="106" y="40"/>
                    </a:cubicBezTo>
                    <a:lnTo>
                      <a:pt x="106" y="40"/>
                    </a:lnTo>
                    <a:cubicBezTo>
                      <a:pt x="106" y="39"/>
                      <a:pt x="105" y="39"/>
                      <a:pt x="105" y="38"/>
                    </a:cubicBezTo>
                    <a:lnTo>
                      <a:pt x="105" y="38"/>
                    </a:lnTo>
                    <a:cubicBezTo>
                      <a:pt x="104" y="37"/>
                      <a:pt x="104" y="36"/>
                      <a:pt x="104" y="36"/>
                    </a:cubicBezTo>
                    <a:lnTo>
                      <a:pt x="104" y="36"/>
                    </a:lnTo>
                    <a:cubicBezTo>
                      <a:pt x="104" y="32"/>
                      <a:pt x="104" y="29"/>
                      <a:pt x="99" y="24"/>
                    </a:cubicBezTo>
                    <a:lnTo>
                      <a:pt x="88" y="13"/>
                    </a:lnTo>
                    <a:cubicBezTo>
                      <a:pt x="80" y="5"/>
                      <a:pt x="68" y="0"/>
                      <a:pt x="60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46"/>
              <p:cNvSpPr/>
              <p:nvPr/>
            </p:nvSpPr>
            <p:spPr>
              <a:xfrm>
                <a:off x="3506170" y="2532097"/>
                <a:ext cx="4917" cy="4785"/>
              </a:xfrm>
              <a:custGeom>
                <a:rect b="b" l="l" r="r" t="t"/>
                <a:pathLst>
                  <a:path extrusionOk="0" h="109" w="112">
                    <a:moveTo>
                      <a:pt x="47" y="0"/>
                    </a:moveTo>
                    <a:cubicBezTo>
                      <a:pt x="44" y="0"/>
                      <a:pt x="40" y="1"/>
                      <a:pt x="37" y="2"/>
                    </a:cubicBezTo>
                    <a:cubicBezTo>
                      <a:pt x="24" y="6"/>
                      <a:pt x="13" y="14"/>
                      <a:pt x="9" y="25"/>
                    </a:cubicBezTo>
                    <a:cubicBezTo>
                      <a:pt x="1" y="38"/>
                      <a:pt x="1" y="58"/>
                      <a:pt x="9" y="69"/>
                    </a:cubicBezTo>
                    <a:cubicBezTo>
                      <a:pt x="13" y="77"/>
                      <a:pt x="13" y="81"/>
                      <a:pt x="17" y="89"/>
                    </a:cubicBezTo>
                    <a:cubicBezTo>
                      <a:pt x="24" y="101"/>
                      <a:pt x="40" y="109"/>
                      <a:pt x="53" y="109"/>
                    </a:cubicBezTo>
                    <a:lnTo>
                      <a:pt x="72" y="109"/>
                    </a:lnTo>
                    <a:cubicBezTo>
                      <a:pt x="88" y="109"/>
                      <a:pt x="104" y="96"/>
                      <a:pt x="108" y="81"/>
                    </a:cubicBezTo>
                    <a:cubicBezTo>
                      <a:pt x="111" y="67"/>
                      <a:pt x="105" y="52"/>
                      <a:pt x="95" y="44"/>
                    </a:cubicBezTo>
                    <a:lnTo>
                      <a:pt x="95" y="44"/>
                    </a:lnTo>
                    <a:cubicBezTo>
                      <a:pt x="92" y="19"/>
                      <a:pt x="70" y="0"/>
                      <a:pt x="47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46"/>
              <p:cNvSpPr/>
              <p:nvPr/>
            </p:nvSpPr>
            <p:spPr>
              <a:xfrm>
                <a:off x="3531854" y="2586757"/>
                <a:ext cx="7113" cy="5971"/>
              </a:xfrm>
              <a:custGeom>
                <a:rect b="b" l="l" r="r" t="t"/>
                <a:pathLst>
                  <a:path extrusionOk="0" h="136" w="162">
                    <a:moveTo>
                      <a:pt x="71" y="0"/>
                    </a:moveTo>
                    <a:cubicBezTo>
                      <a:pt x="47" y="0"/>
                      <a:pt x="24" y="16"/>
                      <a:pt x="12" y="35"/>
                    </a:cubicBezTo>
                    <a:cubicBezTo>
                      <a:pt x="0" y="55"/>
                      <a:pt x="0" y="83"/>
                      <a:pt x="12" y="103"/>
                    </a:cubicBezTo>
                    <a:cubicBezTo>
                      <a:pt x="26" y="124"/>
                      <a:pt x="49" y="135"/>
                      <a:pt x="71" y="135"/>
                    </a:cubicBezTo>
                    <a:cubicBezTo>
                      <a:pt x="94" y="135"/>
                      <a:pt x="117" y="124"/>
                      <a:pt x="131" y="103"/>
                    </a:cubicBezTo>
                    <a:cubicBezTo>
                      <a:pt x="138" y="91"/>
                      <a:pt x="146" y="75"/>
                      <a:pt x="154" y="64"/>
                    </a:cubicBezTo>
                    <a:cubicBezTo>
                      <a:pt x="162" y="51"/>
                      <a:pt x="162" y="35"/>
                      <a:pt x="154" y="24"/>
                    </a:cubicBezTo>
                    <a:cubicBezTo>
                      <a:pt x="146" y="12"/>
                      <a:pt x="135" y="8"/>
                      <a:pt x="118" y="4"/>
                    </a:cubicBezTo>
                    <a:cubicBezTo>
                      <a:pt x="102" y="4"/>
                      <a:pt x="87" y="4"/>
                      <a:pt x="71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46"/>
              <p:cNvSpPr/>
              <p:nvPr/>
            </p:nvSpPr>
            <p:spPr>
              <a:xfrm>
                <a:off x="3553675" y="2553566"/>
                <a:ext cx="6981" cy="6278"/>
              </a:xfrm>
              <a:custGeom>
                <a:rect b="b" l="l" r="r" t="t"/>
                <a:pathLst>
                  <a:path extrusionOk="0" h="143" w="159">
                    <a:moveTo>
                      <a:pt x="108" y="0"/>
                    </a:moveTo>
                    <a:cubicBezTo>
                      <a:pt x="101" y="0"/>
                      <a:pt x="94" y="2"/>
                      <a:pt x="87" y="6"/>
                    </a:cubicBezTo>
                    <a:cubicBezTo>
                      <a:pt x="48" y="38"/>
                      <a:pt x="0" y="70"/>
                      <a:pt x="13" y="125"/>
                    </a:cubicBezTo>
                    <a:cubicBezTo>
                      <a:pt x="14" y="136"/>
                      <a:pt x="25" y="142"/>
                      <a:pt x="36" y="142"/>
                    </a:cubicBezTo>
                    <a:cubicBezTo>
                      <a:pt x="47" y="142"/>
                      <a:pt x="58" y="136"/>
                      <a:pt x="60" y="125"/>
                    </a:cubicBezTo>
                    <a:cubicBezTo>
                      <a:pt x="60" y="121"/>
                      <a:pt x="64" y="113"/>
                      <a:pt x="68" y="109"/>
                    </a:cubicBezTo>
                    <a:cubicBezTo>
                      <a:pt x="68" y="109"/>
                      <a:pt x="68" y="105"/>
                      <a:pt x="71" y="105"/>
                    </a:cubicBezTo>
                    <a:cubicBezTo>
                      <a:pt x="75" y="105"/>
                      <a:pt x="79" y="101"/>
                      <a:pt x="79" y="101"/>
                    </a:cubicBezTo>
                    <a:cubicBezTo>
                      <a:pt x="75" y="101"/>
                      <a:pt x="84" y="97"/>
                      <a:pt x="87" y="97"/>
                    </a:cubicBezTo>
                    <a:cubicBezTo>
                      <a:pt x="91" y="97"/>
                      <a:pt x="95" y="97"/>
                      <a:pt x="99" y="93"/>
                    </a:cubicBezTo>
                    <a:cubicBezTo>
                      <a:pt x="107" y="93"/>
                      <a:pt x="115" y="90"/>
                      <a:pt x="122" y="90"/>
                    </a:cubicBezTo>
                    <a:cubicBezTo>
                      <a:pt x="146" y="81"/>
                      <a:pt x="158" y="54"/>
                      <a:pt x="150" y="30"/>
                    </a:cubicBezTo>
                    <a:cubicBezTo>
                      <a:pt x="144" y="13"/>
                      <a:pt x="127" y="0"/>
                      <a:pt x="108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46"/>
              <p:cNvSpPr/>
              <p:nvPr/>
            </p:nvSpPr>
            <p:spPr>
              <a:xfrm>
                <a:off x="3500638" y="2636631"/>
                <a:ext cx="6630" cy="6629"/>
              </a:xfrm>
              <a:custGeom>
                <a:rect b="b" l="l" r="r" t="t"/>
                <a:pathLst>
                  <a:path extrusionOk="0" h="151" w="151">
                    <a:moveTo>
                      <a:pt x="75" y="1"/>
                    </a:moveTo>
                    <a:cubicBezTo>
                      <a:pt x="68" y="1"/>
                      <a:pt x="64" y="5"/>
                      <a:pt x="56" y="5"/>
                    </a:cubicBezTo>
                    <a:cubicBezTo>
                      <a:pt x="48" y="5"/>
                      <a:pt x="40" y="5"/>
                      <a:pt x="37" y="8"/>
                    </a:cubicBezTo>
                    <a:cubicBezTo>
                      <a:pt x="28" y="8"/>
                      <a:pt x="24" y="12"/>
                      <a:pt x="21" y="21"/>
                    </a:cubicBezTo>
                    <a:cubicBezTo>
                      <a:pt x="17" y="21"/>
                      <a:pt x="13" y="25"/>
                      <a:pt x="13" y="28"/>
                    </a:cubicBezTo>
                    <a:cubicBezTo>
                      <a:pt x="4" y="36"/>
                      <a:pt x="4" y="44"/>
                      <a:pt x="4" y="56"/>
                    </a:cubicBezTo>
                    <a:cubicBezTo>
                      <a:pt x="4" y="64"/>
                      <a:pt x="1" y="68"/>
                      <a:pt x="1" y="76"/>
                    </a:cubicBezTo>
                    <a:cubicBezTo>
                      <a:pt x="1" y="83"/>
                      <a:pt x="4" y="92"/>
                      <a:pt x="4" y="96"/>
                    </a:cubicBezTo>
                    <a:cubicBezTo>
                      <a:pt x="8" y="103"/>
                      <a:pt x="8" y="107"/>
                      <a:pt x="13" y="115"/>
                    </a:cubicBezTo>
                    <a:cubicBezTo>
                      <a:pt x="17" y="123"/>
                      <a:pt x="24" y="131"/>
                      <a:pt x="32" y="135"/>
                    </a:cubicBezTo>
                    <a:cubicBezTo>
                      <a:pt x="37" y="139"/>
                      <a:pt x="40" y="143"/>
                      <a:pt x="48" y="147"/>
                    </a:cubicBezTo>
                    <a:cubicBezTo>
                      <a:pt x="52" y="147"/>
                      <a:pt x="60" y="151"/>
                      <a:pt x="68" y="151"/>
                    </a:cubicBezTo>
                    <a:lnTo>
                      <a:pt x="88" y="151"/>
                    </a:lnTo>
                    <a:cubicBezTo>
                      <a:pt x="92" y="151"/>
                      <a:pt x="99" y="147"/>
                      <a:pt x="108" y="147"/>
                    </a:cubicBezTo>
                    <a:cubicBezTo>
                      <a:pt x="115" y="143"/>
                      <a:pt x="123" y="135"/>
                      <a:pt x="131" y="131"/>
                    </a:cubicBezTo>
                    <a:cubicBezTo>
                      <a:pt x="135" y="123"/>
                      <a:pt x="139" y="119"/>
                      <a:pt x="143" y="115"/>
                    </a:cubicBezTo>
                    <a:cubicBezTo>
                      <a:pt x="143" y="107"/>
                      <a:pt x="147" y="103"/>
                      <a:pt x="150" y="96"/>
                    </a:cubicBezTo>
                    <a:lnTo>
                      <a:pt x="150" y="76"/>
                    </a:lnTo>
                    <a:lnTo>
                      <a:pt x="150" y="56"/>
                    </a:lnTo>
                    <a:cubicBezTo>
                      <a:pt x="147" y="52"/>
                      <a:pt x="143" y="44"/>
                      <a:pt x="143" y="41"/>
                    </a:cubicBezTo>
                    <a:cubicBezTo>
                      <a:pt x="135" y="28"/>
                      <a:pt x="131" y="25"/>
                      <a:pt x="123" y="17"/>
                    </a:cubicBezTo>
                    <a:cubicBezTo>
                      <a:pt x="119" y="12"/>
                      <a:pt x="111" y="8"/>
                      <a:pt x="108" y="8"/>
                    </a:cubicBezTo>
                    <a:cubicBezTo>
                      <a:pt x="95" y="5"/>
                      <a:pt x="88" y="1"/>
                      <a:pt x="75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46"/>
              <p:cNvSpPr/>
              <p:nvPr/>
            </p:nvSpPr>
            <p:spPr>
              <a:xfrm>
                <a:off x="3444835" y="2624689"/>
                <a:ext cx="8561" cy="7156"/>
              </a:xfrm>
              <a:custGeom>
                <a:rect b="b" l="l" r="r" t="t"/>
                <a:pathLst>
                  <a:path extrusionOk="0" h="163" w="195">
                    <a:moveTo>
                      <a:pt x="80" y="0"/>
                    </a:moveTo>
                    <a:cubicBezTo>
                      <a:pt x="68" y="0"/>
                      <a:pt x="53" y="0"/>
                      <a:pt x="40" y="9"/>
                    </a:cubicBezTo>
                    <a:cubicBezTo>
                      <a:pt x="17" y="24"/>
                      <a:pt x="1" y="52"/>
                      <a:pt x="1" y="80"/>
                    </a:cubicBezTo>
                    <a:cubicBezTo>
                      <a:pt x="1" y="111"/>
                      <a:pt x="17" y="138"/>
                      <a:pt x="40" y="151"/>
                    </a:cubicBezTo>
                    <a:cubicBezTo>
                      <a:pt x="53" y="158"/>
                      <a:pt x="68" y="162"/>
                      <a:pt x="80" y="162"/>
                    </a:cubicBezTo>
                    <a:cubicBezTo>
                      <a:pt x="95" y="162"/>
                      <a:pt x="111" y="158"/>
                      <a:pt x="124" y="151"/>
                    </a:cubicBezTo>
                    <a:cubicBezTo>
                      <a:pt x="139" y="142"/>
                      <a:pt x="155" y="138"/>
                      <a:pt x="166" y="127"/>
                    </a:cubicBezTo>
                    <a:cubicBezTo>
                      <a:pt x="195" y="103"/>
                      <a:pt x="195" y="56"/>
                      <a:pt x="166" y="36"/>
                    </a:cubicBezTo>
                    <a:cubicBezTo>
                      <a:pt x="159" y="29"/>
                      <a:pt x="151" y="24"/>
                      <a:pt x="139" y="16"/>
                    </a:cubicBezTo>
                    <a:cubicBezTo>
                      <a:pt x="135" y="16"/>
                      <a:pt x="127" y="12"/>
                      <a:pt x="124" y="9"/>
                    </a:cubicBezTo>
                    <a:cubicBezTo>
                      <a:pt x="111" y="0"/>
                      <a:pt x="95" y="0"/>
                      <a:pt x="80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46"/>
              <p:cNvSpPr/>
              <p:nvPr/>
            </p:nvSpPr>
            <p:spPr>
              <a:xfrm>
                <a:off x="3502965" y="2648968"/>
                <a:ext cx="6761" cy="6893"/>
              </a:xfrm>
              <a:custGeom>
                <a:rect b="b" l="l" r="r" t="t"/>
                <a:pathLst>
                  <a:path extrusionOk="0" h="157" w="154">
                    <a:moveTo>
                      <a:pt x="98" y="1"/>
                    </a:moveTo>
                    <a:cubicBezTo>
                      <a:pt x="83" y="1"/>
                      <a:pt x="67" y="8"/>
                      <a:pt x="60" y="22"/>
                    </a:cubicBezTo>
                    <a:lnTo>
                      <a:pt x="60" y="22"/>
                    </a:lnTo>
                    <a:cubicBezTo>
                      <a:pt x="26" y="27"/>
                      <a:pt x="1" y="58"/>
                      <a:pt x="7" y="95"/>
                    </a:cubicBezTo>
                    <a:cubicBezTo>
                      <a:pt x="7" y="119"/>
                      <a:pt x="19" y="134"/>
                      <a:pt x="39" y="146"/>
                    </a:cubicBezTo>
                    <a:cubicBezTo>
                      <a:pt x="49" y="152"/>
                      <a:pt x="62" y="156"/>
                      <a:pt x="75" y="156"/>
                    </a:cubicBezTo>
                    <a:cubicBezTo>
                      <a:pt x="86" y="156"/>
                      <a:pt x="97" y="153"/>
                      <a:pt x="106" y="146"/>
                    </a:cubicBezTo>
                    <a:cubicBezTo>
                      <a:pt x="113" y="139"/>
                      <a:pt x="126" y="134"/>
                      <a:pt x="133" y="126"/>
                    </a:cubicBezTo>
                    <a:cubicBezTo>
                      <a:pt x="149" y="110"/>
                      <a:pt x="153" y="86"/>
                      <a:pt x="149" y="67"/>
                    </a:cubicBezTo>
                    <a:cubicBezTo>
                      <a:pt x="145" y="48"/>
                      <a:pt x="137" y="28"/>
                      <a:pt x="126" y="12"/>
                    </a:cubicBezTo>
                    <a:cubicBezTo>
                      <a:pt x="118" y="4"/>
                      <a:pt x="108" y="1"/>
                      <a:pt x="98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46"/>
              <p:cNvSpPr/>
              <p:nvPr/>
            </p:nvSpPr>
            <p:spPr>
              <a:xfrm>
                <a:off x="3536859" y="2621792"/>
                <a:ext cx="7157" cy="6805"/>
              </a:xfrm>
              <a:custGeom>
                <a:rect b="b" l="l" r="r" t="t"/>
                <a:pathLst>
                  <a:path extrusionOk="0" h="155" w="163">
                    <a:moveTo>
                      <a:pt x="130" y="92"/>
                    </a:moveTo>
                    <a:lnTo>
                      <a:pt x="130" y="92"/>
                    </a:lnTo>
                    <a:cubicBezTo>
                      <a:pt x="130" y="92"/>
                      <a:pt x="127" y="96"/>
                      <a:pt x="126" y="98"/>
                    </a:cubicBezTo>
                    <a:lnTo>
                      <a:pt x="126" y="98"/>
                    </a:lnTo>
                    <a:cubicBezTo>
                      <a:pt x="127" y="97"/>
                      <a:pt x="127" y="96"/>
                      <a:pt x="127" y="95"/>
                    </a:cubicBezTo>
                    <a:cubicBezTo>
                      <a:pt x="128" y="93"/>
                      <a:pt x="129" y="92"/>
                      <a:pt x="130" y="92"/>
                    </a:cubicBezTo>
                    <a:close/>
                    <a:moveTo>
                      <a:pt x="104" y="0"/>
                    </a:moveTo>
                    <a:cubicBezTo>
                      <a:pt x="87" y="0"/>
                      <a:pt x="69" y="9"/>
                      <a:pt x="59" y="23"/>
                    </a:cubicBezTo>
                    <a:cubicBezTo>
                      <a:pt x="48" y="39"/>
                      <a:pt x="44" y="59"/>
                      <a:pt x="36" y="78"/>
                    </a:cubicBezTo>
                    <a:cubicBezTo>
                      <a:pt x="35" y="81"/>
                      <a:pt x="35" y="81"/>
                      <a:pt x="35" y="81"/>
                    </a:cubicBezTo>
                    <a:cubicBezTo>
                      <a:pt x="35" y="81"/>
                      <a:pt x="37" y="79"/>
                      <a:pt x="37" y="79"/>
                    </a:cubicBezTo>
                    <a:lnTo>
                      <a:pt x="37" y="79"/>
                    </a:lnTo>
                    <a:cubicBezTo>
                      <a:pt x="37" y="79"/>
                      <a:pt x="37" y="80"/>
                      <a:pt x="36" y="82"/>
                    </a:cubicBezTo>
                    <a:cubicBezTo>
                      <a:pt x="36" y="84"/>
                      <a:pt x="35" y="85"/>
                      <a:pt x="33" y="86"/>
                    </a:cubicBezTo>
                    <a:lnTo>
                      <a:pt x="33" y="86"/>
                    </a:lnTo>
                    <a:cubicBezTo>
                      <a:pt x="33" y="85"/>
                      <a:pt x="33" y="85"/>
                      <a:pt x="33" y="85"/>
                    </a:cubicBezTo>
                    <a:lnTo>
                      <a:pt x="33" y="85"/>
                    </a:lnTo>
                    <a:cubicBezTo>
                      <a:pt x="33" y="85"/>
                      <a:pt x="32" y="85"/>
                      <a:pt x="32" y="86"/>
                    </a:cubicBezTo>
                    <a:cubicBezTo>
                      <a:pt x="32" y="86"/>
                      <a:pt x="29" y="90"/>
                      <a:pt x="28" y="93"/>
                    </a:cubicBezTo>
                    <a:lnTo>
                      <a:pt x="28" y="93"/>
                    </a:lnTo>
                    <a:cubicBezTo>
                      <a:pt x="27" y="93"/>
                      <a:pt x="27" y="94"/>
                      <a:pt x="27" y="94"/>
                    </a:cubicBezTo>
                    <a:lnTo>
                      <a:pt x="27" y="94"/>
                    </a:lnTo>
                    <a:cubicBezTo>
                      <a:pt x="27" y="94"/>
                      <a:pt x="27" y="94"/>
                      <a:pt x="27" y="95"/>
                    </a:cubicBezTo>
                    <a:lnTo>
                      <a:pt x="24" y="95"/>
                    </a:lnTo>
                    <a:cubicBezTo>
                      <a:pt x="12" y="98"/>
                      <a:pt x="1" y="110"/>
                      <a:pt x="1" y="122"/>
                    </a:cubicBezTo>
                    <a:cubicBezTo>
                      <a:pt x="1" y="137"/>
                      <a:pt x="12" y="146"/>
                      <a:pt x="24" y="149"/>
                    </a:cubicBezTo>
                    <a:cubicBezTo>
                      <a:pt x="33" y="153"/>
                      <a:pt x="41" y="155"/>
                      <a:pt x="49" y="155"/>
                    </a:cubicBezTo>
                    <a:cubicBezTo>
                      <a:pt x="68" y="155"/>
                      <a:pt x="85" y="146"/>
                      <a:pt x="99" y="130"/>
                    </a:cubicBezTo>
                    <a:cubicBezTo>
                      <a:pt x="111" y="122"/>
                      <a:pt x="115" y="113"/>
                      <a:pt x="123" y="102"/>
                    </a:cubicBezTo>
                    <a:cubicBezTo>
                      <a:pt x="124" y="100"/>
                      <a:pt x="125" y="100"/>
                      <a:pt x="126" y="99"/>
                    </a:cubicBezTo>
                    <a:lnTo>
                      <a:pt x="126" y="99"/>
                    </a:lnTo>
                    <a:cubicBezTo>
                      <a:pt x="126" y="99"/>
                      <a:pt x="126" y="99"/>
                      <a:pt x="126" y="99"/>
                    </a:cubicBezTo>
                    <a:cubicBezTo>
                      <a:pt x="126" y="99"/>
                      <a:pt x="126" y="99"/>
                      <a:pt x="127" y="98"/>
                    </a:cubicBezTo>
                    <a:cubicBezTo>
                      <a:pt x="130" y="95"/>
                      <a:pt x="135" y="90"/>
                      <a:pt x="139" y="86"/>
                    </a:cubicBezTo>
                    <a:cubicBezTo>
                      <a:pt x="163" y="66"/>
                      <a:pt x="154" y="27"/>
                      <a:pt x="135" y="11"/>
                    </a:cubicBezTo>
                    <a:cubicBezTo>
                      <a:pt x="126" y="4"/>
                      <a:pt x="115" y="0"/>
                      <a:pt x="104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46"/>
              <p:cNvSpPr/>
              <p:nvPr/>
            </p:nvSpPr>
            <p:spPr>
              <a:xfrm>
                <a:off x="3524873" y="2675969"/>
                <a:ext cx="7508" cy="4917"/>
              </a:xfrm>
              <a:custGeom>
                <a:rect b="b" l="l" r="r" t="t"/>
                <a:pathLst>
                  <a:path extrusionOk="0" h="112" w="171">
                    <a:moveTo>
                      <a:pt x="38" y="1"/>
                    </a:moveTo>
                    <a:cubicBezTo>
                      <a:pt x="29" y="1"/>
                      <a:pt x="20" y="4"/>
                      <a:pt x="13" y="8"/>
                    </a:cubicBezTo>
                    <a:cubicBezTo>
                      <a:pt x="1" y="21"/>
                      <a:pt x="1" y="36"/>
                      <a:pt x="9" y="48"/>
                    </a:cubicBezTo>
                    <a:cubicBezTo>
                      <a:pt x="29" y="92"/>
                      <a:pt x="64" y="107"/>
                      <a:pt x="108" y="111"/>
                    </a:cubicBezTo>
                    <a:cubicBezTo>
                      <a:pt x="111" y="111"/>
                      <a:pt x="114" y="112"/>
                      <a:pt x="117" y="112"/>
                    </a:cubicBezTo>
                    <a:cubicBezTo>
                      <a:pt x="151" y="112"/>
                      <a:pt x="171" y="69"/>
                      <a:pt x="163" y="40"/>
                    </a:cubicBezTo>
                    <a:cubicBezTo>
                      <a:pt x="155" y="15"/>
                      <a:pt x="132" y="1"/>
                      <a:pt x="109" y="1"/>
                    </a:cubicBezTo>
                    <a:cubicBezTo>
                      <a:pt x="99" y="1"/>
                      <a:pt x="90" y="4"/>
                      <a:pt x="80" y="8"/>
                    </a:cubicBezTo>
                    <a:cubicBezTo>
                      <a:pt x="80" y="8"/>
                      <a:pt x="77" y="8"/>
                      <a:pt x="72" y="12"/>
                    </a:cubicBezTo>
                    <a:lnTo>
                      <a:pt x="61" y="12"/>
                    </a:lnTo>
                    <a:cubicBezTo>
                      <a:pt x="57" y="8"/>
                      <a:pt x="57" y="8"/>
                      <a:pt x="53" y="5"/>
                    </a:cubicBezTo>
                    <a:cubicBezTo>
                      <a:pt x="48" y="2"/>
                      <a:pt x="43" y="1"/>
                      <a:pt x="38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46"/>
              <p:cNvSpPr/>
              <p:nvPr/>
            </p:nvSpPr>
            <p:spPr>
              <a:xfrm>
                <a:off x="3475700" y="2650154"/>
                <a:ext cx="5225" cy="5971"/>
              </a:xfrm>
              <a:custGeom>
                <a:rect b="b" l="l" r="r" t="t"/>
                <a:pathLst>
                  <a:path extrusionOk="0" h="136" w="119">
                    <a:moveTo>
                      <a:pt x="60" y="1"/>
                    </a:moveTo>
                    <a:cubicBezTo>
                      <a:pt x="40" y="1"/>
                      <a:pt x="20" y="12"/>
                      <a:pt x="8" y="28"/>
                    </a:cubicBezTo>
                    <a:cubicBezTo>
                      <a:pt x="4" y="40"/>
                      <a:pt x="0" y="48"/>
                      <a:pt x="0" y="59"/>
                    </a:cubicBezTo>
                    <a:cubicBezTo>
                      <a:pt x="0" y="72"/>
                      <a:pt x="4" y="83"/>
                      <a:pt x="8" y="92"/>
                    </a:cubicBezTo>
                    <a:cubicBezTo>
                      <a:pt x="13" y="99"/>
                      <a:pt x="13" y="103"/>
                      <a:pt x="16" y="112"/>
                    </a:cubicBezTo>
                    <a:cubicBezTo>
                      <a:pt x="20" y="119"/>
                      <a:pt x="28" y="123"/>
                      <a:pt x="36" y="127"/>
                    </a:cubicBezTo>
                    <a:cubicBezTo>
                      <a:pt x="44" y="135"/>
                      <a:pt x="51" y="135"/>
                      <a:pt x="60" y="135"/>
                    </a:cubicBezTo>
                    <a:cubicBezTo>
                      <a:pt x="71" y="135"/>
                      <a:pt x="79" y="135"/>
                      <a:pt x="87" y="127"/>
                    </a:cubicBezTo>
                    <a:cubicBezTo>
                      <a:pt x="95" y="123"/>
                      <a:pt x="99" y="119"/>
                      <a:pt x="103" y="112"/>
                    </a:cubicBezTo>
                    <a:cubicBezTo>
                      <a:pt x="107" y="103"/>
                      <a:pt x="111" y="99"/>
                      <a:pt x="111" y="92"/>
                    </a:cubicBezTo>
                    <a:cubicBezTo>
                      <a:pt x="119" y="83"/>
                      <a:pt x="119" y="72"/>
                      <a:pt x="119" y="59"/>
                    </a:cubicBezTo>
                    <a:cubicBezTo>
                      <a:pt x="119" y="48"/>
                      <a:pt x="119" y="40"/>
                      <a:pt x="111" y="28"/>
                    </a:cubicBezTo>
                    <a:cubicBezTo>
                      <a:pt x="103" y="12"/>
                      <a:pt x="84" y="1"/>
                      <a:pt x="60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46"/>
              <p:cNvSpPr/>
              <p:nvPr/>
            </p:nvSpPr>
            <p:spPr>
              <a:xfrm>
                <a:off x="3467358" y="2630134"/>
                <a:ext cx="5269" cy="5576"/>
              </a:xfrm>
              <a:custGeom>
                <a:rect b="b" l="l" r="r" t="t"/>
                <a:pathLst>
                  <a:path extrusionOk="0" h="127" w="120">
                    <a:moveTo>
                      <a:pt x="58" y="0"/>
                    </a:moveTo>
                    <a:cubicBezTo>
                      <a:pt x="33" y="0"/>
                      <a:pt x="11" y="15"/>
                      <a:pt x="5" y="38"/>
                    </a:cubicBezTo>
                    <a:cubicBezTo>
                      <a:pt x="1" y="54"/>
                      <a:pt x="5" y="71"/>
                      <a:pt x="14" y="85"/>
                    </a:cubicBezTo>
                    <a:lnTo>
                      <a:pt x="14" y="85"/>
                    </a:lnTo>
                    <a:cubicBezTo>
                      <a:pt x="14" y="85"/>
                      <a:pt x="13" y="85"/>
                      <a:pt x="13" y="85"/>
                    </a:cubicBezTo>
                    <a:cubicBezTo>
                      <a:pt x="8" y="94"/>
                      <a:pt x="5" y="105"/>
                      <a:pt x="8" y="113"/>
                    </a:cubicBezTo>
                    <a:cubicBezTo>
                      <a:pt x="15" y="122"/>
                      <a:pt x="23" y="127"/>
                      <a:pt x="30" y="127"/>
                    </a:cubicBezTo>
                    <a:cubicBezTo>
                      <a:pt x="33" y="127"/>
                      <a:pt x="35" y="126"/>
                      <a:pt x="37" y="125"/>
                    </a:cubicBezTo>
                    <a:cubicBezTo>
                      <a:pt x="53" y="119"/>
                      <a:pt x="69" y="112"/>
                      <a:pt x="84" y="103"/>
                    </a:cubicBezTo>
                    <a:lnTo>
                      <a:pt x="84" y="103"/>
                    </a:lnTo>
                    <a:cubicBezTo>
                      <a:pt x="99" y="99"/>
                      <a:pt x="113" y="88"/>
                      <a:pt x="116" y="70"/>
                    </a:cubicBezTo>
                    <a:cubicBezTo>
                      <a:pt x="119" y="50"/>
                      <a:pt x="112" y="27"/>
                      <a:pt x="92" y="14"/>
                    </a:cubicBezTo>
                    <a:cubicBezTo>
                      <a:pt x="88" y="14"/>
                      <a:pt x="88" y="11"/>
                      <a:pt x="84" y="7"/>
                    </a:cubicBezTo>
                    <a:cubicBezTo>
                      <a:pt x="76" y="2"/>
                      <a:pt x="66" y="0"/>
                      <a:pt x="58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46"/>
              <p:cNvSpPr/>
              <p:nvPr/>
            </p:nvSpPr>
            <p:spPr>
              <a:xfrm>
                <a:off x="3419062" y="2655685"/>
                <a:ext cx="7464" cy="7683"/>
              </a:xfrm>
              <a:custGeom>
                <a:rect b="b" l="l" r="r" t="t"/>
                <a:pathLst>
                  <a:path extrusionOk="0" h="175" w="170">
                    <a:moveTo>
                      <a:pt x="83" y="1"/>
                    </a:moveTo>
                    <a:cubicBezTo>
                      <a:pt x="63" y="1"/>
                      <a:pt x="43" y="9"/>
                      <a:pt x="28" y="24"/>
                    </a:cubicBezTo>
                    <a:cubicBezTo>
                      <a:pt x="8" y="44"/>
                      <a:pt x="0" y="76"/>
                      <a:pt x="8" y="104"/>
                    </a:cubicBezTo>
                    <a:cubicBezTo>
                      <a:pt x="12" y="108"/>
                      <a:pt x="12" y="115"/>
                      <a:pt x="15" y="123"/>
                    </a:cubicBezTo>
                    <a:cubicBezTo>
                      <a:pt x="15" y="128"/>
                      <a:pt x="19" y="135"/>
                      <a:pt x="24" y="139"/>
                    </a:cubicBezTo>
                    <a:cubicBezTo>
                      <a:pt x="28" y="147"/>
                      <a:pt x="32" y="155"/>
                      <a:pt x="39" y="159"/>
                    </a:cubicBezTo>
                    <a:cubicBezTo>
                      <a:pt x="43" y="166"/>
                      <a:pt x="51" y="166"/>
                      <a:pt x="55" y="170"/>
                    </a:cubicBezTo>
                    <a:cubicBezTo>
                      <a:pt x="67" y="175"/>
                      <a:pt x="75" y="175"/>
                      <a:pt x="83" y="175"/>
                    </a:cubicBezTo>
                    <a:cubicBezTo>
                      <a:pt x="99" y="175"/>
                      <a:pt x="110" y="170"/>
                      <a:pt x="123" y="166"/>
                    </a:cubicBezTo>
                    <a:cubicBezTo>
                      <a:pt x="138" y="159"/>
                      <a:pt x="150" y="139"/>
                      <a:pt x="154" y="123"/>
                    </a:cubicBezTo>
                    <a:cubicBezTo>
                      <a:pt x="158" y="115"/>
                      <a:pt x="158" y="108"/>
                      <a:pt x="161" y="104"/>
                    </a:cubicBezTo>
                    <a:cubicBezTo>
                      <a:pt x="170" y="76"/>
                      <a:pt x="161" y="44"/>
                      <a:pt x="142" y="24"/>
                    </a:cubicBezTo>
                    <a:cubicBezTo>
                      <a:pt x="126" y="9"/>
                      <a:pt x="106" y="1"/>
                      <a:pt x="83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46"/>
              <p:cNvSpPr/>
              <p:nvPr/>
            </p:nvSpPr>
            <p:spPr>
              <a:xfrm>
                <a:off x="3440005" y="2666793"/>
                <a:ext cx="6103" cy="4083"/>
              </a:xfrm>
              <a:custGeom>
                <a:rect b="b" l="l" r="r" t="t"/>
                <a:pathLst>
                  <a:path extrusionOk="0" h="93" w="139">
                    <a:moveTo>
                      <a:pt x="90" y="0"/>
                    </a:moveTo>
                    <a:cubicBezTo>
                      <a:pt x="88" y="0"/>
                      <a:pt x="85" y="0"/>
                      <a:pt x="83" y="1"/>
                    </a:cubicBezTo>
                    <a:cubicBezTo>
                      <a:pt x="68" y="4"/>
                      <a:pt x="52" y="8"/>
                      <a:pt x="36" y="12"/>
                    </a:cubicBezTo>
                    <a:cubicBezTo>
                      <a:pt x="1" y="20"/>
                      <a:pt x="1" y="75"/>
                      <a:pt x="36" y="83"/>
                    </a:cubicBezTo>
                    <a:cubicBezTo>
                      <a:pt x="52" y="83"/>
                      <a:pt x="68" y="88"/>
                      <a:pt x="83" y="92"/>
                    </a:cubicBezTo>
                    <a:cubicBezTo>
                      <a:pt x="86" y="92"/>
                      <a:pt x="88" y="92"/>
                      <a:pt x="91" y="92"/>
                    </a:cubicBezTo>
                    <a:cubicBezTo>
                      <a:pt x="116" y="92"/>
                      <a:pt x="139" y="76"/>
                      <a:pt x="139" y="48"/>
                    </a:cubicBezTo>
                    <a:cubicBezTo>
                      <a:pt x="139" y="19"/>
                      <a:pt x="115" y="0"/>
                      <a:pt x="90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46"/>
              <p:cNvSpPr/>
              <p:nvPr/>
            </p:nvSpPr>
            <p:spPr>
              <a:xfrm>
                <a:off x="3472890" y="2542765"/>
                <a:ext cx="4434" cy="5005"/>
              </a:xfrm>
              <a:custGeom>
                <a:rect b="b" l="l" r="r" t="t"/>
                <a:pathLst>
                  <a:path extrusionOk="0" h="114" w="101">
                    <a:moveTo>
                      <a:pt x="53" y="0"/>
                    </a:moveTo>
                    <a:cubicBezTo>
                      <a:pt x="41" y="0"/>
                      <a:pt x="25" y="4"/>
                      <a:pt x="17" y="15"/>
                    </a:cubicBezTo>
                    <a:cubicBezTo>
                      <a:pt x="9" y="24"/>
                      <a:pt x="1" y="35"/>
                      <a:pt x="1" y="48"/>
                    </a:cubicBezTo>
                    <a:cubicBezTo>
                      <a:pt x="6" y="55"/>
                      <a:pt x="6" y="63"/>
                      <a:pt x="6" y="67"/>
                    </a:cubicBezTo>
                    <a:cubicBezTo>
                      <a:pt x="6" y="75"/>
                      <a:pt x="6" y="83"/>
                      <a:pt x="9" y="86"/>
                    </a:cubicBezTo>
                    <a:cubicBezTo>
                      <a:pt x="9" y="90"/>
                      <a:pt x="13" y="99"/>
                      <a:pt x="17" y="103"/>
                    </a:cubicBezTo>
                    <a:cubicBezTo>
                      <a:pt x="25" y="110"/>
                      <a:pt x="41" y="114"/>
                      <a:pt x="53" y="114"/>
                    </a:cubicBezTo>
                    <a:cubicBezTo>
                      <a:pt x="64" y="114"/>
                      <a:pt x="77" y="110"/>
                      <a:pt x="84" y="103"/>
                    </a:cubicBezTo>
                    <a:cubicBezTo>
                      <a:pt x="88" y="99"/>
                      <a:pt x="88" y="95"/>
                      <a:pt x="92" y="90"/>
                    </a:cubicBezTo>
                    <a:cubicBezTo>
                      <a:pt x="96" y="86"/>
                      <a:pt x="96" y="79"/>
                      <a:pt x="96" y="67"/>
                    </a:cubicBezTo>
                    <a:cubicBezTo>
                      <a:pt x="100" y="63"/>
                      <a:pt x="100" y="55"/>
                      <a:pt x="100" y="48"/>
                    </a:cubicBezTo>
                    <a:cubicBezTo>
                      <a:pt x="100" y="35"/>
                      <a:pt x="92" y="24"/>
                      <a:pt x="84" y="15"/>
                    </a:cubicBezTo>
                    <a:cubicBezTo>
                      <a:pt x="77" y="4"/>
                      <a:pt x="64" y="0"/>
                      <a:pt x="53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46"/>
              <p:cNvSpPr/>
              <p:nvPr/>
            </p:nvSpPr>
            <p:spPr>
              <a:xfrm>
                <a:off x="3468587" y="2549878"/>
                <a:ext cx="7157" cy="4698"/>
              </a:xfrm>
              <a:custGeom>
                <a:rect b="b" l="l" r="r" t="t"/>
                <a:pathLst>
                  <a:path extrusionOk="0" h="107" w="163">
                    <a:moveTo>
                      <a:pt x="127" y="1"/>
                    </a:moveTo>
                    <a:cubicBezTo>
                      <a:pt x="124" y="1"/>
                      <a:pt x="120" y="2"/>
                      <a:pt x="115" y="4"/>
                    </a:cubicBezTo>
                    <a:cubicBezTo>
                      <a:pt x="107" y="4"/>
                      <a:pt x="99" y="9"/>
                      <a:pt x="94" y="17"/>
                    </a:cubicBezTo>
                    <a:lnTo>
                      <a:pt x="94" y="17"/>
                    </a:lnTo>
                    <a:cubicBezTo>
                      <a:pt x="85" y="16"/>
                      <a:pt x="76" y="14"/>
                      <a:pt x="64" y="12"/>
                    </a:cubicBezTo>
                    <a:cubicBezTo>
                      <a:pt x="59" y="9"/>
                      <a:pt x="54" y="8"/>
                      <a:pt x="49" y="8"/>
                    </a:cubicBezTo>
                    <a:cubicBezTo>
                      <a:pt x="27" y="8"/>
                      <a:pt x="8" y="28"/>
                      <a:pt x="4" y="51"/>
                    </a:cubicBezTo>
                    <a:cubicBezTo>
                      <a:pt x="0" y="79"/>
                      <a:pt x="24" y="102"/>
                      <a:pt x="52" y="106"/>
                    </a:cubicBezTo>
                    <a:cubicBezTo>
                      <a:pt x="84" y="106"/>
                      <a:pt x="115" y="99"/>
                      <a:pt x="142" y="86"/>
                    </a:cubicBezTo>
                    <a:cubicBezTo>
                      <a:pt x="155" y="79"/>
                      <a:pt x="162" y="66"/>
                      <a:pt x="162" y="51"/>
                    </a:cubicBezTo>
                    <a:lnTo>
                      <a:pt x="162" y="39"/>
                    </a:lnTo>
                    <a:cubicBezTo>
                      <a:pt x="159" y="28"/>
                      <a:pt x="155" y="12"/>
                      <a:pt x="142" y="8"/>
                    </a:cubicBezTo>
                    <a:cubicBezTo>
                      <a:pt x="136" y="3"/>
                      <a:pt x="132" y="1"/>
                      <a:pt x="127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46"/>
              <p:cNvSpPr/>
              <p:nvPr/>
            </p:nvSpPr>
            <p:spPr>
              <a:xfrm>
                <a:off x="3517804" y="2571874"/>
                <a:ext cx="2283" cy="1756"/>
              </a:xfrm>
              <a:custGeom>
                <a:rect b="b" l="l" r="r" t="t"/>
                <a:pathLst>
                  <a:path extrusionOk="0" h="40" w="52">
                    <a:moveTo>
                      <a:pt x="28" y="0"/>
                    </a:moveTo>
                    <a:cubicBezTo>
                      <a:pt x="1" y="0"/>
                      <a:pt x="1" y="39"/>
                      <a:pt x="28" y="39"/>
                    </a:cubicBezTo>
                    <a:cubicBezTo>
                      <a:pt x="52" y="39"/>
                      <a:pt x="52" y="0"/>
                      <a:pt x="28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46"/>
              <p:cNvSpPr/>
              <p:nvPr/>
            </p:nvSpPr>
            <p:spPr>
              <a:xfrm>
                <a:off x="3571149" y="2457197"/>
                <a:ext cx="5971" cy="8341"/>
              </a:xfrm>
              <a:custGeom>
                <a:rect b="b" l="l" r="r" t="t"/>
                <a:pathLst>
                  <a:path extrusionOk="0" h="190" w="136">
                    <a:moveTo>
                      <a:pt x="77" y="1"/>
                    </a:moveTo>
                    <a:cubicBezTo>
                      <a:pt x="73" y="1"/>
                      <a:pt x="68" y="2"/>
                      <a:pt x="64" y="3"/>
                    </a:cubicBezTo>
                    <a:cubicBezTo>
                      <a:pt x="36" y="11"/>
                      <a:pt x="25" y="39"/>
                      <a:pt x="28" y="62"/>
                    </a:cubicBezTo>
                    <a:cubicBezTo>
                      <a:pt x="31" y="65"/>
                      <a:pt x="32" y="68"/>
                      <a:pt x="32" y="68"/>
                    </a:cubicBezTo>
                    <a:cubicBezTo>
                      <a:pt x="32" y="68"/>
                      <a:pt x="32" y="67"/>
                      <a:pt x="32" y="66"/>
                    </a:cubicBezTo>
                    <a:lnTo>
                      <a:pt x="32" y="74"/>
                    </a:lnTo>
                    <a:cubicBezTo>
                      <a:pt x="32" y="86"/>
                      <a:pt x="32" y="82"/>
                      <a:pt x="28" y="90"/>
                    </a:cubicBezTo>
                    <a:cubicBezTo>
                      <a:pt x="28" y="98"/>
                      <a:pt x="25" y="106"/>
                      <a:pt x="21" y="114"/>
                    </a:cubicBezTo>
                    <a:cubicBezTo>
                      <a:pt x="21" y="117"/>
                      <a:pt x="21" y="121"/>
                      <a:pt x="17" y="126"/>
                    </a:cubicBezTo>
                    <a:cubicBezTo>
                      <a:pt x="1" y="155"/>
                      <a:pt x="24" y="190"/>
                      <a:pt x="53" y="190"/>
                    </a:cubicBezTo>
                    <a:cubicBezTo>
                      <a:pt x="59" y="190"/>
                      <a:pt x="66" y="188"/>
                      <a:pt x="72" y="185"/>
                    </a:cubicBezTo>
                    <a:cubicBezTo>
                      <a:pt x="127" y="153"/>
                      <a:pt x="136" y="90"/>
                      <a:pt x="123" y="39"/>
                    </a:cubicBezTo>
                    <a:cubicBezTo>
                      <a:pt x="120" y="16"/>
                      <a:pt x="98" y="1"/>
                      <a:pt x="77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46"/>
              <p:cNvSpPr/>
              <p:nvPr/>
            </p:nvSpPr>
            <p:spPr>
              <a:xfrm>
                <a:off x="3579754" y="2448768"/>
                <a:ext cx="7376" cy="7024"/>
              </a:xfrm>
              <a:custGeom>
                <a:rect b="b" l="l" r="r" t="t"/>
                <a:pathLst>
                  <a:path extrusionOk="0" h="160" w="168">
                    <a:moveTo>
                      <a:pt x="30" y="1"/>
                    </a:moveTo>
                    <a:cubicBezTo>
                      <a:pt x="15" y="1"/>
                      <a:pt x="1" y="18"/>
                      <a:pt x="11" y="34"/>
                    </a:cubicBezTo>
                    <a:cubicBezTo>
                      <a:pt x="29" y="76"/>
                      <a:pt x="62" y="116"/>
                      <a:pt x="97" y="147"/>
                    </a:cubicBezTo>
                    <a:cubicBezTo>
                      <a:pt x="104" y="155"/>
                      <a:pt x="115" y="159"/>
                      <a:pt x="125" y="159"/>
                    </a:cubicBezTo>
                    <a:cubicBezTo>
                      <a:pt x="136" y="159"/>
                      <a:pt x="148" y="154"/>
                      <a:pt x="156" y="144"/>
                    </a:cubicBezTo>
                    <a:cubicBezTo>
                      <a:pt x="168" y="128"/>
                      <a:pt x="164" y="96"/>
                      <a:pt x="144" y="89"/>
                    </a:cubicBezTo>
                    <a:cubicBezTo>
                      <a:pt x="105" y="65"/>
                      <a:pt x="73" y="41"/>
                      <a:pt x="42" y="5"/>
                    </a:cubicBezTo>
                    <a:cubicBezTo>
                      <a:pt x="38" y="2"/>
                      <a:pt x="34" y="1"/>
                      <a:pt x="30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46"/>
              <p:cNvSpPr/>
              <p:nvPr/>
            </p:nvSpPr>
            <p:spPr>
              <a:xfrm>
                <a:off x="3544147" y="2393098"/>
                <a:ext cx="15850" cy="5224"/>
              </a:xfrm>
              <a:custGeom>
                <a:rect b="b" l="l" r="r" t="t"/>
                <a:pathLst>
                  <a:path extrusionOk="0" h="119" w="361">
                    <a:moveTo>
                      <a:pt x="240" y="1"/>
                    </a:moveTo>
                    <a:cubicBezTo>
                      <a:pt x="178" y="1"/>
                      <a:pt x="106" y="24"/>
                      <a:pt x="59" y="31"/>
                    </a:cubicBezTo>
                    <a:cubicBezTo>
                      <a:pt x="0" y="38"/>
                      <a:pt x="7" y="119"/>
                      <a:pt x="61" y="119"/>
                    </a:cubicBezTo>
                    <a:cubicBezTo>
                      <a:pt x="64" y="119"/>
                      <a:pt x="68" y="119"/>
                      <a:pt x="71" y="118"/>
                    </a:cubicBezTo>
                    <a:cubicBezTo>
                      <a:pt x="123" y="107"/>
                      <a:pt x="185" y="77"/>
                      <a:pt x="242" y="77"/>
                    </a:cubicBezTo>
                    <a:cubicBezTo>
                      <a:pt x="267" y="77"/>
                      <a:pt x="290" y="82"/>
                      <a:pt x="312" y="98"/>
                    </a:cubicBezTo>
                    <a:cubicBezTo>
                      <a:pt x="318" y="102"/>
                      <a:pt x="323" y="104"/>
                      <a:pt x="328" y="104"/>
                    </a:cubicBezTo>
                    <a:cubicBezTo>
                      <a:pt x="348" y="104"/>
                      <a:pt x="361" y="77"/>
                      <a:pt x="352" y="58"/>
                    </a:cubicBezTo>
                    <a:cubicBezTo>
                      <a:pt x="330" y="14"/>
                      <a:pt x="288" y="1"/>
                      <a:pt x="240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46"/>
              <p:cNvSpPr/>
              <p:nvPr/>
            </p:nvSpPr>
            <p:spPr>
              <a:xfrm>
                <a:off x="3579974" y="2381244"/>
                <a:ext cx="3161" cy="2371"/>
              </a:xfrm>
              <a:custGeom>
                <a:rect b="b" l="l" r="r" t="t"/>
                <a:pathLst>
                  <a:path extrusionOk="0" h="54" w="72">
                    <a:moveTo>
                      <a:pt x="41" y="0"/>
                    </a:moveTo>
                    <a:cubicBezTo>
                      <a:pt x="33" y="4"/>
                      <a:pt x="24" y="4"/>
                      <a:pt x="17" y="4"/>
                    </a:cubicBezTo>
                    <a:cubicBezTo>
                      <a:pt x="9" y="9"/>
                      <a:pt x="1" y="17"/>
                      <a:pt x="1" y="28"/>
                    </a:cubicBezTo>
                    <a:cubicBezTo>
                      <a:pt x="1" y="36"/>
                      <a:pt x="6" y="48"/>
                      <a:pt x="17" y="48"/>
                    </a:cubicBezTo>
                    <a:cubicBezTo>
                      <a:pt x="24" y="48"/>
                      <a:pt x="33" y="52"/>
                      <a:pt x="41" y="52"/>
                    </a:cubicBezTo>
                    <a:cubicBezTo>
                      <a:pt x="43" y="53"/>
                      <a:pt x="46" y="54"/>
                      <a:pt x="48" y="54"/>
                    </a:cubicBezTo>
                    <a:cubicBezTo>
                      <a:pt x="55" y="54"/>
                      <a:pt x="62" y="50"/>
                      <a:pt x="64" y="48"/>
                    </a:cubicBezTo>
                    <a:cubicBezTo>
                      <a:pt x="68" y="40"/>
                      <a:pt x="72" y="36"/>
                      <a:pt x="72" y="28"/>
                    </a:cubicBezTo>
                    <a:cubicBezTo>
                      <a:pt x="72" y="20"/>
                      <a:pt x="68" y="13"/>
                      <a:pt x="64" y="9"/>
                    </a:cubicBezTo>
                    <a:cubicBezTo>
                      <a:pt x="57" y="0"/>
                      <a:pt x="48" y="0"/>
                      <a:pt x="41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46"/>
              <p:cNvSpPr/>
              <p:nvPr/>
            </p:nvSpPr>
            <p:spPr>
              <a:xfrm>
                <a:off x="3538571" y="2379488"/>
                <a:ext cx="5927" cy="6322"/>
              </a:xfrm>
              <a:custGeom>
                <a:rect b="b" l="l" r="r" t="t"/>
                <a:pathLst>
                  <a:path extrusionOk="0" h="144" w="135">
                    <a:moveTo>
                      <a:pt x="89" y="1"/>
                    </a:moveTo>
                    <a:cubicBezTo>
                      <a:pt x="67" y="1"/>
                      <a:pt x="44" y="20"/>
                      <a:pt x="44" y="44"/>
                    </a:cubicBezTo>
                    <a:lnTo>
                      <a:pt x="44" y="53"/>
                    </a:lnTo>
                    <a:cubicBezTo>
                      <a:pt x="44" y="60"/>
                      <a:pt x="44" y="64"/>
                      <a:pt x="40" y="68"/>
                    </a:cubicBezTo>
                    <a:cubicBezTo>
                      <a:pt x="36" y="80"/>
                      <a:pt x="29" y="88"/>
                      <a:pt x="20" y="96"/>
                    </a:cubicBezTo>
                    <a:cubicBezTo>
                      <a:pt x="1" y="116"/>
                      <a:pt x="17" y="143"/>
                      <a:pt x="40" y="143"/>
                    </a:cubicBezTo>
                    <a:cubicBezTo>
                      <a:pt x="45" y="143"/>
                      <a:pt x="51" y="142"/>
                      <a:pt x="56" y="139"/>
                    </a:cubicBezTo>
                    <a:cubicBezTo>
                      <a:pt x="91" y="124"/>
                      <a:pt x="120" y="96"/>
                      <a:pt x="131" y="57"/>
                    </a:cubicBezTo>
                    <a:cubicBezTo>
                      <a:pt x="135" y="29"/>
                      <a:pt x="120" y="5"/>
                      <a:pt x="96" y="2"/>
                    </a:cubicBezTo>
                    <a:cubicBezTo>
                      <a:pt x="94" y="1"/>
                      <a:pt x="91" y="1"/>
                      <a:pt x="89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46"/>
              <p:cNvSpPr/>
              <p:nvPr/>
            </p:nvSpPr>
            <p:spPr>
              <a:xfrm>
                <a:off x="3403608" y="2668813"/>
                <a:ext cx="5093" cy="4346"/>
              </a:xfrm>
              <a:custGeom>
                <a:rect b="b" l="l" r="r" t="t"/>
                <a:pathLst>
                  <a:path extrusionOk="0" h="99" w="116">
                    <a:moveTo>
                      <a:pt x="48" y="1"/>
                    </a:moveTo>
                    <a:cubicBezTo>
                      <a:pt x="22" y="1"/>
                      <a:pt x="1" y="22"/>
                      <a:pt x="1" y="49"/>
                    </a:cubicBezTo>
                    <a:cubicBezTo>
                      <a:pt x="1" y="77"/>
                      <a:pt x="22" y="98"/>
                      <a:pt x="48" y="98"/>
                    </a:cubicBezTo>
                    <a:cubicBezTo>
                      <a:pt x="52" y="98"/>
                      <a:pt x="56" y="98"/>
                      <a:pt x="60" y="97"/>
                    </a:cubicBezTo>
                    <a:cubicBezTo>
                      <a:pt x="68" y="93"/>
                      <a:pt x="76" y="93"/>
                      <a:pt x="83" y="89"/>
                    </a:cubicBezTo>
                    <a:cubicBezTo>
                      <a:pt x="99" y="84"/>
                      <a:pt x="116" y="69"/>
                      <a:pt x="111" y="49"/>
                    </a:cubicBezTo>
                    <a:cubicBezTo>
                      <a:pt x="111" y="29"/>
                      <a:pt x="99" y="13"/>
                      <a:pt x="83" y="10"/>
                    </a:cubicBezTo>
                    <a:cubicBezTo>
                      <a:pt x="76" y="6"/>
                      <a:pt x="68" y="6"/>
                      <a:pt x="60" y="2"/>
                    </a:cubicBezTo>
                    <a:cubicBezTo>
                      <a:pt x="56" y="1"/>
                      <a:pt x="52" y="1"/>
                      <a:pt x="48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46"/>
              <p:cNvSpPr/>
              <p:nvPr/>
            </p:nvSpPr>
            <p:spPr>
              <a:xfrm>
                <a:off x="3508189" y="2385108"/>
                <a:ext cx="21953" cy="21337"/>
              </a:xfrm>
              <a:custGeom>
                <a:rect b="b" l="l" r="r" t="t"/>
                <a:pathLst>
                  <a:path extrusionOk="0" h="486" w="500">
                    <a:moveTo>
                      <a:pt x="487" y="0"/>
                    </a:moveTo>
                    <a:cubicBezTo>
                      <a:pt x="482" y="0"/>
                      <a:pt x="478" y="2"/>
                      <a:pt x="476" y="7"/>
                    </a:cubicBezTo>
                    <a:cubicBezTo>
                      <a:pt x="468" y="43"/>
                      <a:pt x="393" y="58"/>
                      <a:pt x="366" y="74"/>
                    </a:cubicBezTo>
                    <a:cubicBezTo>
                      <a:pt x="318" y="106"/>
                      <a:pt x="279" y="142"/>
                      <a:pt x="239" y="181"/>
                    </a:cubicBezTo>
                    <a:cubicBezTo>
                      <a:pt x="153" y="256"/>
                      <a:pt x="82" y="335"/>
                      <a:pt x="18" y="433"/>
                    </a:cubicBezTo>
                    <a:cubicBezTo>
                      <a:pt x="0" y="461"/>
                      <a:pt x="25" y="485"/>
                      <a:pt x="52" y="485"/>
                    </a:cubicBezTo>
                    <a:cubicBezTo>
                      <a:pt x="61" y="485"/>
                      <a:pt x="70" y="483"/>
                      <a:pt x="78" y="477"/>
                    </a:cubicBezTo>
                    <a:cubicBezTo>
                      <a:pt x="176" y="390"/>
                      <a:pt x="255" y="280"/>
                      <a:pt x="350" y="181"/>
                    </a:cubicBezTo>
                    <a:cubicBezTo>
                      <a:pt x="373" y="153"/>
                      <a:pt x="397" y="122"/>
                      <a:pt x="428" y="98"/>
                    </a:cubicBezTo>
                    <a:cubicBezTo>
                      <a:pt x="444" y="87"/>
                      <a:pt x="460" y="82"/>
                      <a:pt x="476" y="71"/>
                    </a:cubicBezTo>
                    <a:cubicBezTo>
                      <a:pt x="495" y="51"/>
                      <a:pt x="499" y="39"/>
                      <a:pt x="499" y="11"/>
                    </a:cubicBezTo>
                    <a:cubicBezTo>
                      <a:pt x="499" y="4"/>
                      <a:pt x="493" y="0"/>
                      <a:pt x="487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46"/>
              <p:cNvSpPr/>
              <p:nvPr/>
            </p:nvSpPr>
            <p:spPr>
              <a:xfrm>
                <a:off x="3500989" y="2425411"/>
                <a:ext cx="2810" cy="1800"/>
              </a:xfrm>
              <a:custGeom>
                <a:rect b="b" l="l" r="r" t="t"/>
                <a:pathLst>
                  <a:path extrusionOk="0" h="41" w="64">
                    <a:moveTo>
                      <a:pt x="48" y="1"/>
                    </a:moveTo>
                    <a:cubicBezTo>
                      <a:pt x="47" y="1"/>
                      <a:pt x="45" y="1"/>
                      <a:pt x="44" y="1"/>
                    </a:cubicBezTo>
                    <a:lnTo>
                      <a:pt x="20" y="1"/>
                    </a:lnTo>
                    <a:cubicBezTo>
                      <a:pt x="13" y="5"/>
                      <a:pt x="0" y="9"/>
                      <a:pt x="5" y="21"/>
                    </a:cubicBezTo>
                    <a:cubicBezTo>
                      <a:pt x="5" y="29"/>
                      <a:pt x="9" y="36"/>
                      <a:pt x="20" y="36"/>
                    </a:cubicBezTo>
                    <a:cubicBezTo>
                      <a:pt x="29" y="36"/>
                      <a:pt x="36" y="36"/>
                      <a:pt x="44" y="40"/>
                    </a:cubicBezTo>
                    <a:cubicBezTo>
                      <a:pt x="56" y="40"/>
                      <a:pt x="64" y="29"/>
                      <a:pt x="64" y="21"/>
                    </a:cubicBezTo>
                    <a:cubicBezTo>
                      <a:pt x="64" y="10"/>
                      <a:pt x="58" y="1"/>
                      <a:pt x="48" y="1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46"/>
              <p:cNvSpPr/>
              <p:nvPr/>
            </p:nvSpPr>
            <p:spPr>
              <a:xfrm>
                <a:off x="3491462" y="2439636"/>
                <a:ext cx="1449" cy="1054"/>
              </a:xfrm>
              <a:custGeom>
                <a:rect b="b" l="l" r="r" t="t"/>
                <a:pathLst>
                  <a:path extrusionOk="0" h="24" w="33">
                    <a:moveTo>
                      <a:pt x="16" y="0"/>
                    </a:moveTo>
                    <a:cubicBezTo>
                      <a:pt x="0" y="0"/>
                      <a:pt x="0" y="24"/>
                      <a:pt x="16" y="24"/>
                    </a:cubicBezTo>
                    <a:cubicBezTo>
                      <a:pt x="33" y="24"/>
                      <a:pt x="33" y="0"/>
                      <a:pt x="16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46"/>
              <p:cNvSpPr/>
              <p:nvPr/>
            </p:nvSpPr>
            <p:spPr>
              <a:xfrm>
                <a:off x="3479519" y="2455310"/>
                <a:ext cx="5444" cy="2722"/>
              </a:xfrm>
              <a:custGeom>
                <a:rect b="b" l="l" r="r" t="t"/>
                <a:pathLst>
                  <a:path extrusionOk="0" h="62" w="124">
                    <a:moveTo>
                      <a:pt x="96" y="0"/>
                    </a:moveTo>
                    <a:cubicBezTo>
                      <a:pt x="93" y="0"/>
                      <a:pt x="90" y="1"/>
                      <a:pt x="87" y="3"/>
                    </a:cubicBezTo>
                    <a:cubicBezTo>
                      <a:pt x="68" y="15"/>
                      <a:pt x="44" y="27"/>
                      <a:pt x="24" y="27"/>
                    </a:cubicBezTo>
                    <a:cubicBezTo>
                      <a:pt x="0" y="31"/>
                      <a:pt x="0" y="62"/>
                      <a:pt x="24" y="62"/>
                    </a:cubicBezTo>
                    <a:cubicBezTo>
                      <a:pt x="52" y="58"/>
                      <a:pt x="79" y="51"/>
                      <a:pt x="107" y="38"/>
                    </a:cubicBezTo>
                    <a:cubicBezTo>
                      <a:pt x="123" y="25"/>
                      <a:pt x="112" y="0"/>
                      <a:pt x="96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46"/>
              <p:cNvSpPr/>
              <p:nvPr/>
            </p:nvSpPr>
            <p:spPr>
              <a:xfrm>
                <a:off x="3444659" y="2541009"/>
                <a:ext cx="4566" cy="4346"/>
              </a:xfrm>
              <a:custGeom>
                <a:rect b="b" l="l" r="r" t="t"/>
                <a:pathLst>
                  <a:path extrusionOk="0" h="99" w="104">
                    <a:moveTo>
                      <a:pt x="60" y="0"/>
                    </a:moveTo>
                    <a:cubicBezTo>
                      <a:pt x="48" y="0"/>
                      <a:pt x="33" y="8"/>
                      <a:pt x="24" y="20"/>
                    </a:cubicBezTo>
                    <a:cubicBezTo>
                      <a:pt x="21" y="28"/>
                      <a:pt x="13" y="35"/>
                      <a:pt x="9" y="48"/>
                    </a:cubicBezTo>
                    <a:cubicBezTo>
                      <a:pt x="1" y="59"/>
                      <a:pt x="1" y="79"/>
                      <a:pt x="13" y="88"/>
                    </a:cubicBezTo>
                    <a:cubicBezTo>
                      <a:pt x="20" y="94"/>
                      <a:pt x="28" y="98"/>
                      <a:pt x="36" y="98"/>
                    </a:cubicBezTo>
                    <a:cubicBezTo>
                      <a:pt x="42" y="98"/>
                      <a:pt x="47" y="96"/>
                      <a:pt x="52" y="91"/>
                    </a:cubicBezTo>
                    <a:cubicBezTo>
                      <a:pt x="64" y="88"/>
                      <a:pt x="72" y="79"/>
                      <a:pt x="84" y="75"/>
                    </a:cubicBezTo>
                    <a:cubicBezTo>
                      <a:pt x="95" y="68"/>
                      <a:pt x="104" y="55"/>
                      <a:pt x="104" y="40"/>
                    </a:cubicBezTo>
                    <a:cubicBezTo>
                      <a:pt x="104" y="28"/>
                      <a:pt x="99" y="20"/>
                      <a:pt x="92" y="12"/>
                    </a:cubicBezTo>
                    <a:cubicBezTo>
                      <a:pt x="84" y="4"/>
                      <a:pt x="72" y="0"/>
                      <a:pt x="60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46"/>
              <p:cNvSpPr/>
              <p:nvPr/>
            </p:nvSpPr>
            <p:spPr>
              <a:xfrm>
                <a:off x="3432936" y="2565859"/>
                <a:ext cx="5708" cy="7112"/>
              </a:xfrm>
              <a:custGeom>
                <a:rect b="b" l="l" r="r" t="t"/>
                <a:pathLst>
                  <a:path extrusionOk="0" h="162" w="130">
                    <a:moveTo>
                      <a:pt x="87" y="0"/>
                    </a:moveTo>
                    <a:cubicBezTo>
                      <a:pt x="83" y="0"/>
                      <a:pt x="79" y="1"/>
                      <a:pt x="75" y="3"/>
                    </a:cubicBezTo>
                    <a:cubicBezTo>
                      <a:pt x="55" y="7"/>
                      <a:pt x="51" y="23"/>
                      <a:pt x="51" y="43"/>
                    </a:cubicBezTo>
                    <a:cubicBezTo>
                      <a:pt x="55" y="54"/>
                      <a:pt x="51" y="66"/>
                      <a:pt x="43" y="74"/>
                    </a:cubicBezTo>
                    <a:cubicBezTo>
                      <a:pt x="40" y="81"/>
                      <a:pt x="35" y="85"/>
                      <a:pt x="27" y="90"/>
                    </a:cubicBezTo>
                    <a:cubicBezTo>
                      <a:pt x="20" y="97"/>
                      <a:pt x="16" y="105"/>
                      <a:pt x="11" y="117"/>
                    </a:cubicBezTo>
                    <a:cubicBezTo>
                      <a:pt x="0" y="136"/>
                      <a:pt x="17" y="161"/>
                      <a:pt x="39" y="161"/>
                    </a:cubicBezTo>
                    <a:cubicBezTo>
                      <a:pt x="40" y="161"/>
                      <a:pt x="42" y="161"/>
                      <a:pt x="43" y="161"/>
                    </a:cubicBezTo>
                    <a:cubicBezTo>
                      <a:pt x="102" y="145"/>
                      <a:pt x="129" y="78"/>
                      <a:pt x="118" y="26"/>
                    </a:cubicBezTo>
                    <a:cubicBezTo>
                      <a:pt x="115" y="11"/>
                      <a:pt x="102" y="0"/>
                      <a:pt x="87" y="0"/>
                    </a:cubicBezTo>
                    <a:close/>
                  </a:path>
                </a:pathLst>
              </a:custGeom>
              <a:solidFill>
                <a:srgbClr val="FFC8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46"/>
              <p:cNvSpPr/>
              <p:nvPr/>
            </p:nvSpPr>
            <p:spPr>
              <a:xfrm>
                <a:off x="3528210" y="2429055"/>
                <a:ext cx="702" cy="746"/>
              </a:xfrm>
              <a:custGeom>
                <a:rect b="b" l="l" r="r" t="t"/>
                <a:pathLst>
                  <a:path extrusionOk="0" h="17" w="16">
                    <a:moveTo>
                      <a:pt x="8" y="1"/>
                    </a:moveTo>
                    <a:cubicBezTo>
                      <a:pt x="1" y="1"/>
                      <a:pt x="1" y="17"/>
                      <a:pt x="8" y="17"/>
                    </a:cubicBezTo>
                    <a:cubicBezTo>
                      <a:pt x="16" y="17"/>
                      <a:pt x="16" y="1"/>
                      <a:pt x="8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46"/>
              <p:cNvSpPr/>
              <p:nvPr/>
            </p:nvSpPr>
            <p:spPr>
              <a:xfrm>
                <a:off x="3560436" y="2430460"/>
                <a:ext cx="395" cy="220"/>
              </a:xfrm>
              <a:custGeom>
                <a:rect b="b" l="l" r="r" t="t"/>
                <a:pathLst>
                  <a:path extrusionOk="0" h="5" w="9">
                    <a:moveTo>
                      <a:pt x="4" y="1"/>
                    </a:moveTo>
                    <a:cubicBezTo>
                      <a:pt x="1" y="1"/>
                      <a:pt x="1" y="5"/>
                      <a:pt x="4" y="5"/>
                    </a:cubicBezTo>
                    <a:cubicBezTo>
                      <a:pt x="8" y="5"/>
                      <a:pt x="8" y="1"/>
                      <a:pt x="4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46"/>
              <p:cNvSpPr/>
              <p:nvPr/>
            </p:nvSpPr>
            <p:spPr>
              <a:xfrm>
                <a:off x="3564212" y="2408860"/>
                <a:ext cx="5795" cy="6146"/>
              </a:xfrm>
              <a:custGeom>
                <a:rect b="b" l="l" r="r" t="t"/>
                <a:pathLst>
                  <a:path extrusionOk="0" h="140" w="132">
                    <a:moveTo>
                      <a:pt x="65" y="1"/>
                    </a:moveTo>
                    <a:cubicBezTo>
                      <a:pt x="55" y="1"/>
                      <a:pt x="46" y="3"/>
                      <a:pt x="37" y="7"/>
                    </a:cubicBezTo>
                    <a:cubicBezTo>
                      <a:pt x="17" y="19"/>
                      <a:pt x="13" y="34"/>
                      <a:pt x="9" y="54"/>
                    </a:cubicBezTo>
                    <a:cubicBezTo>
                      <a:pt x="9" y="70"/>
                      <a:pt x="5" y="90"/>
                      <a:pt x="5" y="105"/>
                    </a:cubicBezTo>
                    <a:cubicBezTo>
                      <a:pt x="1" y="118"/>
                      <a:pt x="13" y="133"/>
                      <a:pt x="25" y="138"/>
                    </a:cubicBezTo>
                    <a:cubicBezTo>
                      <a:pt x="30" y="139"/>
                      <a:pt x="36" y="140"/>
                      <a:pt x="41" y="140"/>
                    </a:cubicBezTo>
                    <a:cubicBezTo>
                      <a:pt x="51" y="140"/>
                      <a:pt x="59" y="137"/>
                      <a:pt x="64" y="129"/>
                    </a:cubicBezTo>
                    <a:cubicBezTo>
                      <a:pt x="80" y="118"/>
                      <a:pt x="92" y="105"/>
                      <a:pt x="104" y="94"/>
                    </a:cubicBezTo>
                    <a:cubicBezTo>
                      <a:pt x="132" y="67"/>
                      <a:pt x="119" y="19"/>
                      <a:pt x="88" y="3"/>
                    </a:cubicBezTo>
                    <a:cubicBezTo>
                      <a:pt x="80" y="2"/>
                      <a:pt x="72" y="1"/>
                      <a:pt x="65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46"/>
              <p:cNvSpPr/>
              <p:nvPr/>
            </p:nvSpPr>
            <p:spPr>
              <a:xfrm>
                <a:off x="3567417" y="2462378"/>
                <a:ext cx="5708" cy="8122"/>
              </a:xfrm>
              <a:custGeom>
                <a:rect b="b" l="l" r="r" t="t"/>
                <a:pathLst>
                  <a:path extrusionOk="0" h="185" w="130">
                    <a:moveTo>
                      <a:pt x="41" y="0"/>
                    </a:moveTo>
                    <a:cubicBezTo>
                      <a:pt x="18" y="0"/>
                      <a:pt x="1" y="26"/>
                      <a:pt x="19" y="51"/>
                    </a:cubicBezTo>
                    <a:cubicBezTo>
                      <a:pt x="46" y="83"/>
                      <a:pt x="42" y="130"/>
                      <a:pt x="59" y="169"/>
                    </a:cubicBezTo>
                    <a:cubicBezTo>
                      <a:pt x="64" y="179"/>
                      <a:pt x="76" y="185"/>
                      <a:pt x="88" y="185"/>
                    </a:cubicBezTo>
                    <a:cubicBezTo>
                      <a:pt x="103" y="185"/>
                      <a:pt x="119" y="177"/>
                      <a:pt x="121" y="161"/>
                    </a:cubicBezTo>
                    <a:cubicBezTo>
                      <a:pt x="130" y="106"/>
                      <a:pt x="102" y="43"/>
                      <a:pt x="62" y="8"/>
                    </a:cubicBezTo>
                    <a:cubicBezTo>
                      <a:pt x="55" y="2"/>
                      <a:pt x="48" y="0"/>
                      <a:pt x="41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46"/>
              <p:cNvSpPr/>
              <p:nvPr/>
            </p:nvSpPr>
            <p:spPr>
              <a:xfrm>
                <a:off x="3530625" y="2423962"/>
                <a:ext cx="6278" cy="4522"/>
              </a:xfrm>
              <a:custGeom>
                <a:rect b="b" l="l" r="r" t="t"/>
                <a:pathLst>
                  <a:path extrusionOk="0" h="103" w="143">
                    <a:moveTo>
                      <a:pt x="52" y="1"/>
                    </a:moveTo>
                    <a:cubicBezTo>
                      <a:pt x="39" y="1"/>
                      <a:pt x="25" y="6"/>
                      <a:pt x="17" y="18"/>
                    </a:cubicBezTo>
                    <a:cubicBezTo>
                      <a:pt x="4" y="26"/>
                      <a:pt x="1" y="38"/>
                      <a:pt x="1" y="54"/>
                    </a:cubicBezTo>
                    <a:cubicBezTo>
                      <a:pt x="1" y="66"/>
                      <a:pt x="4" y="78"/>
                      <a:pt x="17" y="89"/>
                    </a:cubicBezTo>
                    <a:cubicBezTo>
                      <a:pt x="25" y="98"/>
                      <a:pt x="36" y="103"/>
                      <a:pt x="50" y="103"/>
                    </a:cubicBezTo>
                    <a:cubicBezTo>
                      <a:pt x="54" y="103"/>
                      <a:pt x="59" y="102"/>
                      <a:pt x="64" y="102"/>
                    </a:cubicBezTo>
                    <a:cubicBezTo>
                      <a:pt x="79" y="97"/>
                      <a:pt x="103" y="97"/>
                      <a:pt x="115" y="89"/>
                    </a:cubicBezTo>
                    <a:cubicBezTo>
                      <a:pt x="143" y="69"/>
                      <a:pt x="143" y="34"/>
                      <a:pt x="115" y="14"/>
                    </a:cubicBezTo>
                    <a:cubicBezTo>
                      <a:pt x="103" y="7"/>
                      <a:pt x="79" y="7"/>
                      <a:pt x="64" y="2"/>
                    </a:cubicBezTo>
                    <a:cubicBezTo>
                      <a:pt x="60" y="1"/>
                      <a:pt x="56" y="1"/>
                      <a:pt x="52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46"/>
              <p:cNvSpPr/>
              <p:nvPr/>
            </p:nvSpPr>
            <p:spPr>
              <a:xfrm>
                <a:off x="3526981" y="2425280"/>
                <a:ext cx="6454" cy="6761"/>
              </a:xfrm>
              <a:custGeom>
                <a:rect b="b" l="l" r="r" t="t"/>
                <a:pathLst>
                  <a:path extrusionOk="0" h="154" w="147">
                    <a:moveTo>
                      <a:pt x="90" y="46"/>
                    </a:moveTo>
                    <a:lnTo>
                      <a:pt x="90" y="46"/>
                    </a:lnTo>
                    <a:cubicBezTo>
                      <a:pt x="90" y="46"/>
                      <a:pt x="90" y="47"/>
                      <a:pt x="91" y="48"/>
                    </a:cubicBezTo>
                    <a:lnTo>
                      <a:pt x="91" y="49"/>
                    </a:lnTo>
                    <a:lnTo>
                      <a:pt x="91" y="49"/>
                    </a:lnTo>
                    <a:cubicBezTo>
                      <a:pt x="90" y="48"/>
                      <a:pt x="89" y="46"/>
                      <a:pt x="90" y="46"/>
                    </a:cubicBezTo>
                    <a:close/>
                    <a:moveTo>
                      <a:pt x="61" y="0"/>
                    </a:moveTo>
                    <a:cubicBezTo>
                      <a:pt x="40" y="0"/>
                      <a:pt x="21" y="14"/>
                      <a:pt x="13" y="36"/>
                    </a:cubicBezTo>
                    <a:cubicBezTo>
                      <a:pt x="13" y="43"/>
                      <a:pt x="9" y="52"/>
                      <a:pt x="5" y="59"/>
                    </a:cubicBezTo>
                    <a:cubicBezTo>
                      <a:pt x="0" y="75"/>
                      <a:pt x="9" y="90"/>
                      <a:pt x="16" y="103"/>
                    </a:cubicBezTo>
                    <a:cubicBezTo>
                      <a:pt x="32" y="114"/>
                      <a:pt x="44" y="126"/>
                      <a:pt x="60" y="138"/>
                    </a:cubicBezTo>
                    <a:cubicBezTo>
                      <a:pt x="67" y="143"/>
                      <a:pt x="76" y="146"/>
                      <a:pt x="80" y="150"/>
                    </a:cubicBezTo>
                    <a:cubicBezTo>
                      <a:pt x="95" y="154"/>
                      <a:pt x="103" y="154"/>
                      <a:pt x="119" y="154"/>
                    </a:cubicBezTo>
                    <a:cubicBezTo>
                      <a:pt x="135" y="150"/>
                      <a:pt x="147" y="126"/>
                      <a:pt x="142" y="110"/>
                    </a:cubicBezTo>
                    <a:cubicBezTo>
                      <a:pt x="135" y="95"/>
                      <a:pt x="127" y="83"/>
                      <a:pt x="115" y="72"/>
                    </a:cubicBezTo>
                    <a:cubicBezTo>
                      <a:pt x="113" y="69"/>
                      <a:pt x="109" y="66"/>
                      <a:pt x="106" y="64"/>
                    </a:cubicBezTo>
                    <a:lnTo>
                      <a:pt x="106" y="64"/>
                    </a:lnTo>
                    <a:cubicBezTo>
                      <a:pt x="113" y="38"/>
                      <a:pt x="105" y="15"/>
                      <a:pt x="80" y="4"/>
                    </a:cubicBezTo>
                    <a:cubicBezTo>
                      <a:pt x="73" y="1"/>
                      <a:pt x="67" y="0"/>
                      <a:pt x="61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46"/>
              <p:cNvSpPr/>
              <p:nvPr/>
            </p:nvSpPr>
            <p:spPr>
              <a:xfrm>
                <a:off x="3566846" y="2446880"/>
                <a:ext cx="15103" cy="6498"/>
              </a:xfrm>
              <a:custGeom>
                <a:rect b="b" l="l" r="r" t="t"/>
                <a:pathLst>
                  <a:path extrusionOk="0" h="148" w="344">
                    <a:moveTo>
                      <a:pt x="55" y="0"/>
                    </a:moveTo>
                    <a:cubicBezTo>
                      <a:pt x="26" y="0"/>
                      <a:pt x="0" y="31"/>
                      <a:pt x="16" y="61"/>
                    </a:cubicBezTo>
                    <a:cubicBezTo>
                      <a:pt x="63" y="136"/>
                      <a:pt x="186" y="148"/>
                      <a:pt x="265" y="148"/>
                    </a:cubicBezTo>
                    <a:cubicBezTo>
                      <a:pt x="344" y="144"/>
                      <a:pt x="325" y="33"/>
                      <a:pt x="270" y="33"/>
                    </a:cubicBezTo>
                    <a:cubicBezTo>
                      <a:pt x="265" y="33"/>
                      <a:pt x="259" y="34"/>
                      <a:pt x="252" y="37"/>
                    </a:cubicBezTo>
                    <a:cubicBezTo>
                      <a:pt x="252" y="37"/>
                      <a:pt x="251" y="37"/>
                      <a:pt x="251" y="38"/>
                    </a:cubicBezTo>
                    <a:lnTo>
                      <a:pt x="251" y="38"/>
                    </a:lnTo>
                    <a:cubicBezTo>
                      <a:pt x="243" y="38"/>
                      <a:pt x="235" y="38"/>
                      <a:pt x="227" y="38"/>
                    </a:cubicBezTo>
                    <a:cubicBezTo>
                      <a:pt x="175" y="38"/>
                      <a:pt x="116" y="31"/>
                      <a:pt x="75" y="6"/>
                    </a:cubicBezTo>
                    <a:cubicBezTo>
                      <a:pt x="69" y="2"/>
                      <a:pt x="62" y="0"/>
                      <a:pt x="55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46"/>
              <p:cNvSpPr/>
              <p:nvPr/>
            </p:nvSpPr>
            <p:spPr>
              <a:xfrm>
                <a:off x="3526322" y="2434280"/>
                <a:ext cx="6761" cy="5400"/>
              </a:xfrm>
              <a:custGeom>
                <a:rect b="b" l="l" r="r" t="t"/>
                <a:pathLst>
                  <a:path extrusionOk="0" h="123" w="154">
                    <a:moveTo>
                      <a:pt x="75" y="0"/>
                    </a:moveTo>
                    <a:cubicBezTo>
                      <a:pt x="0" y="0"/>
                      <a:pt x="0" y="122"/>
                      <a:pt x="75" y="122"/>
                    </a:cubicBezTo>
                    <a:cubicBezTo>
                      <a:pt x="153" y="122"/>
                      <a:pt x="153" y="0"/>
                      <a:pt x="75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46"/>
              <p:cNvSpPr/>
              <p:nvPr/>
            </p:nvSpPr>
            <p:spPr>
              <a:xfrm>
                <a:off x="3511746" y="2452061"/>
                <a:ext cx="61467" cy="38020"/>
              </a:xfrm>
              <a:custGeom>
                <a:rect b="b" l="l" r="r" t="t"/>
                <a:pathLst>
                  <a:path extrusionOk="0" h="866" w="1400">
                    <a:moveTo>
                      <a:pt x="190" y="0"/>
                    </a:moveTo>
                    <a:cubicBezTo>
                      <a:pt x="135" y="0"/>
                      <a:pt x="79" y="3"/>
                      <a:pt x="20" y="6"/>
                    </a:cubicBezTo>
                    <a:cubicBezTo>
                      <a:pt x="1" y="6"/>
                      <a:pt x="1" y="34"/>
                      <a:pt x="20" y="37"/>
                    </a:cubicBezTo>
                    <a:cubicBezTo>
                      <a:pt x="316" y="41"/>
                      <a:pt x="569" y="96"/>
                      <a:pt x="817" y="274"/>
                    </a:cubicBezTo>
                    <a:cubicBezTo>
                      <a:pt x="1034" y="428"/>
                      <a:pt x="1243" y="613"/>
                      <a:pt x="1365" y="859"/>
                    </a:cubicBezTo>
                    <a:cubicBezTo>
                      <a:pt x="1369" y="863"/>
                      <a:pt x="1375" y="865"/>
                      <a:pt x="1381" y="865"/>
                    </a:cubicBezTo>
                    <a:cubicBezTo>
                      <a:pt x="1391" y="865"/>
                      <a:pt x="1400" y="860"/>
                      <a:pt x="1398" y="850"/>
                    </a:cubicBezTo>
                    <a:cubicBezTo>
                      <a:pt x="1378" y="566"/>
                      <a:pt x="1070" y="349"/>
                      <a:pt x="861" y="199"/>
                    </a:cubicBezTo>
                    <a:cubicBezTo>
                      <a:pt x="638" y="44"/>
                      <a:pt x="434" y="0"/>
                      <a:pt x="190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46"/>
              <p:cNvSpPr/>
              <p:nvPr/>
            </p:nvSpPr>
            <p:spPr>
              <a:xfrm>
                <a:off x="3514468" y="2483452"/>
                <a:ext cx="54135" cy="10317"/>
              </a:xfrm>
              <a:custGeom>
                <a:rect b="b" l="l" r="r" t="t"/>
                <a:pathLst>
                  <a:path extrusionOk="0" h="235" w="1233">
                    <a:moveTo>
                      <a:pt x="56" y="1"/>
                    </a:moveTo>
                    <a:cubicBezTo>
                      <a:pt x="15" y="1"/>
                      <a:pt x="0" y="57"/>
                      <a:pt x="45" y="73"/>
                    </a:cubicBezTo>
                    <a:cubicBezTo>
                      <a:pt x="381" y="175"/>
                      <a:pt x="770" y="234"/>
                      <a:pt x="1126" y="234"/>
                    </a:cubicBezTo>
                    <a:cubicBezTo>
                      <a:pt x="1150" y="234"/>
                      <a:pt x="1174" y="234"/>
                      <a:pt x="1197" y="234"/>
                    </a:cubicBezTo>
                    <a:cubicBezTo>
                      <a:pt x="1232" y="234"/>
                      <a:pt x="1232" y="182"/>
                      <a:pt x="1197" y="179"/>
                    </a:cubicBezTo>
                    <a:cubicBezTo>
                      <a:pt x="818" y="155"/>
                      <a:pt x="436" y="68"/>
                      <a:pt x="65" y="2"/>
                    </a:cubicBezTo>
                    <a:cubicBezTo>
                      <a:pt x="62" y="1"/>
                      <a:pt x="59" y="1"/>
                      <a:pt x="56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46"/>
              <p:cNvSpPr/>
              <p:nvPr/>
            </p:nvSpPr>
            <p:spPr>
              <a:xfrm>
                <a:off x="3537781" y="2474012"/>
                <a:ext cx="5269" cy="2854"/>
              </a:xfrm>
              <a:custGeom>
                <a:rect b="b" l="l" r="r" t="t"/>
                <a:pathLst>
                  <a:path extrusionOk="0" h="65" w="120">
                    <a:moveTo>
                      <a:pt x="9" y="0"/>
                    </a:moveTo>
                    <a:cubicBezTo>
                      <a:pt x="4" y="0"/>
                      <a:pt x="0" y="8"/>
                      <a:pt x="3" y="11"/>
                    </a:cubicBezTo>
                    <a:cubicBezTo>
                      <a:pt x="35" y="35"/>
                      <a:pt x="71" y="42"/>
                      <a:pt x="102" y="62"/>
                    </a:cubicBezTo>
                    <a:cubicBezTo>
                      <a:pt x="103" y="64"/>
                      <a:pt x="105" y="64"/>
                      <a:pt x="106" y="64"/>
                    </a:cubicBezTo>
                    <a:cubicBezTo>
                      <a:pt x="113" y="64"/>
                      <a:pt x="119" y="53"/>
                      <a:pt x="109" y="46"/>
                    </a:cubicBezTo>
                    <a:cubicBezTo>
                      <a:pt x="82" y="27"/>
                      <a:pt x="43" y="22"/>
                      <a:pt x="15" y="3"/>
                    </a:cubicBezTo>
                    <a:cubicBezTo>
                      <a:pt x="13" y="1"/>
                      <a:pt x="11" y="0"/>
                      <a:pt x="9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46"/>
              <p:cNvSpPr/>
              <p:nvPr/>
            </p:nvSpPr>
            <p:spPr>
              <a:xfrm>
                <a:off x="3478114" y="2557824"/>
                <a:ext cx="55935" cy="50224"/>
              </a:xfrm>
              <a:custGeom>
                <a:rect b="b" l="l" r="r" t="t"/>
                <a:pathLst>
                  <a:path extrusionOk="0" h="1144" w="1274">
                    <a:moveTo>
                      <a:pt x="29" y="0"/>
                    </a:moveTo>
                    <a:cubicBezTo>
                      <a:pt x="0" y="0"/>
                      <a:pt x="0" y="40"/>
                      <a:pt x="29" y="44"/>
                    </a:cubicBezTo>
                    <a:cubicBezTo>
                      <a:pt x="237" y="55"/>
                      <a:pt x="498" y="328"/>
                      <a:pt x="660" y="446"/>
                    </a:cubicBezTo>
                    <a:cubicBezTo>
                      <a:pt x="900" y="628"/>
                      <a:pt x="1102" y="841"/>
                      <a:pt x="1220" y="1125"/>
                    </a:cubicBezTo>
                    <a:cubicBezTo>
                      <a:pt x="1227" y="1138"/>
                      <a:pt x="1237" y="1143"/>
                      <a:pt x="1246" y="1143"/>
                    </a:cubicBezTo>
                    <a:cubicBezTo>
                      <a:pt x="1260" y="1143"/>
                      <a:pt x="1274" y="1130"/>
                      <a:pt x="1271" y="1109"/>
                    </a:cubicBezTo>
                    <a:cubicBezTo>
                      <a:pt x="1236" y="841"/>
                      <a:pt x="1000" y="608"/>
                      <a:pt x="786" y="454"/>
                    </a:cubicBezTo>
                    <a:cubicBezTo>
                      <a:pt x="640" y="351"/>
                      <a:pt x="486" y="253"/>
                      <a:pt x="337" y="146"/>
                    </a:cubicBezTo>
                    <a:cubicBezTo>
                      <a:pt x="237" y="79"/>
                      <a:pt x="151" y="4"/>
                      <a:pt x="29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46"/>
              <p:cNvSpPr/>
              <p:nvPr/>
            </p:nvSpPr>
            <p:spPr>
              <a:xfrm>
                <a:off x="3482285" y="2607084"/>
                <a:ext cx="52554" cy="10712"/>
              </a:xfrm>
              <a:custGeom>
                <a:rect b="b" l="l" r="r" t="t"/>
                <a:pathLst>
                  <a:path extrusionOk="0" h="244" w="1197">
                    <a:moveTo>
                      <a:pt x="53" y="1"/>
                    </a:moveTo>
                    <a:cubicBezTo>
                      <a:pt x="16" y="1"/>
                      <a:pt x="0" y="57"/>
                      <a:pt x="36" y="82"/>
                    </a:cubicBezTo>
                    <a:cubicBezTo>
                      <a:pt x="238" y="216"/>
                      <a:pt x="500" y="243"/>
                      <a:pt x="758" y="243"/>
                    </a:cubicBezTo>
                    <a:cubicBezTo>
                      <a:pt x="903" y="243"/>
                      <a:pt x="1046" y="235"/>
                      <a:pt x="1176" y="232"/>
                    </a:cubicBezTo>
                    <a:cubicBezTo>
                      <a:pt x="1196" y="232"/>
                      <a:pt x="1196" y="200"/>
                      <a:pt x="1176" y="197"/>
                    </a:cubicBezTo>
                    <a:cubicBezTo>
                      <a:pt x="794" y="169"/>
                      <a:pt x="431" y="122"/>
                      <a:pt x="67" y="3"/>
                    </a:cubicBezTo>
                    <a:cubicBezTo>
                      <a:pt x="62" y="2"/>
                      <a:pt x="58" y="1"/>
                      <a:pt x="53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46"/>
              <p:cNvSpPr/>
              <p:nvPr/>
            </p:nvSpPr>
            <p:spPr>
              <a:xfrm>
                <a:off x="3478729" y="2537409"/>
                <a:ext cx="15542" cy="8824"/>
              </a:xfrm>
              <a:custGeom>
                <a:rect b="b" l="l" r="r" t="t"/>
                <a:pathLst>
                  <a:path extrusionOk="0" h="201" w="354">
                    <a:moveTo>
                      <a:pt x="62" y="1"/>
                    </a:moveTo>
                    <a:cubicBezTo>
                      <a:pt x="18" y="1"/>
                      <a:pt x="1" y="77"/>
                      <a:pt x="54" y="94"/>
                    </a:cubicBezTo>
                    <a:cubicBezTo>
                      <a:pt x="133" y="122"/>
                      <a:pt x="215" y="157"/>
                      <a:pt x="290" y="197"/>
                    </a:cubicBezTo>
                    <a:cubicBezTo>
                      <a:pt x="295" y="199"/>
                      <a:pt x="300" y="200"/>
                      <a:pt x="305" y="200"/>
                    </a:cubicBezTo>
                    <a:cubicBezTo>
                      <a:pt x="332" y="200"/>
                      <a:pt x="353" y="170"/>
                      <a:pt x="330" y="150"/>
                    </a:cubicBezTo>
                    <a:cubicBezTo>
                      <a:pt x="259" y="79"/>
                      <a:pt x="168" y="39"/>
                      <a:pt x="77" y="4"/>
                    </a:cubicBezTo>
                    <a:cubicBezTo>
                      <a:pt x="72" y="2"/>
                      <a:pt x="67" y="1"/>
                      <a:pt x="62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46"/>
              <p:cNvSpPr/>
              <p:nvPr/>
            </p:nvSpPr>
            <p:spPr>
              <a:xfrm>
                <a:off x="3541513" y="2561424"/>
                <a:ext cx="4215" cy="3556"/>
              </a:xfrm>
              <a:custGeom>
                <a:rect b="b" l="l" r="r" t="t"/>
                <a:pathLst>
                  <a:path extrusionOk="0" h="81" w="96">
                    <a:moveTo>
                      <a:pt x="47" y="0"/>
                    </a:moveTo>
                    <a:cubicBezTo>
                      <a:pt x="36" y="0"/>
                      <a:pt x="25" y="5"/>
                      <a:pt x="17" y="17"/>
                    </a:cubicBezTo>
                    <a:cubicBezTo>
                      <a:pt x="1" y="36"/>
                      <a:pt x="13" y="64"/>
                      <a:pt x="37" y="72"/>
                    </a:cubicBezTo>
                    <a:cubicBezTo>
                      <a:pt x="44" y="76"/>
                      <a:pt x="53" y="76"/>
                      <a:pt x="60" y="80"/>
                    </a:cubicBezTo>
                    <a:cubicBezTo>
                      <a:pt x="62" y="80"/>
                      <a:pt x="64" y="81"/>
                      <a:pt x="65" y="81"/>
                    </a:cubicBezTo>
                    <a:cubicBezTo>
                      <a:pt x="80" y="81"/>
                      <a:pt x="95" y="66"/>
                      <a:pt x="92" y="53"/>
                    </a:cubicBezTo>
                    <a:lnTo>
                      <a:pt x="92" y="36"/>
                    </a:lnTo>
                    <a:cubicBezTo>
                      <a:pt x="92" y="29"/>
                      <a:pt x="88" y="20"/>
                      <a:pt x="80" y="17"/>
                    </a:cubicBezTo>
                    <a:cubicBezTo>
                      <a:pt x="79" y="16"/>
                      <a:pt x="77" y="15"/>
                      <a:pt x="76" y="15"/>
                    </a:cubicBezTo>
                    <a:lnTo>
                      <a:pt x="76" y="15"/>
                    </a:lnTo>
                    <a:cubicBezTo>
                      <a:pt x="69" y="6"/>
                      <a:pt x="58" y="0"/>
                      <a:pt x="47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46"/>
              <p:cNvSpPr/>
              <p:nvPr/>
            </p:nvSpPr>
            <p:spPr>
              <a:xfrm>
                <a:off x="3544762" y="2538946"/>
                <a:ext cx="5181" cy="4566"/>
              </a:xfrm>
              <a:custGeom>
                <a:rect b="b" l="l" r="r" t="t"/>
                <a:pathLst>
                  <a:path extrusionOk="0" h="104" w="118">
                    <a:moveTo>
                      <a:pt x="21" y="0"/>
                    </a:moveTo>
                    <a:cubicBezTo>
                      <a:pt x="11" y="0"/>
                      <a:pt x="0" y="14"/>
                      <a:pt x="10" y="24"/>
                    </a:cubicBezTo>
                    <a:cubicBezTo>
                      <a:pt x="34" y="47"/>
                      <a:pt x="57" y="75"/>
                      <a:pt x="81" y="99"/>
                    </a:cubicBezTo>
                    <a:cubicBezTo>
                      <a:pt x="85" y="102"/>
                      <a:pt x="89" y="104"/>
                      <a:pt x="93" y="104"/>
                    </a:cubicBezTo>
                    <a:cubicBezTo>
                      <a:pt x="106" y="104"/>
                      <a:pt x="117" y="87"/>
                      <a:pt x="105" y="75"/>
                    </a:cubicBezTo>
                    <a:cubicBezTo>
                      <a:pt x="81" y="51"/>
                      <a:pt x="57" y="28"/>
                      <a:pt x="30" y="4"/>
                    </a:cubicBezTo>
                    <a:cubicBezTo>
                      <a:pt x="27" y="1"/>
                      <a:pt x="24" y="0"/>
                      <a:pt x="21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46"/>
              <p:cNvSpPr/>
              <p:nvPr/>
            </p:nvSpPr>
            <p:spPr>
              <a:xfrm>
                <a:off x="3525751" y="2525072"/>
                <a:ext cx="3556" cy="5268"/>
              </a:xfrm>
              <a:custGeom>
                <a:rect b="b" l="l" r="r" t="t"/>
                <a:pathLst>
                  <a:path extrusionOk="0" h="120" w="81">
                    <a:moveTo>
                      <a:pt x="41" y="1"/>
                    </a:moveTo>
                    <a:cubicBezTo>
                      <a:pt x="28" y="1"/>
                      <a:pt x="21" y="4"/>
                      <a:pt x="13" y="8"/>
                    </a:cubicBezTo>
                    <a:cubicBezTo>
                      <a:pt x="1" y="20"/>
                      <a:pt x="1" y="32"/>
                      <a:pt x="1" y="48"/>
                    </a:cubicBezTo>
                    <a:cubicBezTo>
                      <a:pt x="5" y="63"/>
                      <a:pt x="9" y="79"/>
                      <a:pt x="9" y="95"/>
                    </a:cubicBezTo>
                    <a:cubicBezTo>
                      <a:pt x="13" y="107"/>
                      <a:pt x="28" y="119"/>
                      <a:pt x="41" y="119"/>
                    </a:cubicBezTo>
                    <a:cubicBezTo>
                      <a:pt x="52" y="119"/>
                      <a:pt x="68" y="107"/>
                      <a:pt x="72" y="95"/>
                    </a:cubicBezTo>
                    <a:cubicBezTo>
                      <a:pt x="72" y="79"/>
                      <a:pt x="76" y="63"/>
                      <a:pt x="76" y="48"/>
                    </a:cubicBezTo>
                    <a:cubicBezTo>
                      <a:pt x="80" y="36"/>
                      <a:pt x="80" y="20"/>
                      <a:pt x="68" y="8"/>
                    </a:cubicBezTo>
                    <a:cubicBezTo>
                      <a:pt x="60" y="4"/>
                      <a:pt x="52" y="1"/>
                      <a:pt x="41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46"/>
              <p:cNvSpPr/>
              <p:nvPr/>
            </p:nvSpPr>
            <p:spPr>
              <a:xfrm>
                <a:off x="3430653" y="2671579"/>
                <a:ext cx="65287" cy="29415"/>
              </a:xfrm>
              <a:custGeom>
                <a:rect b="b" l="l" r="r" t="t"/>
                <a:pathLst>
                  <a:path extrusionOk="0" h="670" w="1487">
                    <a:moveTo>
                      <a:pt x="160" y="0"/>
                    </a:moveTo>
                    <a:cubicBezTo>
                      <a:pt x="118" y="0"/>
                      <a:pt x="78" y="2"/>
                      <a:pt x="39" y="6"/>
                    </a:cubicBezTo>
                    <a:cubicBezTo>
                      <a:pt x="4" y="10"/>
                      <a:pt x="1" y="61"/>
                      <a:pt x="39" y="65"/>
                    </a:cubicBezTo>
                    <a:cubicBezTo>
                      <a:pt x="565" y="105"/>
                      <a:pt x="1023" y="365"/>
                      <a:pt x="1436" y="665"/>
                    </a:cubicBezTo>
                    <a:cubicBezTo>
                      <a:pt x="1441" y="668"/>
                      <a:pt x="1446" y="670"/>
                      <a:pt x="1451" y="670"/>
                    </a:cubicBezTo>
                    <a:cubicBezTo>
                      <a:pt x="1470" y="670"/>
                      <a:pt x="1486" y="648"/>
                      <a:pt x="1476" y="629"/>
                    </a:cubicBezTo>
                    <a:cubicBezTo>
                      <a:pt x="1222" y="260"/>
                      <a:pt x="626" y="0"/>
                      <a:pt x="160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46"/>
              <p:cNvSpPr/>
              <p:nvPr/>
            </p:nvSpPr>
            <p:spPr>
              <a:xfrm>
                <a:off x="3510165" y="2669735"/>
                <a:ext cx="2678" cy="4346"/>
              </a:xfrm>
              <a:custGeom>
                <a:rect b="b" l="l" r="r" t="t"/>
                <a:pathLst>
                  <a:path extrusionOk="0" h="99" w="61">
                    <a:moveTo>
                      <a:pt x="28" y="1"/>
                    </a:moveTo>
                    <a:cubicBezTo>
                      <a:pt x="9" y="1"/>
                      <a:pt x="1" y="16"/>
                      <a:pt x="1" y="36"/>
                    </a:cubicBezTo>
                    <a:cubicBezTo>
                      <a:pt x="4" y="52"/>
                      <a:pt x="4" y="68"/>
                      <a:pt x="9" y="83"/>
                    </a:cubicBezTo>
                    <a:cubicBezTo>
                      <a:pt x="11" y="93"/>
                      <a:pt x="21" y="98"/>
                      <a:pt x="30" y="98"/>
                    </a:cubicBezTo>
                    <a:cubicBezTo>
                      <a:pt x="40" y="98"/>
                      <a:pt x="50" y="93"/>
                      <a:pt x="52" y="83"/>
                    </a:cubicBezTo>
                    <a:cubicBezTo>
                      <a:pt x="52" y="68"/>
                      <a:pt x="56" y="52"/>
                      <a:pt x="56" y="36"/>
                    </a:cubicBezTo>
                    <a:cubicBezTo>
                      <a:pt x="60" y="16"/>
                      <a:pt x="52" y="1"/>
                      <a:pt x="28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46"/>
              <p:cNvSpPr/>
              <p:nvPr/>
            </p:nvSpPr>
            <p:spPr>
              <a:xfrm>
                <a:off x="3530976" y="2646641"/>
                <a:ext cx="4566" cy="3776"/>
              </a:xfrm>
              <a:custGeom>
                <a:rect b="b" l="l" r="r" t="t"/>
                <a:pathLst>
                  <a:path extrusionOk="0" h="86" w="104">
                    <a:moveTo>
                      <a:pt x="44" y="0"/>
                    </a:moveTo>
                    <a:cubicBezTo>
                      <a:pt x="20" y="0"/>
                      <a:pt x="0" y="21"/>
                      <a:pt x="0" y="45"/>
                    </a:cubicBezTo>
                    <a:cubicBezTo>
                      <a:pt x="0" y="65"/>
                      <a:pt x="21" y="86"/>
                      <a:pt x="45" y="86"/>
                    </a:cubicBezTo>
                    <a:cubicBezTo>
                      <a:pt x="49" y="86"/>
                      <a:pt x="52" y="85"/>
                      <a:pt x="56" y="85"/>
                    </a:cubicBezTo>
                    <a:cubicBezTo>
                      <a:pt x="64" y="85"/>
                      <a:pt x="67" y="81"/>
                      <a:pt x="75" y="77"/>
                    </a:cubicBezTo>
                    <a:cubicBezTo>
                      <a:pt x="91" y="73"/>
                      <a:pt x="103" y="61"/>
                      <a:pt x="103" y="45"/>
                    </a:cubicBezTo>
                    <a:cubicBezTo>
                      <a:pt x="103" y="26"/>
                      <a:pt x="91" y="13"/>
                      <a:pt x="75" y="10"/>
                    </a:cubicBezTo>
                    <a:cubicBezTo>
                      <a:pt x="67" y="6"/>
                      <a:pt x="64" y="2"/>
                      <a:pt x="56" y="2"/>
                    </a:cubicBezTo>
                    <a:cubicBezTo>
                      <a:pt x="52" y="1"/>
                      <a:pt x="48" y="0"/>
                      <a:pt x="44" y="0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46"/>
              <p:cNvSpPr/>
              <p:nvPr/>
            </p:nvSpPr>
            <p:spPr>
              <a:xfrm>
                <a:off x="3476578" y="2669208"/>
                <a:ext cx="5400" cy="7376"/>
              </a:xfrm>
              <a:custGeom>
                <a:rect b="b" l="l" r="r" t="t"/>
                <a:pathLst>
                  <a:path extrusionOk="0" h="168" w="123">
                    <a:moveTo>
                      <a:pt x="16" y="87"/>
                    </a:moveTo>
                    <a:cubicBezTo>
                      <a:pt x="16" y="87"/>
                      <a:pt x="16" y="87"/>
                      <a:pt x="16" y="88"/>
                    </a:cubicBezTo>
                    <a:cubicBezTo>
                      <a:pt x="16" y="88"/>
                      <a:pt x="16" y="88"/>
                      <a:pt x="16" y="88"/>
                    </a:cubicBezTo>
                    <a:lnTo>
                      <a:pt x="16" y="88"/>
                    </a:lnTo>
                    <a:cubicBezTo>
                      <a:pt x="16" y="87"/>
                      <a:pt x="16" y="87"/>
                      <a:pt x="16" y="87"/>
                    </a:cubicBezTo>
                    <a:close/>
                    <a:moveTo>
                      <a:pt x="40" y="1"/>
                    </a:moveTo>
                    <a:cubicBezTo>
                      <a:pt x="12" y="1"/>
                      <a:pt x="0" y="28"/>
                      <a:pt x="4" y="52"/>
                    </a:cubicBezTo>
                    <a:cubicBezTo>
                      <a:pt x="3" y="49"/>
                      <a:pt x="3" y="48"/>
                      <a:pt x="2" y="48"/>
                    </a:cubicBezTo>
                    <a:lnTo>
                      <a:pt x="2" y="48"/>
                    </a:lnTo>
                    <a:cubicBezTo>
                      <a:pt x="2" y="48"/>
                      <a:pt x="4" y="57"/>
                      <a:pt x="4" y="60"/>
                    </a:cubicBezTo>
                    <a:cubicBezTo>
                      <a:pt x="4" y="64"/>
                      <a:pt x="8" y="68"/>
                      <a:pt x="12" y="72"/>
                    </a:cubicBezTo>
                    <a:cubicBezTo>
                      <a:pt x="12" y="74"/>
                      <a:pt x="12" y="77"/>
                      <a:pt x="13" y="78"/>
                    </a:cubicBezTo>
                    <a:lnTo>
                      <a:pt x="13" y="78"/>
                    </a:lnTo>
                    <a:cubicBezTo>
                      <a:pt x="13" y="79"/>
                      <a:pt x="13" y="80"/>
                      <a:pt x="14" y="82"/>
                    </a:cubicBezTo>
                    <a:lnTo>
                      <a:pt x="14" y="82"/>
                    </a:lnTo>
                    <a:cubicBezTo>
                      <a:pt x="12" y="85"/>
                      <a:pt x="12" y="88"/>
                      <a:pt x="12" y="91"/>
                    </a:cubicBezTo>
                    <a:cubicBezTo>
                      <a:pt x="12" y="92"/>
                      <a:pt x="12" y="92"/>
                      <a:pt x="13" y="92"/>
                    </a:cubicBezTo>
                    <a:lnTo>
                      <a:pt x="13" y="92"/>
                    </a:lnTo>
                    <a:cubicBezTo>
                      <a:pt x="12" y="94"/>
                      <a:pt x="12" y="97"/>
                      <a:pt x="12" y="99"/>
                    </a:cubicBezTo>
                    <a:cubicBezTo>
                      <a:pt x="0" y="131"/>
                      <a:pt x="24" y="162"/>
                      <a:pt x="55" y="166"/>
                    </a:cubicBezTo>
                    <a:cubicBezTo>
                      <a:pt x="60" y="167"/>
                      <a:pt x="64" y="168"/>
                      <a:pt x="68" y="168"/>
                    </a:cubicBezTo>
                    <a:cubicBezTo>
                      <a:pt x="97" y="168"/>
                      <a:pt x="119" y="143"/>
                      <a:pt x="119" y="115"/>
                    </a:cubicBezTo>
                    <a:cubicBezTo>
                      <a:pt x="122" y="64"/>
                      <a:pt x="95" y="4"/>
                      <a:pt x="40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46"/>
              <p:cNvSpPr/>
              <p:nvPr/>
            </p:nvSpPr>
            <p:spPr>
              <a:xfrm>
                <a:off x="3508233" y="2654456"/>
                <a:ext cx="7025" cy="5268"/>
              </a:xfrm>
              <a:custGeom>
                <a:rect b="b" l="l" r="r" t="t"/>
                <a:pathLst>
                  <a:path extrusionOk="0" h="120" w="160">
                    <a:moveTo>
                      <a:pt x="106" y="1"/>
                    </a:moveTo>
                    <a:cubicBezTo>
                      <a:pt x="104" y="1"/>
                      <a:pt x="102" y="1"/>
                      <a:pt x="100" y="1"/>
                    </a:cubicBezTo>
                    <a:cubicBezTo>
                      <a:pt x="88" y="1"/>
                      <a:pt x="81" y="5"/>
                      <a:pt x="72" y="5"/>
                    </a:cubicBezTo>
                    <a:cubicBezTo>
                      <a:pt x="57" y="5"/>
                      <a:pt x="48" y="9"/>
                      <a:pt x="37" y="14"/>
                    </a:cubicBezTo>
                    <a:cubicBezTo>
                      <a:pt x="17" y="21"/>
                      <a:pt x="1" y="37"/>
                      <a:pt x="1" y="61"/>
                    </a:cubicBezTo>
                    <a:cubicBezTo>
                      <a:pt x="1" y="85"/>
                      <a:pt x="17" y="100"/>
                      <a:pt x="37" y="108"/>
                    </a:cubicBezTo>
                    <a:cubicBezTo>
                      <a:pt x="48" y="112"/>
                      <a:pt x="57" y="116"/>
                      <a:pt x="72" y="116"/>
                    </a:cubicBezTo>
                    <a:cubicBezTo>
                      <a:pt x="81" y="116"/>
                      <a:pt x="88" y="116"/>
                      <a:pt x="100" y="120"/>
                    </a:cubicBezTo>
                    <a:cubicBezTo>
                      <a:pt x="128" y="120"/>
                      <a:pt x="159" y="88"/>
                      <a:pt x="155" y="61"/>
                    </a:cubicBezTo>
                    <a:cubicBezTo>
                      <a:pt x="155" y="30"/>
                      <a:pt x="134" y="1"/>
                      <a:pt x="106" y="1"/>
                    </a:cubicBezTo>
                    <a:close/>
                  </a:path>
                </a:pathLst>
              </a:custGeom>
              <a:solidFill>
                <a:srgbClr val="F89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46"/>
              <p:cNvSpPr/>
              <p:nvPr/>
            </p:nvSpPr>
            <p:spPr>
              <a:xfrm>
                <a:off x="3391666" y="2426641"/>
                <a:ext cx="4566" cy="3512"/>
              </a:xfrm>
              <a:custGeom>
                <a:rect b="b" l="l" r="r" t="t"/>
                <a:pathLst>
                  <a:path extrusionOk="0" h="80" w="104">
                    <a:moveTo>
                      <a:pt x="51" y="1"/>
                    </a:moveTo>
                    <a:cubicBezTo>
                      <a:pt x="0" y="1"/>
                      <a:pt x="0" y="79"/>
                      <a:pt x="51" y="79"/>
                    </a:cubicBezTo>
                    <a:cubicBezTo>
                      <a:pt x="103" y="79"/>
                      <a:pt x="103" y="1"/>
                      <a:pt x="51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46"/>
              <p:cNvSpPr/>
              <p:nvPr/>
            </p:nvSpPr>
            <p:spPr>
              <a:xfrm>
                <a:off x="3421126" y="2431689"/>
                <a:ext cx="5400" cy="4215"/>
              </a:xfrm>
              <a:custGeom>
                <a:rect b="b" l="l" r="r" t="t"/>
                <a:pathLst>
                  <a:path extrusionOk="0" h="96" w="123">
                    <a:moveTo>
                      <a:pt x="63" y="0"/>
                    </a:moveTo>
                    <a:cubicBezTo>
                      <a:pt x="1" y="0"/>
                      <a:pt x="1" y="95"/>
                      <a:pt x="63" y="95"/>
                    </a:cubicBezTo>
                    <a:cubicBezTo>
                      <a:pt x="123" y="95"/>
                      <a:pt x="123" y="0"/>
                      <a:pt x="63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46"/>
              <p:cNvSpPr/>
              <p:nvPr/>
            </p:nvSpPr>
            <p:spPr>
              <a:xfrm>
                <a:off x="3432717" y="2406269"/>
                <a:ext cx="12162" cy="12117"/>
              </a:xfrm>
              <a:custGeom>
                <a:rect b="b" l="l" r="r" t="t"/>
                <a:pathLst>
                  <a:path extrusionOk="0" h="276" w="277">
                    <a:moveTo>
                      <a:pt x="139" y="1"/>
                    </a:moveTo>
                    <a:cubicBezTo>
                      <a:pt x="132" y="1"/>
                      <a:pt x="125" y="3"/>
                      <a:pt x="107" y="7"/>
                    </a:cubicBezTo>
                    <a:lnTo>
                      <a:pt x="103" y="7"/>
                    </a:lnTo>
                    <a:cubicBezTo>
                      <a:pt x="83" y="11"/>
                      <a:pt x="68" y="19"/>
                      <a:pt x="56" y="31"/>
                    </a:cubicBezTo>
                    <a:cubicBezTo>
                      <a:pt x="40" y="42"/>
                      <a:pt x="28" y="55"/>
                      <a:pt x="21" y="70"/>
                    </a:cubicBezTo>
                    <a:cubicBezTo>
                      <a:pt x="9" y="86"/>
                      <a:pt x="5" y="102"/>
                      <a:pt x="5" y="121"/>
                    </a:cubicBezTo>
                    <a:cubicBezTo>
                      <a:pt x="1" y="137"/>
                      <a:pt x="1" y="157"/>
                      <a:pt x="9" y="177"/>
                    </a:cubicBezTo>
                    <a:cubicBezTo>
                      <a:pt x="12" y="200"/>
                      <a:pt x="25" y="220"/>
                      <a:pt x="40" y="236"/>
                    </a:cubicBezTo>
                    <a:cubicBezTo>
                      <a:pt x="52" y="244"/>
                      <a:pt x="60" y="252"/>
                      <a:pt x="68" y="255"/>
                    </a:cubicBezTo>
                    <a:cubicBezTo>
                      <a:pt x="92" y="272"/>
                      <a:pt x="116" y="275"/>
                      <a:pt x="139" y="275"/>
                    </a:cubicBezTo>
                    <a:cubicBezTo>
                      <a:pt x="151" y="275"/>
                      <a:pt x="163" y="272"/>
                      <a:pt x="174" y="272"/>
                    </a:cubicBezTo>
                    <a:cubicBezTo>
                      <a:pt x="198" y="263"/>
                      <a:pt x="218" y="252"/>
                      <a:pt x="238" y="236"/>
                    </a:cubicBezTo>
                    <a:cubicBezTo>
                      <a:pt x="242" y="228"/>
                      <a:pt x="249" y="216"/>
                      <a:pt x="258" y="208"/>
                    </a:cubicBezTo>
                    <a:cubicBezTo>
                      <a:pt x="269" y="188"/>
                      <a:pt x="277" y="164"/>
                      <a:pt x="277" y="137"/>
                    </a:cubicBezTo>
                    <a:cubicBezTo>
                      <a:pt x="277" y="121"/>
                      <a:pt x="273" y="102"/>
                      <a:pt x="265" y="86"/>
                    </a:cubicBezTo>
                    <a:cubicBezTo>
                      <a:pt x="258" y="70"/>
                      <a:pt x="249" y="55"/>
                      <a:pt x="238" y="42"/>
                    </a:cubicBezTo>
                    <a:cubicBezTo>
                      <a:pt x="218" y="26"/>
                      <a:pt x="198" y="15"/>
                      <a:pt x="174" y="7"/>
                    </a:cubicBezTo>
                    <a:lnTo>
                      <a:pt x="170" y="7"/>
                    </a:lnTo>
                    <a:cubicBezTo>
                      <a:pt x="152" y="3"/>
                      <a:pt x="146" y="1"/>
                      <a:pt x="139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46"/>
              <p:cNvSpPr/>
              <p:nvPr/>
            </p:nvSpPr>
            <p:spPr>
              <a:xfrm>
                <a:off x="3443122" y="2436519"/>
                <a:ext cx="6454" cy="5049"/>
              </a:xfrm>
              <a:custGeom>
                <a:rect b="b" l="l" r="r" t="t"/>
                <a:pathLst>
                  <a:path extrusionOk="0" h="115" w="147">
                    <a:moveTo>
                      <a:pt x="72" y="0"/>
                    </a:moveTo>
                    <a:cubicBezTo>
                      <a:pt x="1" y="0"/>
                      <a:pt x="1" y="115"/>
                      <a:pt x="72" y="115"/>
                    </a:cubicBezTo>
                    <a:cubicBezTo>
                      <a:pt x="147" y="115"/>
                      <a:pt x="147" y="0"/>
                      <a:pt x="72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46"/>
              <p:cNvSpPr/>
              <p:nvPr/>
            </p:nvSpPr>
            <p:spPr>
              <a:xfrm>
                <a:off x="3391666" y="2319428"/>
                <a:ext cx="4873" cy="4302"/>
              </a:xfrm>
              <a:custGeom>
                <a:rect b="b" l="l" r="r" t="t"/>
                <a:pathLst>
                  <a:path extrusionOk="0" h="98" w="111">
                    <a:moveTo>
                      <a:pt x="51" y="0"/>
                    </a:moveTo>
                    <a:cubicBezTo>
                      <a:pt x="45" y="0"/>
                      <a:pt x="39" y="1"/>
                      <a:pt x="32" y="4"/>
                    </a:cubicBezTo>
                    <a:cubicBezTo>
                      <a:pt x="16" y="11"/>
                      <a:pt x="0" y="27"/>
                      <a:pt x="4" y="47"/>
                    </a:cubicBezTo>
                    <a:cubicBezTo>
                      <a:pt x="4" y="63"/>
                      <a:pt x="12" y="82"/>
                      <a:pt x="28" y="91"/>
                    </a:cubicBezTo>
                    <a:cubicBezTo>
                      <a:pt x="35" y="95"/>
                      <a:pt x="44" y="98"/>
                      <a:pt x="52" y="98"/>
                    </a:cubicBezTo>
                    <a:cubicBezTo>
                      <a:pt x="65" y="98"/>
                      <a:pt x="77" y="92"/>
                      <a:pt x="87" y="82"/>
                    </a:cubicBezTo>
                    <a:lnTo>
                      <a:pt x="99" y="71"/>
                    </a:lnTo>
                    <a:cubicBezTo>
                      <a:pt x="111" y="59"/>
                      <a:pt x="111" y="39"/>
                      <a:pt x="99" y="27"/>
                    </a:cubicBezTo>
                    <a:lnTo>
                      <a:pt x="87" y="15"/>
                    </a:lnTo>
                    <a:cubicBezTo>
                      <a:pt x="77" y="5"/>
                      <a:pt x="64" y="0"/>
                      <a:pt x="51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46"/>
              <p:cNvSpPr/>
              <p:nvPr/>
            </p:nvSpPr>
            <p:spPr>
              <a:xfrm>
                <a:off x="3427185" y="2329087"/>
                <a:ext cx="4171" cy="4039"/>
              </a:xfrm>
              <a:custGeom>
                <a:rect b="b" l="l" r="r" t="t"/>
                <a:pathLst>
                  <a:path extrusionOk="0" h="92" w="95">
                    <a:moveTo>
                      <a:pt x="44" y="1"/>
                    </a:moveTo>
                    <a:cubicBezTo>
                      <a:pt x="36" y="1"/>
                      <a:pt x="28" y="1"/>
                      <a:pt x="20" y="5"/>
                    </a:cubicBezTo>
                    <a:cubicBezTo>
                      <a:pt x="9" y="5"/>
                      <a:pt x="5" y="13"/>
                      <a:pt x="0" y="24"/>
                    </a:cubicBezTo>
                    <a:lnTo>
                      <a:pt x="0" y="48"/>
                    </a:lnTo>
                    <a:lnTo>
                      <a:pt x="0" y="60"/>
                    </a:lnTo>
                    <a:cubicBezTo>
                      <a:pt x="5" y="64"/>
                      <a:pt x="5" y="68"/>
                      <a:pt x="5" y="72"/>
                    </a:cubicBezTo>
                    <a:cubicBezTo>
                      <a:pt x="12" y="79"/>
                      <a:pt x="20" y="84"/>
                      <a:pt x="28" y="88"/>
                    </a:cubicBezTo>
                    <a:cubicBezTo>
                      <a:pt x="34" y="90"/>
                      <a:pt x="40" y="92"/>
                      <a:pt x="47" y="92"/>
                    </a:cubicBezTo>
                    <a:cubicBezTo>
                      <a:pt x="59" y="92"/>
                      <a:pt x="72" y="87"/>
                      <a:pt x="80" y="79"/>
                    </a:cubicBezTo>
                    <a:cubicBezTo>
                      <a:pt x="87" y="68"/>
                      <a:pt x="95" y="52"/>
                      <a:pt x="91" y="37"/>
                    </a:cubicBezTo>
                    <a:cubicBezTo>
                      <a:pt x="87" y="24"/>
                      <a:pt x="83" y="17"/>
                      <a:pt x="76" y="13"/>
                    </a:cubicBezTo>
                    <a:cubicBezTo>
                      <a:pt x="67" y="5"/>
                      <a:pt x="56" y="1"/>
                      <a:pt x="44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46"/>
              <p:cNvSpPr/>
              <p:nvPr/>
            </p:nvSpPr>
            <p:spPr>
              <a:xfrm>
                <a:off x="3421301" y="2275832"/>
                <a:ext cx="4347" cy="3644"/>
              </a:xfrm>
              <a:custGeom>
                <a:rect b="b" l="l" r="r" t="t"/>
                <a:pathLst>
                  <a:path extrusionOk="0" h="83" w="99">
                    <a:moveTo>
                      <a:pt x="57" y="1"/>
                    </a:moveTo>
                    <a:cubicBezTo>
                      <a:pt x="54" y="1"/>
                      <a:pt x="51" y="1"/>
                      <a:pt x="48" y="2"/>
                    </a:cubicBezTo>
                    <a:cubicBezTo>
                      <a:pt x="39" y="6"/>
                      <a:pt x="32" y="6"/>
                      <a:pt x="24" y="10"/>
                    </a:cubicBezTo>
                    <a:cubicBezTo>
                      <a:pt x="12" y="14"/>
                      <a:pt x="0" y="30"/>
                      <a:pt x="0" y="42"/>
                    </a:cubicBezTo>
                    <a:cubicBezTo>
                      <a:pt x="0" y="57"/>
                      <a:pt x="8" y="70"/>
                      <a:pt x="24" y="77"/>
                    </a:cubicBezTo>
                    <a:cubicBezTo>
                      <a:pt x="32" y="77"/>
                      <a:pt x="39" y="81"/>
                      <a:pt x="48" y="81"/>
                    </a:cubicBezTo>
                    <a:cubicBezTo>
                      <a:pt x="52" y="82"/>
                      <a:pt x="55" y="83"/>
                      <a:pt x="59" y="83"/>
                    </a:cubicBezTo>
                    <a:cubicBezTo>
                      <a:pt x="80" y="83"/>
                      <a:pt x="99" y="65"/>
                      <a:pt x="99" y="42"/>
                    </a:cubicBezTo>
                    <a:cubicBezTo>
                      <a:pt x="99" y="21"/>
                      <a:pt x="78" y="1"/>
                      <a:pt x="57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46"/>
              <p:cNvSpPr/>
              <p:nvPr/>
            </p:nvSpPr>
            <p:spPr>
              <a:xfrm>
                <a:off x="3417306" y="2285095"/>
                <a:ext cx="220" cy="220"/>
              </a:xfrm>
              <a:custGeom>
                <a:rect b="b" l="l" r="r" t="t"/>
                <a:pathLst>
                  <a:path extrusionOk="0" h="5" w="5">
                    <a:moveTo>
                      <a:pt x="4" y="1"/>
                    </a:moveTo>
                    <a:cubicBezTo>
                      <a:pt x="1" y="1"/>
                      <a:pt x="1" y="4"/>
                      <a:pt x="4" y="4"/>
                    </a:cubicBezTo>
                    <a:lnTo>
                      <a:pt x="4" y="1"/>
                    </a:ln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46"/>
              <p:cNvSpPr/>
              <p:nvPr/>
            </p:nvSpPr>
            <p:spPr>
              <a:xfrm>
                <a:off x="3430258" y="2335804"/>
                <a:ext cx="6893" cy="4917"/>
              </a:xfrm>
              <a:custGeom>
                <a:rect b="b" l="l" r="r" t="t"/>
                <a:pathLst>
                  <a:path extrusionOk="0" h="112" w="157">
                    <a:moveTo>
                      <a:pt x="25" y="0"/>
                    </a:moveTo>
                    <a:cubicBezTo>
                      <a:pt x="9" y="0"/>
                      <a:pt x="0" y="19"/>
                      <a:pt x="17" y="30"/>
                    </a:cubicBezTo>
                    <a:cubicBezTo>
                      <a:pt x="48" y="49"/>
                      <a:pt x="81" y="68"/>
                      <a:pt x="101" y="101"/>
                    </a:cubicBezTo>
                    <a:cubicBezTo>
                      <a:pt x="106" y="108"/>
                      <a:pt x="113" y="111"/>
                      <a:pt x="120" y="111"/>
                    </a:cubicBezTo>
                    <a:cubicBezTo>
                      <a:pt x="138" y="111"/>
                      <a:pt x="156" y="90"/>
                      <a:pt x="139" y="73"/>
                    </a:cubicBezTo>
                    <a:cubicBezTo>
                      <a:pt x="108" y="37"/>
                      <a:pt x="72" y="21"/>
                      <a:pt x="33" y="2"/>
                    </a:cubicBezTo>
                    <a:cubicBezTo>
                      <a:pt x="30" y="1"/>
                      <a:pt x="27" y="0"/>
                      <a:pt x="25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46"/>
              <p:cNvSpPr/>
              <p:nvPr/>
            </p:nvSpPr>
            <p:spPr>
              <a:xfrm>
                <a:off x="3383719" y="2320262"/>
                <a:ext cx="3337" cy="2634"/>
              </a:xfrm>
              <a:custGeom>
                <a:rect b="b" l="l" r="r" t="t"/>
                <a:pathLst>
                  <a:path extrusionOk="0" h="60" w="76">
                    <a:moveTo>
                      <a:pt x="39" y="1"/>
                    </a:moveTo>
                    <a:cubicBezTo>
                      <a:pt x="0" y="1"/>
                      <a:pt x="0" y="60"/>
                      <a:pt x="39" y="60"/>
                    </a:cubicBezTo>
                    <a:cubicBezTo>
                      <a:pt x="75" y="60"/>
                      <a:pt x="75" y="1"/>
                      <a:pt x="39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46"/>
              <p:cNvSpPr/>
              <p:nvPr/>
            </p:nvSpPr>
            <p:spPr>
              <a:xfrm>
                <a:off x="3396671" y="2319999"/>
                <a:ext cx="3864" cy="2985"/>
              </a:xfrm>
              <a:custGeom>
                <a:rect b="b" l="l" r="r" t="t"/>
                <a:pathLst>
                  <a:path extrusionOk="0" h="68" w="88">
                    <a:moveTo>
                      <a:pt x="35" y="1"/>
                    </a:moveTo>
                    <a:cubicBezTo>
                      <a:pt x="26" y="1"/>
                      <a:pt x="19" y="4"/>
                      <a:pt x="13" y="11"/>
                    </a:cubicBezTo>
                    <a:cubicBezTo>
                      <a:pt x="5" y="18"/>
                      <a:pt x="1" y="26"/>
                      <a:pt x="1" y="34"/>
                    </a:cubicBezTo>
                    <a:cubicBezTo>
                      <a:pt x="1" y="42"/>
                      <a:pt x="5" y="54"/>
                      <a:pt x="13" y="58"/>
                    </a:cubicBezTo>
                    <a:cubicBezTo>
                      <a:pt x="18" y="65"/>
                      <a:pt x="24" y="68"/>
                      <a:pt x="31" y="68"/>
                    </a:cubicBezTo>
                    <a:cubicBezTo>
                      <a:pt x="35" y="68"/>
                      <a:pt x="40" y="67"/>
                      <a:pt x="44" y="66"/>
                    </a:cubicBezTo>
                    <a:cubicBezTo>
                      <a:pt x="52" y="66"/>
                      <a:pt x="60" y="66"/>
                      <a:pt x="68" y="62"/>
                    </a:cubicBezTo>
                    <a:cubicBezTo>
                      <a:pt x="79" y="62"/>
                      <a:pt x="88" y="46"/>
                      <a:pt x="88" y="34"/>
                    </a:cubicBezTo>
                    <a:cubicBezTo>
                      <a:pt x="88" y="22"/>
                      <a:pt x="79" y="11"/>
                      <a:pt x="68" y="7"/>
                    </a:cubicBezTo>
                    <a:cubicBezTo>
                      <a:pt x="60" y="7"/>
                      <a:pt x="52" y="2"/>
                      <a:pt x="44" y="2"/>
                    </a:cubicBezTo>
                    <a:cubicBezTo>
                      <a:pt x="41" y="1"/>
                      <a:pt x="38" y="1"/>
                      <a:pt x="35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46"/>
              <p:cNvSpPr/>
              <p:nvPr/>
            </p:nvSpPr>
            <p:spPr>
              <a:xfrm>
                <a:off x="3392456" y="2280661"/>
                <a:ext cx="5839" cy="8781"/>
              </a:xfrm>
              <a:custGeom>
                <a:rect b="b" l="l" r="r" t="t"/>
                <a:pathLst>
                  <a:path extrusionOk="0" h="200" w="133">
                    <a:moveTo>
                      <a:pt x="32" y="1"/>
                    </a:moveTo>
                    <a:cubicBezTo>
                      <a:pt x="16" y="1"/>
                      <a:pt x="0" y="11"/>
                      <a:pt x="2" y="31"/>
                    </a:cubicBezTo>
                    <a:cubicBezTo>
                      <a:pt x="6" y="58"/>
                      <a:pt x="10" y="86"/>
                      <a:pt x="26" y="109"/>
                    </a:cubicBezTo>
                    <a:cubicBezTo>
                      <a:pt x="33" y="122"/>
                      <a:pt x="46" y="133"/>
                      <a:pt x="53" y="140"/>
                    </a:cubicBezTo>
                    <a:cubicBezTo>
                      <a:pt x="69" y="153"/>
                      <a:pt x="81" y="157"/>
                      <a:pt x="81" y="176"/>
                    </a:cubicBezTo>
                    <a:cubicBezTo>
                      <a:pt x="83" y="192"/>
                      <a:pt x="95" y="200"/>
                      <a:pt x="107" y="200"/>
                    </a:cubicBezTo>
                    <a:cubicBezTo>
                      <a:pt x="119" y="200"/>
                      <a:pt x="130" y="192"/>
                      <a:pt x="133" y="176"/>
                    </a:cubicBezTo>
                    <a:cubicBezTo>
                      <a:pt x="133" y="149"/>
                      <a:pt x="120" y="129"/>
                      <a:pt x="101" y="109"/>
                    </a:cubicBezTo>
                    <a:cubicBezTo>
                      <a:pt x="77" y="86"/>
                      <a:pt x="65" y="62"/>
                      <a:pt x="65" y="31"/>
                    </a:cubicBezTo>
                    <a:cubicBezTo>
                      <a:pt x="65" y="11"/>
                      <a:pt x="49" y="1"/>
                      <a:pt x="32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46"/>
              <p:cNvSpPr/>
              <p:nvPr/>
            </p:nvSpPr>
            <p:spPr>
              <a:xfrm>
                <a:off x="3430697" y="2322370"/>
                <a:ext cx="8737" cy="3512"/>
              </a:xfrm>
              <a:custGeom>
                <a:rect b="b" l="l" r="r" t="t"/>
                <a:pathLst>
                  <a:path extrusionOk="0" h="80" w="199">
                    <a:moveTo>
                      <a:pt x="157" y="0"/>
                    </a:moveTo>
                    <a:cubicBezTo>
                      <a:pt x="156" y="0"/>
                      <a:pt x="155" y="0"/>
                      <a:pt x="153" y="0"/>
                    </a:cubicBezTo>
                    <a:cubicBezTo>
                      <a:pt x="114" y="8"/>
                      <a:pt x="74" y="24"/>
                      <a:pt x="31" y="32"/>
                    </a:cubicBezTo>
                    <a:cubicBezTo>
                      <a:pt x="1" y="39"/>
                      <a:pt x="14" y="79"/>
                      <a:pt x="43" y="79"/>
                    </a:cubicBezTo>
                    <a:cubicBezTo>
                      <a:pt x="44" y="79"/>
                      <a:pt x="46" y="79"/>
                      <a:pt x="47" y="79"/>
                    </a:cubicBezTo>
                    <a:cubicBezTo>
                      <a:pt x="82" y="71"/>
                      <a:pt x="122" y="63"/>
                      <a:pt x="162" y="59"/>
                    </a:cubicBezTo>
                    <a:cubicBezTo>
                      <a:pt x="199" y="55"/>
                      <a:pt x="193" y="0"/>
                      <a:pt x="157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46"/>
              <p:cNvSpPr/>
              <p:nvPr/>
            </p:nvSpPr>
            <p:spPr>
              <a:xfrm>
                <a:off x="3355268" y="2377732"/>
                <a:ext cx="3864" cy="3073"/>
              </a:xfrm>
              <a:custGeom>
                <a:rect b="b" l="l" r="r" t="t"/>
                <a:pathLst>
                  <a:path extrusionOk="0" h="70" w="88">
                    <a:moveTo>
                      <a:pt x="54" y="0"/>
                    </a:moveTo>
                    <a:cubicBezTo>
                      <a:pt x="50" y="0"/>
                      <a:pt x="47" y="1"/>
                      <a:pt x="44" y="2"/>
                    </a:cubicBezTo>
                    <a:cubicBezTo>
                      <a:pt x="36" y="2"/>
                      <a:pt x="28" y="6"/>
                      <a:pt x="20" y="6"/>
                    </a:cubicBezTo>
                    <a:cubicBezTo>
                      <a:pt x="9" y="9"/>
                      <a:pt x="0" y="22"/>
                      <a:pt x="0" y="33"/>
                    </a:cubicBezTo>
                    <a:cubicBezTo>
                      <a:pt x="0" y="45"/>
                      <a:pt x="9" y="61"/>
                      <a:pt x="20" y="61"/>
                    </a:cubicBezTo>
                    <a:cubicBezTo>
                      <a:pt x="28" y="65"/>
                      <a:pt x="36" y="65"/>
                      <a:pt x="44" y="69"/>
                    </a:cubicBezTo>
                    <a:cubicBezTo>
                      <a:pt x="56" y="69"/>
                      <a:pt x="68" y="69"/>
                      <a:pt x="75" y="57"/>
                    </a:cubicBezTo>
                    <a:cubicBezTo>
                      <a:pt x="84" y="53"/>
                      <a:pt x="88" y="45"/>
                      <a:pt x="88" y="33"/>
                    </a:cubicBezTo>
                    <a:cubicBezTo>
                      <a:pt x="88" y="26"/>
                      <a:pt x="84" y="18"/>
                      <a:pt x="75" y="9"/>
                    </a:cubicBezTo>
                    <a:cubicBezTo>
                      <a:pt x="70" y="4"/>
                      <a:pt x="62" y="0"/>
                      <a:pt x="54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46"/>
              <p:cNvSpPr/>
              <p:nvPr/>
            </p:nvSpPr>
            <p:spPr>
              <a:xfrm>
                <a:off x="3340385" y="2419879"/>
                <a:ext cx="2459" cy="2810"/>
              </a:xfrm>
              <a:custGeom>
                <a:rect b="b" l="l" r="r" t="t"/>
                <a:pathLst>
                  <a:path extrusionOk="0" h="64" w="56">
                    <a:moveTo>
                      <a:pt x="28" y="0"/>
                    </a:moveTo>
                    <a:cubicBezTo>
                      <a:pt x="12" y="0"/>
                      <a:pt x="0" y="16"/>
                      <a:pt x="4" y="29"/>
                    </a:cubicBezTo>
                    <a:cubicBezTo>
                      <a:pt x="4" y="36"/>
                      <a:pt x="8" y="44"/>
                      <a:pt x="12" y="52"/>
                    </a:cubicBezTo>
                    <a:cubicBezTo>
                      <a:pt x="14" y="60"/>
                      <a:pt x="21" y="64"/>
                      <a:pt x="28" y="64"/>
                    </a:cubicBezTo>
                    <a:cubicBezTo>
                      <a:pt x="35" y="64"/>
                      <a:pt x="42" y="60"/>
                      <a:pt x="44" y="52"/>
                    </a:cubicBezTo>
                    <a:cubicBezTo>
                      <a:pt x="44" y="44"/>
                      <a:pt x="48" y="36"/>
                      <a:pt x="51" y="29"/>
                    </a:cubicBezTo>
                    <a:cubicBezTo>
                      <a:pt x="55" y="16"/>
                      <a:pt x="44" y="0"/>
                      <a:pt x="28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46"/>
              <p:cNvSpPr/>
              <p:nvPr/>
            </p:nvSpPr>
            <p:spPr>
              <a:xfrm>
                <a:off x="3354215" y="2449866"/>
                <a:ext cx="2503" cy="4346"/>
              </a:xfrm>
              <a:custGeom>
                <a:rect b="b" l="l" r="r" t="t"/>
                <a:pathLst>
                  <a:path extrusionOk="0" h="99" w="57">
                    <a:moveTo>
                      <a:pt x="28" y="0"/>
                    </a:moveTo>
                    <a:cubicBezTo>
                      <a:pt x="18" y="0"/>
                      <a:pt x="7" y="8"/>
                      <a:pt x="4" y="24"/>
                    </a:cubicBezTo>
                    <a:cubicBezTo>
                      <a:pt x="4" y="40"/>
                      <a:pt x="4" y="56"/>
                      <a:pt x="1" y="71"/>
                    </a:cubicBezTo>
                    <a:cubicBezTo>
                      <a:pt x="1" y="84"/>
                      <a:pt x="17" y="99"/>
                      <a:pt x="28" y="99"/>
                    </a:cubicBezTo>
                    <a:cubicBezTo>
                      <a:pt x="40" y="99"/>
                      <a:pt x="57" y="84"/>
                      <a:pt x="57" y="71"/>
                    </a:cubicBezTo>
                    <a:cubicBezTo>
                      <a:pt x="52" y="56"/>
                      <a:pt x="52" y="40"/>
                      <a:pt x="48" y="24"/>
                    </a:cubicBezTo>
                    <a:cubicBezTo>
                      <a:pt x="48" y="8"/>
                      <a:pt x="38" y="0"/>
                      <a:pt x="28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46"/>
              <p:cNvSpPr/>
              <p:nvPr/>
            </p:nvSpPr>
            <p:spPr>
              <a:xfrm>
                <a:off x="3377484" y="2405874"/>
                <a:ext cx="2942" cy="3644"/>
              </a:xfrm>
              <a:custGeom>
                <a:rect b="b" l="l" r="r" t="t"/>
                <a:pathLst>
                  <a:path extrusionOk="0" h="83" w="67">
                    <a:moveTo>
                      <a:pt x="35" y="0"/>
                    </a:moveTo>
                    <a:cubicBezTo>
                      <a:pt x="24" y="0"/>
                      <a:pt x="12" y="8"/>
                      <a:pt x="8" y="20"/>
                    </a:cubicBezTo>
                    <a:cubicBezTo>
                      <a:pt x="8" y="28"/>
                      <a:pt x="4" y="35"/>
                      <a:pt x="4" y="44"/>
                    </a:cubicBezTo>
                    <a:cubicBezTo>
                      <a:pt x="0" y="51"/>
                      <a:pt x="4" y="64"/>
                      <a:pt x="12" y="71"/>
                    </a:cubicBezTo>
                    <a:cubicBezTo>
                      <a:pt x="19" y="79"/>
                      <a:pt x="24" y="83"/>
                      <a:pt x="35" y="83"/>
                    </a:cubicBezTo>
                    <a:cubicBezTo>
                      <a:pt x="43" y="83"/>
                      <a:pt x="51" y="79"/>
                      <a:pt x="55" y="71"/>
                    </a:cubicBezTo>
                    <a:cubicBezTo>
                      <a:pt x="63" y="64"/>
                      <a:pt x="66" y="55"/>
                      <a:pt x="63" y="44"/>
                    </a:cubicBezTo>
                    <a:cubicBezTo>
                      <a:pt x="63" y="35"/>
                      <a:pt x="59" y="28"/>
                      <a:pt x="59" y="20"/>
                    </a:cubicBezTo>
                    <a:cubicBezTo>
                      <a:pt x="59" y="8"/>
                      <a:pt x="43" y="0"/>
                      <a:pt x="35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46"/>
              <p:cNvSpPr/>
              <p:nvPr/>
            </p:nvSpPr>
            <p:spPr>
              <a:xfrm>
                <a:off x="3388373" y="2416587"/>
                <a:ext cx="4522" cy="3029"/>
              </a:xfrm>
              <a:custGeom>
                <a:rect b="b" l="l" r="r" t="t"/>
                <a:pathLst>
                  <a:path extrusionOk="0" h="69" w="103">
                    <a:moveTo>
                      <a:pt x="29" y="0"/>
                    </a:moveTo>
                    <a:cubicBezTo>
                      <a:pt x="25" y="0"/>
                      <a:pt x="20" y="2"/>
                      <a:pt x="16" y="4"/>
                    </a:cubicBezTo>
                    <a:cubicBezTo>
                      <a:pt x="4" y="17"/>
                      <a:pt x="0" y="33"/>
                      <a:pt x="13" y="44"/>
                    </a:cubicBezTo>
                    <a:cubicBezTo>
                      <a:pt x="26" y="58"/>
                      <a:pt x="45" y="69"/>
                      <a:pt x="68" y="69"/>
                    </a:cubicBezTo>
                    <a:cubicBezTo>
                      <a:pt x="72" y="69"/>
                      <a:pt x="75" y="68"/>
                      <a:pt x="79" y="68"/>
                    </a:cubicBezTo>
                    <a:cubicBezTo>
                      <a:pt x="103" y="68"/>
                      <a:pt x="103" y="33"/>
                      <a:pt x="79" y="33"/>
                    </a:cubicBezTo>
                    <a:cubicBezTo>
                      <a:pt x="68" y="28"/>
                      <a:pt x="55" y="24"/>
                      <a:pt x="51" y="13"/>
                    </a:cubicBezTo>
                    <a:cubicBezTo>
                      <a:pt x="47" y="5"/>
                      <a:pt x="38" y="0"/>
                      <a:pt x="29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46"/>
              <p:cNvSpPr/>
              <p:nvPr/>
            </p:nvSpPr>
            <p:spPr>
              <a:xfrm>
                <a:off x="3412608" y="2456978"/>
                <a:ext cx="9791" cy="2810"/>
              </a:xfrm>
              <a:custGeom>
                <a:rect b="b" l="l" r="r" t="t"/>
                <a:pathLst>
                  <a:path extrusionOk="0" h="64" w="223">
                    <a:moveTo>
                      <a:pt x="186" y="0"/>
                    </a:moveTo>
                    <a:cubicBezTo>
                      <a:pt x="185" y="0"/>
                      <a:pt x="183" y="0"/>
                      <a:pt x="182" y="0"/>
                    </a:cubicBezTo>
                    <a:cubicBezTo>
                      <a:pt x="135" y="0"/>
                      <a:pt x="84" y="4"/>
                      <a:pt x="37" y="4"/>
                    </a:cubicBezTo>
                    <a:cubicBezTo>
                      <a:pt x="1" y="4"/>
                      <a:pt x="1" y="55"/>
                      <a:pt x="37" y="55"/>
                    </a:cubicBezTo>
                    <a:cubicBezTo>
                      <a:pt x="84" y="60"/>
                      <a:pt x="135" y="60"/>
                      <a:pt x="182" y="64"/>
                    </a:cubicBezTo>
                    <a:cubicBezTo>
                      <a:pt x="221" y="64"/>
                      <a:pt x="222" y="0"/>
                      <a:pt x="186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46"/>
              <p:cNvSpPr/>
              <p:nvPr/>
            </p:nvSpPr>
            <p:spPr>
              <a:xfrm>
                <a:off x="3359571" y="2439987"/>
                <a:ext cx="263" cy="220"/>
              </a:xfrm>
              <a:custGeom>
                <a:rect b="b" l="l" r="r" t="t"/>
                <a:pathLst>
                  <a:path extrusionOk="0" h="5" w="6">
                    <a:moveTo>
                      <a:pt x="6" y="1"/>
                    </a:moveTo>
                    <a:cubicBezTo>
                      <a:pt x="1" y="1"/>
                      <a:pt x="1" y="5"/>
                      <a:pt x="6" y="5"/>
                    </a:cubicBezTo>
                    <a:lnTo>
                      <a:pt x="6" y="1"/>
                    </a:ln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46"/>
              <p:cNvSpPr/>
              <p:nvPr/>
            </p:nvSpPr>
            <p:spPr>
              <a:xfrm>
                <a:off x="3392412" y="2389059"/>
                <a:ext cx="18704" cy="2985"/>
              </a:xfrm>
              <a:custGeom>
                <a:rect b="b" l="l" r="r" t="t"/>
                <a:pathLst>
                  <a:path extrusionOk="0" h="68" w="426">
                    <a:moveTo>
                      <a:pt x="398" y="1"/>
                    </a:moveTo>
                    <a:cubicBezTo>
                      <a:pt x="280" y="1"/>
                      <a:pt x="157" y="8"/>
                      <a:pt x="34" y="20"/>
                    </a:cubicBezTo>
                    <a:cubicBezTo>
                      <a:pt x="1" y="24"/>
                      <a:pt x="6" y="68"/>
                      <a:pt x="39" y="68"/>
                    </a:cubicBezTo>
                    <a:cubicBezTo>
                      <a:pt x="40" y="68"/>
                      <a:pt x="41" y="68"/>
                      <a:pt x="43" y="68"/>
                    </a:cubicBezTo>
                    <a:cubicBezTo>
                      <a:pt x="161" y="52"/>
                      <a:pt x="280" y="44"/>
                      <a:pt x="398" y="39"/>
                    </a:cubicBezTo>
                    <a:cubicBezTo>
                      <a:pt x="425" y="39"/>
                      <a:pt x="425" y="1"/>
                      <a:pt x="398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46"/>
              <p:cNvSpPr/>
              <p:nvPr/>
            </p:nvSpPr>
            <p:spPr>
              <a:xfrm>
                <a:off x="3441059" y="2400957"/>
                <a:ext cx="2766" cy="4698"/>
              </a:xfrm>
              <a:custGeom>
                <a:rect b="b" l="l" r="r" t="t"/>
                <a:pathLst>
                  <a:path extrusionOk="0" h="107" w="63">
                    <a:moveTo>
                      <a:pt x="21" y="1"/>
                    </a:moveTo>
                    <a:cubicBezTo>
                      <a:pt x="10" y="1"/>
                      <a:pt x="0" y="12"/>
                      <a:pt x="8" y="25"/>
                    </a:cubicBezTo>
                    <a:cubicBezTo>
                      <a:pt x="20" y="45"/>
                      <a:pt x="28" y="65"/>
                      <a:pt x="28" y="88"/>
                    </a:cubicBezTo>
                    <a:cubicBezTo>
                      <a:pt x="30" y="100"/>
                      <a:pt x="38" y="106"/>
                      <a:pt x="47" y="106"/>
                    </a:cubicBezTo>
                    <a:cubicBezTo>
                      <a:pt x="55" y="106"/>
                      <a:pt x="63" y="100"/>
                      <a:pt x="63" y="88"/>
                    </a:cubicBezTo>
                    <a:cubicBezTo>
                      <a:pt x="59" y="61"/>
                      <a:pt x="52" y="34"/>
                      <a:pt x="35" y="10"/>
                    </a:cubicBezTo>
                    <a:cubicBezTo>
                      <a:pt x="32" y="3"/>
                      <a:pt x="26" y="1"/>
                      <a:pt x="21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46"/>
              <p:cNvSpPr/>
              <p:nvPr/>
            </p:nvSpPr>
            <p:spPr>
              <a:xfrm>
                <a:off x="3428019" y="2510233"/>
                <a:ext cx="5093" cy="5620"/>
              </a:xfrm>
              <a:custGeom>
                <a:rect b="b" l="l" r="r" t="t"/>
                <a:pathLst>
                  <a:path extrusionOk="0" h="128" w="116">
                    <a:moveTo>
                      <a:pt x="73" y="1"/>
                    </a:moveTo>
                    <a:cubicBezTo>
                      <a:pt x="65" y="1"/>
                      <a:pt x="57" y="4"/>
                      <a:pt x="52" y="11"/>
                    </a:cubicBezTo>
                    <a:cubicBezTo>
                      <a:pt x="25" y="35"/>
                      <a:pt x="1" y="70"/>
                      <a:pt x="5" y="109"/>
                    </a:cubicBezTo>
                    <a:cubicBezTo>
                      <a:pt x="5" y="121"/>
                      <a:pt x="16" y="128"/>
                      <a:pt x="27" y="128"/>
                    </a:cubicBezTo>
                    <a:cubicBezTo>
                      <a:pt x="36" y="128"/>
                      <a:pt x="45" y="124"/>
                      <a:pt x="48" y="113"/>
                    </a:cubicBezTo>
                    <a:cubicBezTo>
                      <a:pt x="52" y="90"/>
                      <a:pt x="72" y="73"/>
                      <a:pt x="92" y="62"/>
                    </a:cubicBezTo>
                    <a:cubicBezTo>
                      <a:pt x="112" y="55"/>
                      <a:pt x="116" y="31"/>
                      <a:pt x="104" y="15"/>
                    </a:cubicBezTo>
                    <a:cubicBezTo>
                      <a:pt x="95" y="6"/>
                      <a:pt x="84" y="1"/>
                      <a:pt x="73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46"/>
              <p:cNvSpPr/>
              <p:nvPr/>
            </p:nvSpPr>
            <p:spPr>
              <a:xfrm>
                <a:off x="3368616" y="2536970"/>
                <a:ext cx="9396" cy="5663"/>
              </a:xfrm>
              <a:custGeom>
                <a:rect b="b" l="l" r="r" t="t"/>
                <a:pathLst>
                  <a:path extrusionOk="0" h="129" w="214">
                    <a:moveTo>
                      <a:pt x="39" y="0"/>
                    </a:moveTo>
                    <a:cubicBezTo>
                      <a:pt x="16" y="0"/>
                      <a:pt x="1" y="34"/>
                      <a:pt x="20" y="56"/>
                    </a:cubicBezTo>
                    <a:cubicBezTo>
                      <a:pt x="52" y="96"/>
                      <a:pt x="99" y="124"/>
                      <a:pt x="150" y="127"/>
                    </a:cubicBezTo>
                    <a:cubicBezTo>
                      <a:pt x="154" y="128"/>
                      <a:pt x="158" y="128"/>
                      <a:pt x="162" y="128"/>
                    </a:cubicBezTo>
                    <a:cubicBezTo>
                      <a:pt x="186" y="128"/>
                      <a:pt x="206" y="116"/>
                      <a:pt x="210" y="89"/>
                    </a:cubicBezTo>
                    <a:cubicBezTo>
                      <a:pt x="213" y="66"/>
                      <a:pt x="196" y="32"/>
                      <a:pt x="167" y="32"/>
                    </a:cubicBezTo>
                    <a:cubicBezTo>
                      <a:pt x="165" y="32"/>
                      <a:pt x="164" y="33"/>
                      <a:pt x="162" y="33"/>
                    </a:cubicBezTo>
                    <a:cubicBezTo>
                      <a:pt x="155" y="34"/>
                      <a:pt x="149" y="34"/>
                      <a:pt x="142" y="34"/>
                    </a:cubicBezTo>
                    <a:cubicBezTo>
                      <a:pt x="111" y="34"/>
                      <a:pt x="85" y="25"/>
                      <a:pt x="55" y="5"/>
                    </a:cubicBezTo>
                    <a:cubicBezTo>
                      <a:pt x="50" y="2"/>
                      <a:pt x="44" y="0"/>
                      <a:pt x="39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46"/>
              <p:cNvSpPr/>
              <p:nvPr/>
            </p:nvSpPr>
            <p:spPr>
              <a:xfrm>
                <a:off x="3351800" y="2544697"/>
                <a:ext cx="6147" cy="3293"/>
              </a:xfrm>
              <a:custGeom>
                <a:rect b="b" l="l" r="r" t="t"/>
                <a:pathLst>
                  <a:path extrusionOk="0" h="75" w="140">
                    <a:moveTo>
                      <a:pt x="36" y="0"/>
                    </a:moveTo>
                    <a:cubicBezTo>
                      <a:pt x="26" y="0"/>
                      <a:pt x="14" y="7"/>
                      <a:pt x="8" y="15"/>
                    </a:cubicBezTo>
                    <a:cubicBezTo>
                      <a:pt x="1" y="27"/>
                      <a:pt x="5" y="46"/>
                      <a:pt x="21" y="55"/>
                    </a:cubicBezTo>
                    <a:cubicBezTo>
                      <a:pt x="48" y="66"/>
                      <a:pt x="76" y="75"/>
                      <a:pt x="107" y="75"/>
                    </a:cubicBezTo>
                    <a:cubicBezTo>
                      <a:pt x="131" y="75"/>
                      <a:pt x="139" y="35"/>
                      <a:pt x="115" y="31"/>
                    </a:cubicBezTo>
                    <a:cubicBezTo>
                      <a:pt x="88" y="27"/>
                      <a:pt x="68" y="19"/>
                      <a:pt x="48" y="4"/>
                    </a:cubicBezTo>
                    <a:cubicBezTo>
                      <a:pt x="45" y="1"/>
                      <a:pt x="41" y="0"/>
                      <a:pt x="36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46"/>
              <p:cNvSpPr/>
              <p:nvPr/>
            </p:nvSpPr>
            <p:spPr>
              <a:xfrm>
                <a:off x="3393378" y="2552907"/>
                <a:ext cx="12206" cy="7507"/>
              </a:xfrm>
              <a:custGeom>
                <a:rect b="b" l="l" r="r" t="t"/>
                <a:pathLst>
                  <a:path extrusionOk="0" h="171" w="278">
                    <a:moveTo>
                      <a:pt x="237" y="1"/>
                    </a:moveTo>
                    <a:cubicBezTo>
                      <a:pt x="216" y="1"/>
                      <a:pt x="193" y="18"/>
                      <a:pt x="198" y="45"/>
                    </a:cubicBezTo>
                    <a:cubicBezTo>
                      <a:pt x="202" y="81"/>
                      <a:pt x="159" y="88"/>
                      <a:pt x="135" y="92"/>
                    </a:cubicBezTo>
                    <a:cubicBezTo>
                      <a:pt x="99" y="96"/>
                      <a:pt x="64" y="101"/>
                      <a:pt x="28" y="105"/>
                    </a:cubicBezTo>
                    <a:cubicBezTo>
                      <a:pt x="1" y="108"/>
                      <a:pt x="1" y="156"/>
                      <a:pt x="28" y="163"/>
                    </a:cubicBezTo>
                    <a:cubicBezTo>
                      <a:pt x="54" y="167"/>
                      <a:pt x="79" y="170"/>
                      <a:pt x="104" y="170"/>
                    </a:cubicBezTo>
                    <a:cubicBezTo>
                      <a:pt x="132" y="170"/>
                      <a:pt x="161" y="166"/>
                      <a:pt x="190" y="156"/>
                    </a:cubicBezTo>
                    <a:cubicBezTo>
                      <a:pt x="249" y="136"/>
                      <a:pt x="277" y="88"/>
                      <a:pt x="265" y="25"/>
                    </a:cubicBezTo>
                    <a:cubicBezTo>
                      <a:pt x="262" y="8"/>
                      <a:pt x="250" y="1"/>
                      <a:pt x="237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46"/>
              <p:cNvSpPr/>
              <p:nvPr/>
            </p:nvSpPr>
            <p:spPr>
              <a:xfrm>
                <a:off x="3337926" y="2517828"/>
                <a:ext cx="5269" cy="4610"/>
              </a:xfrm>
              <a:custGeom>
                <a:rect b="b" l="l" r="r" t="t"/>
                <a:pathLst>
                  <a:path extrusionOk="0" h="105" w="120">
                    <a:moveTo>
                      <a:pt x="80" y="1"/>
                    </a:moveTo>
                    <a:cubicBezTo>
                      <a:pt x="73" y="1"/>
                      <a:pt x="66" y="4"/>
                      <a:pt x="60" y="11"/>
                    </a:cubicBezTo>
                    <a:cubicBezTo>
                      <a:pt x="44" y="27"/>
                      <a:pt x="33" y="47"/>
                      <a:pt x="17" y="62"/>
                    </a:cubicBezTo>
                    <a:cubicBezTo>
                      <a:pt x="1" y="81"/>
                      <a:pt x="17" y="105"/>
                      <a:pt x="36" y="105"/>
                    </a:cubicBezTo>
                    <a:cubicBezTo>
                      <a:pt x="42" y="105"/>
                      <a:pt x="47" y="103"/>
                      <a:pt x="53" y="98"/>
                    </a:cubicBezTo>
                    <a:cubicBezTo>
                      <a:pt x="68" y="82"/>
                      <a:pt x="88" y="71"/>
                      <a:pt x="104" y="55"/>
                    </a:cubicBezTo>
                    <a:cubicBezTo>
                      <a:pt x="120" y="43"/>
                      <a:pt x="115" y="19"/>
                      <a:pt x="104" y="11"/>
                    </a:cubicBezTo>
                    <a:cubicBezTo>
                      <a:pt x="97" y="5"/>
                      <a:pt x="88" y="1"/>
                      <a:pt x="80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46"/>
              <p:cNvSpPr/>
              <p:nvPr/>
            </p:nvSpPr>
            <p:spPr>
              <a:xfrm>
                <a:off x="3349780" y="2550580"/>
                <a:ext cx="8649" cy="2810"/>
              </a:xfrm>
              <a:custGeom>
                <a:rect b="b" l="l" r="r" t="t"/>
                <a:pathLst>
                  <a:path extrusionOk="0" h="64" w="197">
                    <a:moveTo>
                      <a:pt x="152" y="0"/>
                    </a:moveTo>
                    <a:cubicBezTo>
                      <a:pt x="111" y="0"/>
                      <a:pt x="72" y="16"/>
                      <a:pt x="31" y="19"/>
                    </a:cubicBezTo>
                    <a:cubicBezTo>
                      <a:pt x="1" y="23"/>
                      <a:pt x="6" y="63"/>
                      <a:pt x="35" y="63"/>
                    </a:cubicBezTo>
                    <a:cubicBezTo>
                      <a:pt x="37" y="63"/>
                      <a:pt x="38" y="63"/>
                      <a:pt x="39" y="63"/>
                    </a:cubicBezTo>
                    <a:cubicBezTo>
                      <a:pt x="83" y="51"/>
                      <a:pt x="123" y="30"/>
                      <a:pt x="166" y="30"/>
                    </a:cubicBezTo>
                    <a:cubicBezTo>
                      <a:pt x="170" y="30"/>
                      <a:pt x="173" y="30"/>
                      <a:pt x="177" y="31"/>
                    </a:cubicBezTo>
                    <a:cubicBezTo>
                      <a:pt x="193" y="31"/>
                      <a:pt x="196" y="3"/>
                      <a:pt x="181" y="3"/>
                    </a:cubicBezTo>
                    <a:cubicBezTo>
                      <a:pt x="171" y="1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46"/>
              <p:cNvSpPr/>
              <p:nvPr/>
            </p:nvSpPr>
            <p:spPr>
              <a:xfrm>
                <a:off x="3407384" y="2519540"/>
                <a:ext cx="15938" cy="13917"/>
              </a:xfrm>
              <a:custGeom>
                <a:rect b="b" l="l" r="r" t="t"/>
                <a:pathLst>
                  <a:path extrusionOk="0" h="317" w="363">
                    <a:moveTo>
                      <a:pt x="301" y="1"/>
                    </a:moveTo>
                    <a:cubicBezTo>
                      <a:pt x="292" y="1"/>
                      <a:pt x="283" y="4"/>
                      <a:pt x="274" y="12"/>
                    </a:cubicBezTo>
                    <a:cubicBezTo>
                      <a:pt x="187" y="94"/>
                      <a:pt x="88" y="169"/>
                      <a:pt x="13" y="264"/>
                    </a:cubicBezTo>
                    <a:cubicBezTo>
                      <a:pt x="0" y="283"/>
                      <a:pt x="14" y="316"/>
                      <a:pt x="34" y="316"/>
                    </a:cubicBezTo>
                    <a:cubicBezTo>
                      <a:pt x="39" y="316"/>
                      <a:pt x="44" y="315"/>
                      <a:pt x="48" y="311"/>
                    </a:cubicBezTo>
                    <a:cubicBezTo>
                      <a:pt x="148" y="237"/>
                      <a:pt x="238" y="150"/>
                      <a:pt x="329" y="71"/>
                    </a:cubicBezTo>
                    <a:cubicBezTo>
                      <a:pt x="363" y="43"/>
                      <a:pt x="334" y="1"/>
                      <a:pt x="301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46"/>
              <p:cNvSpPr/>
              <p:nvPr/>
            </p:nvSpPr>
            <p:spPr>
              <a:xfrm>
                <a:off x="3359791" y="2649978"/>
                <a:ext cx="5927" cy="5576"/>
              </a:xfrm>
              <a:custGeom>
                <a:rect b="b" l="l" r="r" t="t"/>
                <a:pathLst>
                  <a:path extrusionOk="0" h="127" w="135">
                    <a:moveTo>
                      <a:pt x="72" y="1"/>
                    </a:moveTo>
                    <a:cubicBezTo>
                      <a:pt x="59" y="1"/>
                      <a:pt x="52" y="5"/>
                      <a:pt x="39" y="9"/>
                    </a:cubicBezTo>
                    <a:cubicBezTo>
                      <a:pt x="36" y="16"/>
                      <a:pt x="28" y="21"/>
                      <a:pt x="24" y="25"/>
                    </a:cubicBezTo>
                    <a:cubicBezTo>
                      <a:pt x="16" y="28"/>
                      <a:pt x="8" y="32"/>
                      <a:pt x="4" y="40"/>
                    </a:cubicBezTo>
                    <a:cubicBezTo>
                      <a:pt x="1" y="48"/>
                      <a:pt x="1" y="56"/>
                      <a:pt x="1" y="63"/>
                    </a:cubicBezTo>
                    <a:cubicBezTo>
                      <a:pt x="1" y="72"/>
                      <a:pt x="1" y="80"/>
                      <a:pt x="4" y="87"/>
                    </a:cubicBezTo>
                    <a:cubicBezTo>
                      <a:pt x="8" y="96"/>
                      <a:pt x="16" y="103"/>
                      <a:pt x="24" y="107"/>
                    </a:cubicBezTo>
                    <a:cubicBezTo>
                      <a:pt x="28" y="111"/>
                      <a:pt x="36" y="116"/>
                      <a:pt x="39" y="119"/>
                    </a:cubicBezTo>
                    <a:cubicBezTo>
                      <a:pt x="52" y="123"/>
                      <a:pt x="59" y="127"/>
                      <a:pt x="72" y="127"/>
                    </a:cubicBezTo>
                    <a:cubicBezTo>
                      <a:pt x="83" y="127"/>
                      <a:pt x="95" y="123"/>
                      <a:pt x="103" y="119"/>
                    </a:cubicBezTo>
                    <a:cubicBezTo>
                      <a:pt x="123" y="107"/>
                      <a:pt x="134" y="87"/>
                      <a:pt x="134" y="63"/>
                    </a:cubicBezTo>
                    <a:cubicBezTo>
                      <a:pt x="134" y="44"/>
                      <a:pt x="123" y="21"/>
                      <a:pt x="103" y="9"/>
                    </a:cubicBezTo>
                    <a:cubicBezTo>
                      <a:pt x="95" y="5"/>
                      <a:pt x="83" y="1"/>
                      <a:pt x="72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46"/>
              <p:cNvSpPr/>
              <p:nvPr/>
            </p:nvSpPr>
            <p:spPr>
              <a:xfrm>
                <a:off x="3289587" y="2670349"/>
                <a:ext cx="4215" cy="3424"/>
              </a:xfrm>
              <a:custGeom>
                <a:rect b="b" l="l" r="r" t="t"/>
                <a:pathLst>
                  <a:path extrusionOk="0" h="78" w="96">
                    <a:moveTo>
                      <a:pt x="39" y="1"/>
                    </a:moveTo>
                    <a:cubicBezTo>
                      <a:pt x="18" y="1"/>
                      <a:pt x="1" y="17"/>
                      <a:pt x="1" y="38"/>
                    </a:cubicBezTo>
                    <a:cubicBezTo>
                      <a:pt x="1" y="62"/>
                      <a:pt x="19" y="77"/>
                      <a:pt x="41" y="77"/>
                    </a:cubicBezTo>
                    <a:cubicBezTo>
                      <a:pt x="47" y="77"/>
                      <a:pt x="54" y="76"/>
                      <a:pt x="60" y="73"/>
                    </a:cubicBezTo>
                    <a:cubicBezTo>
                      <a:pt x="64" y="69"/>
                      <a:pt x="72" y="65"/>
                      <a:pt x="76" y="62"/>
                    </a:cubicBezTo>
                    <a:cubicBezTo>
                      <a:pt x="96" y="54"/>
                      <a:pt x="96" y="26"/>
                      <a:pt x="76" y="14"/>
                    </a:cubicBezTo>
                    <a:cubicBezTo>
                      <a:pt x="72" y="14"/>
                      <a:pt x="64" y="11"/>
                      <a:pt x="60" y="7"/>
                    </a:cubicBezTo>
                    <a:cubicBezTo>
                      <a:pt x="53" y="3"/>
                      <a:pt x="46" y="1"/>
                      <a:pt x="39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46"/>
              <p:cNvSpPr/>
              <p:nvPr/>
            </p:nvSpPr>
            <p:spPr>
              <a:xfrm>
                <a:off x="3371557" y="2334399"/>
                <a:ext cx="38812" cy="10317"/>
              </a:xfrm>
              <a:custGeom>
                <a:rect b="b" l="l" r="r" t="t"/>
                <a:pathLst>
                  <a:path extrusionOk="0" h="235" w="884">
                    <a:moveTo>
                      <a:pt x="473" y="0"/>
                    </a:moveTo>
                    <a:cubicBezTo>
                      <a:pt x="462" y="0"/>
                      <a:pt x="450" y="1"/>
                      <a:pt x="438" y="2"/>
                    </a:cubicBezTo>
                    <a:cubicBezTo>
                      <a:pt x="281" y="18"/>
                      <a:pt x="178" y="191"/>
                      <a:pt x="24" y="200"/>
                    </a:cubicBezTo>
                    <a:cubicBezTo>
                      <a:pt x="1" y="204"/>
                      <a:pt x="1" y="235"/>
                      <a:pt x="24" y="235"/>
                    </a:cubicBezTo>
                    <a:cubicBezTo>
                      <a:pt x="135" y="231"/>
                      <a:pt x="214" y="144"/>
                      <a:pt x="312" y="97"/>
                    </a:cubicBezTo>
                    <a:cubicBezTo>
                      <a:pt x="365" y="68"/>
                      <a:pt x="416" y="58"/>
                      <a:pt x="467" y="58"/>
                    </a:cubicBezTo>
                    <a:cubicBezTo>
                      <a:pt x="592" y="58"/>
                      <a:pt x="713" y="123"/>
                      <a:pt x="846" y="140"/>
                    </a:cubicBezTo>
                    <a:cubicBezTo>
                      <a:pt x="847" y="140"/>
                      <a:pt x="848" y="140"/>
                      <a:pt x="849" y="140"/>
                    </a:cubicBezTo>
                    <a:cubicBezTo>
                      <a:pt x="874" y="140"/>
                      <a:pt x="883" y="105"/>
                      <a:pt x="857" y="100"/>
                    </a:cubicBezTo>
                    <a:cubicBezTo>
                      <a:pt x="726" y="75"/>
                      <a:pt x="606" y="0"/>
                      <a:pt x="473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46"/>
              <p:cNvSpPr/>
              <p:nvPr/>
            </p:nvSpPr>
            <p:spPr>
              <a:xfrm>
                <a:off x="3436580" y="2347482"/>
                <a:ext cx="3995" cy="3556"/>
              </a:xfrm>
              <a:custGeom>
                <a:rect b="b" l="l" r="r" t="t"/>
                <a:pathLst>
                  <a:path extrusionOk="0" h="81" w="91">
                    <a:moveTo>
                      <a:pt x="28" y="0"/>
                    </a:moveTo>
                    <a:cubicBezTo>
                      <a:pt x="10" y="0"/>
                      <a:pt x="0" y="28"/>
                      <a:pt x="23" y="35"/>
                    </a:cubicBezTo>
                    <a:cubicBezTo>
                      <a:pt x="43" y="39"/>
                      <a:pt x="55" y="48"/>
                      <a:pt x="63" y="71"/>
                    </a:cubicBezTo>
                    <a:cubicBezTo>
                      <a:pt x="63" y="77"/>
                      <a:pt x="67" y="80"/>
                      <a:pt x="72" y="80"/>
                    </a:cubicBezTo>
                    <a:cubicBezTo>
                      <a:pt x="74" y="80"/>
                      <a:pt x="76" y="80"/>
                      <a:pt x="79" y="79"/>
                    </a:cubicBezTo>
                    <a:cubicBezTo>
                      <a:pt x="86" y="79"/>
                      <a:pt x="90" y="71"/>
                      <a:pt x="90" y="63"/>
                    </a:cubicBezTo>
                    <a:cubicBezTo>
                      <a:pt x="82" y="32"/>
                      <a:pt x="63" y="8"/>
                      <a:pt x="31" y="0"/>
                    </a:cubicBezTo>
                    <a:cubicBezTo>
                      <a:pt x="30" y="0"/>
                      <a:pt x="29" y="0"/>
                      <a:pt x="28" y="0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46"/>
              <p:cNvSpPr/>
              <p:nvPr/>
            </p:nvSpPr>
            <p:spPr>
              <a:xfrm>
                <a:off x="3407296" y="2444114"/>
                <a:ext cx="12601" cy="5839"/>
              </a:xfrm>
              <a:custGeom>
                <a:rect b="b" l="l" r="r" t="t"/>
                <a:pathLst>
                  <a:path extrusionOk="0" h="133" w="287">
                    <a:moveTo>
                      <a:pt x="12" y="1"/>
                    </a:moveTo>
                    <a:cubicBezTo>
                      <a:pt x="2" y="1"/>
                      <a:pt x="1" y="13"/>
                      <a:pt x="12" y="13"/>
                    </a:cubicBezTo>
                    <a:cubicBezTo>
                      <a:pt x="103" y="40"/>
                      <a:pt x="205" y="60"/>
                      <a:pt x="276" y="131"/>
                    </a:cubicBezTo>
                    <a:cubicBezTo>
                      <a:pt x="277" y="132"/>
                      <a:pt x="278" y="133"/>
                      <a:pt x="279" y="133"/>
                    </a:cubicBezTo>
                    <a:cubicBezTo>
                      <a:pt x="283" y="133"/>
                      <a:pt x="286" y="129"/>
                      <a:pt x="283" y="124"/>
                    </a:cubicBezTo>
                    <a:cubicBezTo>
                      <a:pt x="212" y="53"/>
                      <a:pt x="110" y="29"/>
                      <a:pt x="15" y="1"/>
                    </a:cubicBezTo>
                    <a:cubicBezTo>
                      <a:pt x="14" y="1"/>
                      <a:pt x="13" y="1"/>
                      <a:pt x="12" y="1"/>
                    </a:cubicBezTo>
                    <a:close/>
                  </a:path>
                </a:pathLst>
              </a:custGeom>
              <a:solidFill>
                <a:srgbClr val="F7AD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46"/>
              <p:cNvSpPr/>
              <p:nvPr/>
            </p:nvSpPr>
            <p:spPr>
              <a:xfrm>
                <a:off x="3407779" y="2320438"/>
                <a:ext cx="3161" cy="3073"/>
              </a:xfrm>
              <a:custGeom>
                <a:rect b="b" l="l" r="r" t="t"/>
                <a:pathLst>
                  <a:path extrusionOk="0" h="70" w="72">
                    <a:moveTo>
                      <a:pt x="24" y="1"/>
                    </a:moveTo>
                    <a:cubicBezTo>
                      <a:pt x="21" y="1"/>
                      <a:pt x="12" y="4"/>
                      <a:pt x="8" y="8"/>
                    </a:cubicBezTo>
                    <a:cubicBezTo>
                      <a:pt x="4" y="12"/>
                      <a:pt x="1" y="21"/>
                      <a:pt x="1" y="24"/>
                    </a:cubicBezTo>
                    <a:cubicBezTo>
                      <a:pt x="1" y="36"/>
                      <a:pt x="4" y="40"/>
                      <a:pt x="12" y="48"/>
                    </a:cubicBezTo>
                    <a:cubicBezTo>
                      <a:pt x="21" y="52"/>
                      <a:pt x="32" y="59"/>
                      <a:pt x="39" y="68"/>
                    </a:cubicBezTo>
                    <a:cubicBezTo>
                      <a:pt x="42" y="69"/>
                      <a:pt x="45" y="69"/>
                      <a:pt x="47" y="69"/>
                    </a:cubicBezTo>
                    <a:cubicBezTo>
                      <a:pt x="54" y="69"/>
                      <a:pt x="60" y="67"/>
                      <a:pt x="63" y="63"/>
                    </a:cubicBezTo>
                    <a:cubicBezTo>
                      <a:pt x="68" y="56"/>
                      <a:pt x="72" y="48"/>
                      <a:pt x="68" y="40"/>
                    </a:cubicBezTo>
                    <a:cubicBezTo>
                      <a:pt x="59" y="32"/>
                      <a:pt x="52" y="21"/>
                      <a:pt x="48" y="12"/>
                    </a:cubicBezTo>
                    <a:cubicBezTo>
                      <a:pt x="39" y="4"/>
                      <a:pt x="36" y="1"/>
                      <a:pt x="24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46"/>
              <p:cNvSpPr/>
              <p:nvPr/>
            </p:nvSpPr>
            <p:spPr>
              <a:xfrm>
                <a:off x="3453703" y="2348141"/>
                <a:ext cx="5225" cy="5224"/>
              </a:xfrm>
              <a:custGeom>
                <a:rect b="b" l="l" r="r" t="t"/>
                <a:pathLst>
                  <a:path extrusionOk="0" h="119" w="119">
                    <a:moveTo>
                      <a:pt x="51" y="1"/>
                    </a:moveTo>
                    <a:cubicBezTo>
                      <a:pt x="35" y="1"/>
                      <a:pt x="24" y="5"/>
                      <a:pt x="16" y="17"/>
                    </a:cubicBezTo>
                    <a:cubicBezTo>
                      <a:pt x="4" y="24"/>
                      <a:pt x="0" y="37"/>
                      <a:pt x="0" y="53"/>
                    </a:cubicBezTo>
                    <a:cubicBezTo>
                      <a:pt x="0" y="68"/>
                      <a:pt x="8" y="84"/>
                      <a:pt x="24" y="95"/>
                    </a:cubicBezTo>
                    <a:cubicBezTo>
                      <a:pt x="35" y="100"/>
                      <a:pt x="44" y="108"/>
                      <a:pt x="51" y="111"/>
                    </a:cubicBezTo>
                    <a:cubicBezTo>
                      <a:pt x="55" y="115"/>
                      <a:pt x="59" y="115"/>
                      <a:pt x="64" y="119"/>
                    </a:cubicBezTo>
                    <a:lnTo>
                      <a:pt x="79" y="119"/>
                    </a:lnTo>
                    <a:cubicBezTo>
                      <a:pt x="91" y="115"/>
                      <a:pt x="99" y="111"/>
                      <a:pt x="106" y="108"/>
                    </a:cubicBezTo>
                    <a:cubicBezTo>
                      <a:pt x="111" y="100"/>
                      <a:pt x="115" y="95"/>
                      <a:pt x="115" y="88"/>
                    </a:cubicBezTo>
                    <a:cubicBezTo>
                      <a:pt x="119" y="76"/>
                      <a:pt x="119" y="64"/>
                      <a:pt x="111" y="53"/>
                    </a:cubicBezTo>
                    <a:cubicBezTo>
                      <a:pt x="106" y="44"/>
                      <a:pt x="99" y="37"/>
                      <a:pt x="95" y="24"/>
                    </a:cubicBezTo>
                    <a:cubicBezTo>
                      <a:pt x="83" y="13"/>
                      <a:pt x="68" y="1"/>
                      <a:pt x="51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46"/>
              <p:cNvSpPr/>
              <p:nvPr/>
            </p:nvSpPr>
            <p:spPr>
              <a:xfrm>
                <a:off x="3426658" y="2282242"/>
                <a:ext cx="4390" cy="3644"/>
              </a:xfrm>
              <a:custGeom>
                <a:rect b="b" l="l" r="r" t="t"/>
                <a:pathLst>
                  <a:path extrusionOk="0" h="83" w="100">
                    <a:moveTo>
                      <a:pt x="57" y="1"/>
                    </a:moveTo>
                    <a:cubicBezTo>
                      <a:pt x="50" y="1"/>
                      <a:pt x="43" y="2"/>
                      <a:pt x="36" y="6"/>
                    </a:cubicBezTo>
                    <a:cubicBezTo>
                      <a:pt x="32" y="10"/>
                      <a:pt x="24" y="14"/>
                      <a:pt x="21" y="18"/>
                    </a:cubicBezTo>
                    <a:cubicBezTo>
                      <a:pt x="1" y="30"/>
                      <a:pt x="1" y="57"/>
                      <a:pt x="21" y="69"/>
                    </a:cubicBezTo>
                    <a:cubicBezTo>
                      <a:pt x="24" y="73"/>
                      <a:pt x="32" y="73"/>
                      <a:pt x="36" y="77"/>
                    </a:cubicBezTo>
                    <a:cubicBezTo>
                      <a:pt x="43" y="81"/>
                      <a:pt x="50" y="83"/>
                      <a:pt x="57" y="83"/>
                    </a:cubicBezTo>
                    <a:cubicBezTo>
                      <a:pt x="79" y="83"/>
                      <a:pt x="99" y="66"/>
                      <a:pt x="99" y="42"/>
                    </a:cubicBezTo>
                    <a:cubicBezTo>
                      <a:pt x="99" y="17"/>
                      <a:pt x="79" y="1"/>
                      <a:pt x="57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46"/>
              <p:cNvSpPr/>
              <p:nvPr/>
            </p:nvSpPr>
            <p:spPr>
              <a:xfrm>
                <a:off x="3406023" y="2314511"/>
                <a:ext cx="4390" cy="3380"/>
              </a:xfrm>
              <a:custGeom>
                <a:rect b="b" l="l" r="r" t="t"/>
                <a:pathLst>
                  <a:path extrusionOk="0" h="77" w="100">
                    <a:moveTo>
                      <a:pt x="35" y="0"/>
                    </a:moveTo>
                    <a:cubicBezTo>
                      <a:pt x="28" y="0"/>
                      <a:pt x="19" y="6"/>
                      <a:pt x="13" y="9"/>
                    </a:cubicBezTo>
                    <a:cubicBezTo>
                      <a:pt x="5" y="17"/>
                      <a:pt x="1" y="29"/>
                      <a:pt x="1" y="37"/>
                    </a:cubicBezTo>
                    <a:cubicBezTo>
                      <a:pt x="1" y="49"/>
                      <a:pt x="5" y="61"/>
                      <a:pt x="13" y="65"/>
                    </a:cubicBezTo>
                    <a:cubicBezTo>
                      <a:pt x="21" y="72"/>
                      <a:pt x="32" y="76"/>
                      <a:pt x="41" y="76"/>
                    </a:cubicBezTo>
                    <a:lnTo>
                      <a:pt x="64" y="76"/>
                    </a:lnTo>
                    <a:cubicBezTo>
                      <a:pt x="72" y="72"/>
                      <a:pt x="79" y="72"/>
                      <a:pt x="88" y="65"/>
                    </a:cubicBezTo>
                    <a:cubicBezTo>
                      <a:pt x="96" y="56"/>
                      <a:pt x="99" y="49"/>
                      <a:pt x="99" y="37"/>
                    </a:cubicBezTo>
                    <a:cubicBezTo>
                      <a:pt x="99" y="29"/>
                      <a:pt x="96" y="21"/>
                      <a:pt x="88" y="14"/>
                    </a:cubicBezTo>
                    <a:cubicBezTo>
                      <a:pt x="79" y="5"/>
                      <a:pt x="72" y="1"/>
                      <a:pt x="64" y="1"/>
                    </a:cubicBezTo>
                    <a:lnTo>
                      <a:pt x="41" y="1"/>
                    </a:lnTo>
                    <a:cubicBezTo>
                      <a:pt x="39" y="0"/>
                      <a:pt x="37" y="0"/>
                      <a:pt x="35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46"/>
              <p:cNvSpPr/>
              <p:nvPr/>
            </p:nvSpPr>
            <p:spPr>
              <a:xfrm>
                <a:off x="3422926" y="2332467"/>
                <a:ext cx="5708" cy="4390"/>
              </a:xfrm>
              <a:custGeom>
                <a:rect b="b" l="l" r="r" t="t"/>
                <a:pathLst>
                  <a:path extrusionOk="0" h="100" w="130">
                    <a:moveTo>
                      <a:pt x="23" y="1"/>
                    </a:moveTo>
                    <a:cubicBezTo>
                      <a:pt x="8" y="1"/>
                      <a:pt x="0" y="20"/>
                      <a:pt x="11" y="31"/>
                    </a:cubicBezTo>
                    <a:cubicBezTo>
                      <a:pt x="26" y="54"/>
                      <a:pt x="54" y="66"/>
                      <a:pt x="73" y="89"/>
                    </a:cubicBezTo>
                    <a:cubicBezTo>
                      <a:pt x="79" y="97"/>
                      <a:pt x="86" y="100"/>
                      <a:pt x="94" y="100"/>
                    </a:cubicBezTo>
                    <a:cubicBezTo>
                      <a:pt x="103" y="100"/>
                      <a:pt x="113" y="95"/>
                      <a:pt x="117" y="86"/>
                    </a:cubicBezTo>
                    <a:cubicBezTo>
                      <a:pt x="129" y="70"/>
                      <a:pt x="125" y="50"/>
                      <a:pt x="109" y="42"/>
                    </a:cubicBezTo>
                    <a:cubicBezTo>
                      <a:pt x="86" y="26"/>
                      <a:pt x="54" y="18"/>
                      <a:pt x="31" y="2"/>
                    </a:cubicBezTo>
                    <a:cubicBezTo>
                      <a:pt x="28" y="1"/>
                      <a:pt x="26" y="1"/>
                      <a:pt x="23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46"/>
              <p:cNvSpPr/>
              <p:nvPr/>
            </p:nvSpPr>
            <p:spPr>
              <a:xfrm>
                <a:off x="3405891" y="2283866"/>
                <a:ext cx="3468" cy="3337"/>
              </a:xfrm>
              <a:custGeom>
                <a:rect b="b" l="l" r="r" t="t"/>
                <a:pathLst>
                  <a:path extrusionOk="0" h="76" w="79">
                    <a:moveTo>
                      <a:pt x="45" y="0"/>
                    </a:moveTo>
                    <a:cubicBezTo>
                      <a:pt x="31" y="0"/>
                      <a:pt x="16" y="15"/>
                      <a:pt x="16" y="32"/>
                    </a:cubicBezTo>
                    <a:lnTo>
                      <a:pt x="16" y="35"/>
                    </a:lnTo>
                    <a:lnTo>
                      <a:pt x="16" y="35"/>
                    </a:lnTo>
                    <a:cubicBezTo>
                      <a:pt x="14" y="36"/>
                      <a:pt x="11" y="36"/>
                      <a:pt x="8" y="36"/>
                    </a:cubicBezTo>
                    <a:cubicBezTo>
                      <a:pt x="4" y="40"/>
                      <a:pt x="0" y="52"/>
                      <a:pt x="0" y="60"/>
                    </a:cubicBezTo>
                    <a:cubicBezTo>
                      <a:pt x="4" y="67"/>
                      <a:pt x="11" y="76"/>
                      <a:pt x="20" y="76"/>
                    </a:cubicBezTo>
                    <a:lnTo>
                      <a:pt x="40" y="76"/>
                    </a:lnTo>
                    <a:cubicBezTo>
                      <a:pt x="47" y="76"/>
                      <a:pt x="55" y="67"/>
                      <a:pt x="59" y="64"/>
                    </a:cubicBezTo>
                    <a:cubicBezTo>
                      <a:pt x="64" y="56"/>
                      <a:pt x="67" y="52"/>
                      <a:pt x="67" y="44"/>
                    </a:cubicBezTo>
                    <a:cubicBezTo>
                      <a:pt x="79" y="29"/>
                      <a:pt x="71" y="9"/>
                      <a:pt x="51" y="1"/>
                    </a:cubicBezTo>
                    <a:cubicBezTo>
                      <a:pt x="49" y="1"/>
                      <a:pt x="47" y="0"/>
                      <a:pt x="45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46"/>
              <p:cNvSpPr/>
              <p:nvPr/>
            </p:nvSpPr>
            <p:spPr>
              <a:xfrm>
                <a:off x="3363742" y="2349019"/>
                <a:ext cx="4215" cy="4127"/>
              </a:xfrm>
              <a:custGeom>
                <a:rect b="b" l="l" r="r" t="t"/>
                <a:pathLst>
                  <a:path extrusionOk="0" h="94" w="96">
                    <a:moveTo>
                      <a:pt x="29" y="0"/>
                    </a:moveTo>
                    <a:cubicBezTo>
                      <a:pt x="17" y="0"/>
                      <a:pt x="5" y="13"/>
                      <a:pt x="1" y="24"/>
                    </a:cubicBezTo>
                    <a:cubicBezTo>
                      <a:pt x="1" y="36"/>
                      <a:pt x="5" y="52"/>
                      <a:pt x="17" y="56"/>
                    </a:cubicBezTo>
                    <a:cubicBezTo>
                      <a:pt x="17" y="76"/>
                      <a:pt x="34" y="93"/>
                      <a:pt x="53" y="93"/>
                    </a:cubicBezTo>
                    <a:cubicBezTo>
                      <a:pt x="57" y="93"/>
                      <a:pt x="60" y="92"/>
                      <a:pt x="64" y="91"/>
                    </a:cubicBezTo>
                    <a:cubicBezTo>
                      <a:pt x="76" y="91"/>
                      <a:pt x="84" y="84"/>
                      <a:pt x="88" y="75"/>
                    </a:cubicBezTo>
                    <a:cubicBezTo>
                      <a:pt x="95" y="64"/>
                      <a:pt x="95" y="48"/>
                      <a:pt x="88" y="36"/>
                    </a:cubicBezTo>
                    <a:cubicBezTo>
                      <a:pt x="84" y="33"/>
                      <a:pt x="84" y="24"/>
                      <a:pt x="80" y="20"/>
                    </a:cubicBezTo>
                    <a:cubicBezTo>
                      <a:pt x="72" y="9"/>
                      <a:pt x="60" y="0"/>
                      <a:pt x="48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46"/>
              <p:cNvSpPr/>
              <p:nvPr/>
            </p:nvSpPr>
            <p:spPr>
              <a:xfrm>
                <a:off x="3359439" y="2426904"/>
                <a:ext cx="4873" cy="6015"/>
              </a:xfrm>
              <a:custGeom>
                <a:rect b="b" l="l" r="r" t="t"/>
                <a:pathLst>
                  <a:path extrusionOk="0" h="137" w="111">
                    <a:moveTo>
                      <a:pt x="56" y="1"/>
                    </a:moveTo>
                    <a:cubicBezTo>
                      <a:pt x="44" y="1"/>
                      <a:pt x="32" y="7"/>
                      <a:pt x="28" y="18"/>
                    </a:cubicBezTo>
                    <a:cubicBezTo>
                      <a:pt x="20" y="30"/>
                      <a:pt x="16" y="42"/>
                      <a:pt x="9" y="58"/>
                    </a:cubicBezTo>
                    <a:cubicBezTo>
                      <a:pt x="0" y="73"/>
                      <a:pt x="0" y="93"/>
                      <a:pt x="9" y="109"/>
                    </a:cubicBezTo>
                    <a:cubicBezTo>
                      <a:pt x="20" y="125"/>
                      <a:pt x="36" y="137"/>
                      <a:pt x="56" y="137"/>
                    </a:cubicBezTo>
                    <a:cubicBezTo>
                      <a:pt x="75" y="137"/>
                      <a:pt x="91" y="125"/>
                      <a:pt x="103" y="109"/>
                    </a:cubicBezTo>
                    <a:cubicBezTo>
                      <a:pt x="111" y="93"/>
                      <a:pt x="111" y="73"/>
                      <a:pt x="103" y="58"/>
                    </a:cubicBezTo>
                    <a:cubicBezTo>
                      <a:pt x="95" y="42"/>
                      <a:pt x="91" y="30"/>
                      <a:pt x="83" y="18"/>
                    </a:cubicBezTo>
                    <a:cubicBezTo>
                      <a:pt x="79" y="7"/>
                      <a:pt x="67" y="1"/>
                      <a:pt x="56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46"/>
              <p:cNvSpPr/>
              <p:nvPr/>
            </p:nvSpPr>
            <p:spPr>
              <a:xfrm>
                <a:off x="3391490" y="2413118"/>
                <a:ext cx="2810" cy="3380"/>
              </a:xfrm>
              <a:custGeom>
                <a:rect b="b" l="l" r="r" t="t"/>
                <a:pathLst>
                  <a:path extrusionOk="0" h="77" w="64">
                    <a:moveTo>
                      <a:pt x="32" y="1"/>
                    </a:moveTo>
                    <a:cubicBezTo>
                      <a:pt x="20" y="1"/>
                      <a:pt x="8" y="5"/>
                      <a:pt x="4" y="17"/>
                    </a:cubicBezTo>
                    <a:cubicBezTo>
                      <a:pt x="0" y="21"/>
                      <a:pt x="0" y="25"/>
                      <a:pt x="0" y="32"/>
                    </a:cubicBezTo>
                    <a:cubicBezTo>
                      <a:pt x="0" y="36"/>
                      <a:pt x="0" y="44"/>
                      <a:pt x="4" y="48"/>
                    </a:cubicBezTo>
                    <a:cubicBezTo>
                      <a:pt x="8" y="52"/>
                      <a:pt x="8" y="60"/>
                      <a:pt x="13" y="68"/>
                    </a:cubicBezTo>
                    <a:cubicBezTo>
                      <a:pt x="16" y="74"/>
                      <a:pt x="24" y="77"/>
                      <a:pt x="32" y="77"/>
                    </a:cubicBezTo>
                    <a:cubicBezTo>
                      <a:pt x="40" y="77"/>
                      <a:pt x="48" y="74"/>
                      <a:pt x="52" y="68"/>
                    </a:cubicBezTo>
                    <a:cubicBezTo>
                      <a:pt x="52" y="60"/>
                      <a:pt x="55" y="52"/>
                      <a:pt x="60" y="48"/>
                    </a:cubicBezTo>
                    <a:cubicBezTo>
                      <a:pt x="60" y="44"/>
                      <a:pt x="64" y="36"/>
                      <a:pt x="64" y="32"/>
                    </a:cubicBezTo>
                    <a:cubicBezTo>
                      <a:pt x="64" y="25"/>
                      <a:pt x="60" y="21"/>
                      <a:pt x="60" y="17"/>
                    </a:cubicBezTo>
                    <a:cubicBezTo>
                      <a:pt x="52" y="5"/>
                      <a:pt x="44" y="1"/>
                      <a:pt x="32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46"/>
              <p:cNvSpPr/>
              <p:nvPr/>
            </p:nvSpPr>
            <p:spPr>
              <a:xfrm>
                <a:off x="3404837" y="2438582"/>
                <a:ext cx="3864" cy="2985"/>
              </a:xfrm>
              <a:custGeom>
                <a:rect b="b" l="l" r="r" t="t"/>
                <a:pathLst>
                  <a:path extrusionOk="0" h="68" w="88">
                    <a:moveTo>
                      <a:pt x="44" y="1"/>
                    </a:moveTo>
                    <a:cubicBezTo>
                      <a:pt x="0" y="1"/>
                      <a:pt x="0" y="68"/>
                      <a:pt x="44" y="68"/>
                    </a:cubicBezTo>
                    <a:cubicBezTo>
                      <a:pt x="88" y="68"/>
                      <a:pt x="88" y="1"/>
                      <a:pt x="44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46"/>
              <p:cNvSpPr/>
              <p:nvPr/>
            </p:nvSpPr>
            <p:spPr>
              <a:xfrm>
                <a:off x="3420555" y="2443543"/>
                <a:ext cx="4961" cy="9834"/>
              </a:xfrm>
              <a:custGeom>
                <a:rect b="b" l="l" r="r" t="t"/>
                <a:pathLst>
                  <a:path extrusionOk="0" h="224" w="113">
                    <a:moveTo>
                      <a:pt x="28" y="1"/>
                    </a:moveTo>
                    <a:cubicBezTo>
                      <a:pt x="14" y="1"/>
                      <a:pt x="0" y="15"/>
                      <a:pt x="9" y="30"/>
                    </a:cubicBezTo>
                    <a:cubicBezTo>
                      <a:pt x="41" y="77"/>
                      <a:pt x="41" y="137"/>
                      <a:pt x="41" y="192"/>
                    </a:cubicBezTo>
                    <a:cubicBezTo>
                      <a:pt x="41" y="213"/>
                      <a:pt x="56" y="223"/>
                      <a:pt x="73" y="223"/>
                    </a:cubicBezTo>
                    <a:cubicBezTo>
                      <a:pt x="92" y="223"/>
                      <a:pt x="113" y="208"/>
                      <a:pt x="108" y="180"/>
                    </a:cubicBezTo>
                    <a:cubicBezTo>
                      <a:pt x="96" y="121"/>
                      <a:pt x="85" y="53"/>
                      <a:pt x="41" y="6"/>
                    </a:cubicBezTo>
                    <a:cubicBezTo>
                      <a:pt x="37" y="2"/>
                      <a:pt x="32" y="1"/>
                      <a:pt x="28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46"/>
              <p:cNvSpPr/>
              <p:nvPr/>
            </p:nvSpPr>
            <p:spPr>
              <a:xfrm>
                <a:off x="3421126" y="2404820"/>
                <a:ext cx="5400" cy="4346"/>
              </a:xfrm>
              <a:custGeom>
                <a:rect b="b" l="l" r="r" t="t"/>
                <a:pathLst>
                  <a:path extrusionOk="0" h="99" w="123">
                    <a:moveTo>
                      <a:pt x="63" y="0"/>
                    </a:moveTo>
                    <a:cubicBezTo>
                      <a:pt x="1" y="0"/>
                      <a:pt x="1" y="99"/>
                      <a:pt x="63" y="99"/>
                    </a:cubicBezTo>
                    <a:cubicBezTo>
                      <a:pt x="123" y="99"/>
                      <a:pt x="123" y="0"/>
                      <a:pt x="63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46"/>
              <p:cNvSpPr/>
              <p:nvPr/>
            </p:nvSpPr>
            <p:spPr>
              <a:xfrm>
                <a:off x="3440664" y="2461456"/>
                <a:ext cx="5269" cy="4917"/>
              </a:xfrm>
              <a:custGeom>
                <a:rect b="b" l="l" r="r" t="t"/>
                <a:pathLst>
                  <a:path extrusionOk="0" h="112" w="120">
                    <a:moveTo>
                      <a:pt x="31" y="0"/>
                    </a:moveTo>
                    <a:cubicBezTo>
                      <a:pt x="26" y="0"/>
                      <a:pt x="22" y="2"/>
                      <a:pt x="17" y="5"/>
                    </a:cubicBezTo>
                    <a:cubicBezTo>
                      <a:pt x="9" y="9"/>
                      <a:pt x="1" y="20"/>
                      <a:pt x="6" y="33"/>
                    </a:cubicBezTo>
                    <a:cubicBezTo>
                      <a:pt x="17" y="64"/>
                      <a:pt x="29" y="91"/>
                      <a:pt x="61" y="108"/>
                    </a:cubicBezTo>
                    <a:cubicBezTo>
                      <a:pt x="66" y="110"/>
                      <a:pt x="73" y="111"/>
                      <a:pt x="79" y="111"/>
                    </a:cubicBezTo>
                    <a:cubicBezTo>
                      <a:pt x="93" y="111"/>
                      <a:pt x="106" y="104"/>
                      <a:pt x="112" y="88"/>
                    </a:cubicBezTo>
                    <a:cubicBezTo>
                      <a:pt x="119" y="68"/>
                      <a:pt x="112" y="44"/>
                      <a:pt x="88" y="40"/>
                    </a:cubicBezTo>
                    <a:lnTo>
                      <a:pt x="80" y="37"/>
                    </a:lnTo>
                    <a:cubicBezTo>
                      <a:pt x="77" y="37"/>
                      <a:pt x="77" y="33"/>
                      <a:pt x="72" y="33"/>
                    </a:cubicBezTo>
                    <a:cubicBezTo>
                      <a:pt x="72" y="29"/>
                      <a:pt x="72" y="29"/>
                      <a:pt x="68" y="29"/>
                    </a:cubicBezTo>
                    <a:lnTo>
                      <a:pt x="68" y="27"/>
                    </a:lnTo>
                    <a:lnTo>
                      <a:pt x="68" y="27"/>
                    </a:lnTo>
                    <a:cubicBezTo>
                      <a:pt x="69" y="27"/>
                      <a:pt x="69" y="27"/>
                      <a:pt x="69" y="27"/>
                    </a:cubicBezTo>
                    <a:cubicBezTo>
                      <a:pt x="70" y="27"/>
                      <a:pt x="70" y="26"/>
                      <a:pt x="68" y="24"/>
                    </a:cubicBezTo>
                    <a:lnTo>
                      <a:pt x="68" y="27"/>
                    </a:lnTo>
                    <a:lnTo>
                      <a:pt x="68" y="27"/>
                    </a:lnTo>
                    <a:cubicBezTo>
                      <a:pt x="67" y="26"/>
                      <a:pt x="66" y="24"/>
                      <a:pt x="64" y="20"/>
                    </a:cubicBezTo>
                    <a:cubicBezTo>
                      <a:pt x="61" y="17"/>
                      <a:pt x="53" y="13"/>
                      <a:pt x="48" y="9"/>
                    </a:cubicBezTo>
                    <a:cubicBezTo>
                      <a:pt x="44" y="4"/>
                      <a:pt x="38" y="0"/>
                      <a:pt x="31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46"/>
              <p:cNvSpPr/>
              <p:nvPr/>
            </p:nvSpPr>
            <p:spPr>
              <a:xfrm>
                <a:off x="3399964" y="2446573"/>
                <a:ext cx="4917" cy="5093"/>
              </a:xfrm>
              <a:custGeom>
                <a:rect b="b" l="l" r="r" t="t"/>
                <a:pathLst>
                  <a:path extrusionOk="0" h="116" w="112">
                    <a:moveTo>
                      <a:pt x="56" y="0"/>
                    </a:moveTo>
                    <a:cubicBezTo>
                      <a:pt x="28" y="0"/>
                      <a:pt x="1" y="32"/>
                      <a:pt x="9" y="60"/>
                    </a:cubicBezTo>
                    <a:cubicBezTo>
                      <a:pt x="13" y="68"/>
                      <a:pt x="17" y="75"/>
                      <a:pt x="17" y="84"/>
                    </a:cubicBezTo>
                    <a:cubicBezTo>
                      <a:pt x="24" y="99"/>
                      <a:pt x="40" y="115"/>
                      <a:pt x="56" y="115"/>
                    </a:cubicBezTo>
                    <a:cubicBezTo>
                      <a:pt x="75" y="115"/>
                      <a:pt x="92" y="103"/>
                      <a:pt x="95" y="84"/>
                    </a:cubicBezTo>
                    <a:cubicBezTo>
                      <a:pt x="99" y="75"/>
                      <a:pt x="104" y="68"/>
                      <a:pt x="104" y="60"/>
                    </a:cubicBezTo>
                    <a:cubicBezTo>
                      <a:pt x="111" y="32"/>
                      <a:pt x="88" y="0"/>
                      <a:pt x="56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46"/>
              <p:cNvSpPr/>
              <p:nvPr/>
            </p:nvSpPr>
            <p:spPr>
              <a:xfrm>
                <a:off x="3360669" y="2443236"/>
                <a:ext cx="10274" cy="7200"/>
              </a:xfrm>
              <a:custGeom>
                <a:rect b="b" l="l" r="r" t="t"/>
                <a:pathLst>
                  <a:path extrusionOk="0" h="164" w="234">
                    <a:moveTo>
                      <a:pt x="198" y="1"/>
                    </a:moveTo>
                    <a:cubicBezTo>
                      <a:pt x="194" y="1"/>
                      <a:pt x="189" y="2"/>
                      <a:pt x="185" y="5"/>
                    </a:cubicBezTo>
                    <a:cubicBezTo>
                      <a:pt x="162" y="21"/>
                      <a:pt x="142" y="37"/>
                      <a:pt x="118" y="53"/>
                    </a:cubicBezTo>
                    <a:cubicBezTo>
                      <a:pt x="99" y="73"/>
                      <a:pt x="79" y="84"/>
                      <a:pt x="52" y="84"/>
                    </a:cubicBezTo>
                    <a:cubicBezTo>
                      <a:pt x="1" y="89"/>
                      <a:pt x="4" y="164"/>
                      <a:pt x="48" y="164"/>
                    </a:cubicBezTo>
                    <a:cubicBezTo>
                      <a:pt x="49" y="164"/>
                      <a:pt x="51" y="164"/>
                      <a:pt x="52" y="164"/>
                    </a:cubicBezTo>
                    <a:cubicBezTo>
                      <a:pt x="130" y="155"/>
                      <a:pt x="178" y="104"/>
                      <a:pt x="221" y="41"/>
                    </a:cubicBezTo>
                    <a:cubicBezTo>
                      <a:pt x="233" y="23"/>
                      <a:pt x="216" y="1"/>
                      <a:pt x="198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46"/>
              <p:cNvSpPr/>
              <p:nvPr/>
            </p:nvSpPr>
            <p:spPr>
              <a:xfrm>
                <a:off x="3390963" y="2414743"/>
                <a:ext cx="6103" cy="4566"/>
              </a:xfrm>
              <a:custGeom>
                <a:rect b="b" l="l" r="r" t="t"/>
                <a:pathLst>
                  <a:path extrusionOk="0" h="104" w="139">
                    <a:moveTo>
                      <a:pt x="98" y="1"/>
                    </a:moveTo>
                    <a:cubicBezTo>
                      <a:pt x="92" y="1"/>
                      <a:pt x="86" y="2"/>
                      <a:pt x="80" y="4"/>
                    </a:cubicBezTo>
                    <a:cubicBezTo>
                      <a:pt x="52" y="7"/>
                      <a:pt x="28" y="23"/>
                      <a:pt x="12" y="51"/>
                    </a:cubicBezTo>
                    <a:cubicBezTo>
                      <a:pt x="1" y="66"/>
                      <a:pt x="9" y="86"/>
                      <a:pt x="20" y="98"/>
                    </a:cubicBezTo>
                    <a:cubicBezTo>
                      <a:pt x="27" y="102"/>
                      <a:pt x="35" y="104"/>
                      <a:pt x="42" y="104"/>
                    </a:cubicBezTo>
                    <a:cubicBezTo>
                      <a:pt x="52" y="104"/>
                      <a:pt x="61" y="101"/>
                      <a:pt x="67" y="94"/>
                    </a:cubicBezTo>
                    <a:lnTo>
                      <a:pt x="72" y="90"/>
                    </a:lnTo>
                    <a:cubicBezTo>
                      <a:pt x="76" y="90"/>
                      <a:pt x="76" y="86"/>
                      <a:pt x="76" y="86"/>
                    </a:cubicBezTo>
                    <a:lnTo>
                      <a:pt x="91" y="86"/>
                    </a:lnTo>
                    <a:cubicBezTo>
                      <a:pt x="93" y="86"/>
                      <a:pt x="95" y="86"/>
                      <a:pt x="96" y="86"/>
                    </a:cubicBezTo>
                    <a:cubicBezTo>
                      <a:pt x="122" y="86"/>
                      <a:pt x="138" y="61"/>
                      <a:pt x="135" y="39"/>
                    </a:cubicBezTo>
                    <a:cubicBezTo>
                      <a:pt x="135" y="27"/>
                      <a:pt x="127" y="15"/>
                      <a:pt x="119" y="7"/>
                    </a:cubicBezTo>
                    <a:cubicBezTo>
                      <a:pt x="112" y="3"/>
                      <a:pt x="106" y="1"/>
                      <a:pt x="98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46"/>
              <p:cNvSpPr/>
              <p:nvPr/>
            </p:nvSpPr>
            <p:spPr>
              <a:xfrm>
                <a:off x="3387319" y="2516248"/>
                <a:ext cx="4215" cy="3863"/>
              </a:xfrm>
              <a:custGeom>
                <a:rect b="b" l="l" r="r" t="t"/>
                <a:pathLst>
                  <a:path extrusionOk="0" h="88" w="96">
                    <a:moveTo>
                      <a:pt x="54" y="1"/>
                    </a:moveTo>
                    <a:cubicBezTo>
                      <a:pt x="42" y="1"/>
                      <a:pt x="30" y="5"/>
                      <a:pt x="21" y="12"/>
                    </a:cubicBezTo>
                    <a:cubicBezTo>
                      <a:pt x="17" y="16"/>
                      <a:pt x="13" y="20"/>
                      <a:pt x="8" y="24"/>
                    </a:cubicBezTo>
                    <a:cubicBezTo>
                      <a:pt x="1" y="36"/>
                      <a:pt x="1" y="51"/>
                      <a:pt x="8" y="63"/>
                    </a:cubicBezTo>
                    <a:cubicBezTo>
                      <a:pt x="13" y="67"/>
                      <a:pt x="17" y="71"/>
                      <a:pt x="21" y="75"/>
                    </a:cubicBezTo>
                    <a:cubicBezTo>
                      <a:pt x="31" y="83"/>
                      <a:pt x="41" y="87"/>
                      <a:pt x="52" y="87"/>
                    </a:cubicBezTo>
                    <a:cubicBezTo>
                      <a:pt x="58" y="87"/>
                      <a:pt x="65" y="86"/>
                      <a:pt x="72" y="83"/>
                    </a:cubicBezTo>
                    <a:cubicBezTo>
                      <a:pt x="84" y="79"/>
                      <a:pt x="95" y="60"/>
                      <a:pt x="95" y="43"/>
                    </a:cubicBezTo>
                    <a:cubicBezTo>
                      <a:pt x="95" y="27"/>
                      <a:pt x="88" y="16"/>
                      <a:pt x="75" y="7"/>
                    </a:cubicBezTo>
                    <a:cubicBezTo>
                      <a:pt x="69" y="3"/>
                      <a:pt x="62" y="1"/>
                      <a:pt x="54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46"/>
              <p:cNvSpPr/>
              <p:nvPr/>
            </p:nvSpPr>
            <p:spPr>
              <a:xfrm>
                <a:off x="3363742" y="2501145"/>
                <a:ext cx="70731" cy="7068"/>
              </a:xfrm>
              <a:custGeom>
                <a:rect b="b" l="l" r="r" t="t"/>
                <a:pathLst>
                  <a:path extrusionOk="0" h="161" w="1611">
                    <a:moveTo>
                      <a:pt x="54" y="1"/>
                    </a:moveTo>
                    <a:cubicBezTo>
                      <a:pt x="46" y="1"/>
                      <a:pt x="37" y="1"/>
                      <a:pt x="29" y="1"/>
                    </a:cubicBezTo>
                    <a:cubicBezTo>
                      <a:pt x="5" y="1"/>
                      <a:pt x="1" y="40"/>
                      <a:pt x="24" y="44"/>
                    </a:cubicBezTo>
                    <a:cubicBezTo>
                      <a:pt x="297" y="80"/>
                      <a:pt x="538" y="154"/>
                      <a:pt x="814" y="154"/>
                    </a:cubicBezTo>
                    <a:cubicBezTo>
                      <a:pt x="849" y="154"/>
                      <a:pt x="1083" y="161"/>
                      <a:pt x="1283" y="161"/>
                    </a:cubicBezTo>
                    <a:cubicBezTo>
                      <a:pt x="1440" y="161"/>
                      <a:pt x="1576" y="157"/>
                      <a:pt x="1580" y="143"/>
                    </a:cubicBezTo>
                    <a:cubicBezTo>
                      <a:pt x="1580" y="148"/>
                      <a:pt x="1584" y="151"/>
                      <a:pt x="1589" y="151"/>
                    </a:cubicBezTo>
                    <a:cubicBezTo>
                      <a:pt x="1591" y="151"/>
                      <a:pt x="1594" y="150"/>
                      <a:pt x="1596" y="147"/>
                    </a:cubicBezTo>
                    <a:cubicBezTo>
                      <a:pt x="1599" y="143"/>
                      <a:pt x="1603" y="135"/>
                      <a:pt x="1607" y="131"/>
                    </a:cubicBezTo>
                    <a:cubicBezTo>
                      <a:pt x="1611" y="123"/>
                      <a:pt x="1607" y="115"/>
                      <a:pt x="1603" y="115"/>
                    </a:cubicBezTo>
                    <a:cubicBezTo>
                      <a:pt x="1516" y="84"/>
                      <a:pt x="1414" y="75"/>
                      <a:pt x="1311" y="75"/>
                    </a:cubicBezTo>
                    <a:cubicBezTo>
                      <a:pt x="1186" y="75"/>
                      <a:pt x="1058" y="87"/>
                      <a:pt x="945" y="87"/>
                    </a:cubicBezTo>
                    <a:cubicBezTo>
                      <a:pt x="937" y="87"/>
                      <a:pt x="929" y="87"/>
                      <a:pt x="920" y="87"/>
                    </a:cubicBezTo>
                    <a:cubicBezTo>
                      <a:pt x="629" y="80"/>
                      <a:pt x="344" y="1"/>
                      <a:pt x="54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46"/>
              <p:cNvSpPr/>
              <p:nvPr/>
            </p:nvSpPr>
            <p:spPr>
              <a:xfrm>
                <a:off x="3413355" y="2483276"/>
                <a:ext cx="10713" cy="2678"/>
              </a:xfrm>
              <a:custGeom>
                <a:rect b="b" l="l" r="r" t="t"/>
                <a:pathLst>
                  <a:path extrusionOk="0" h="61" w="244">
                    <a:moveTo>
                      <a:pt x="20" y="0"/>
                    </a:moveTo>
                    <a:cubicBezTo>
                      <a:pt x="3" y="0"/>
                      <a:pt x="1" y="25"/>
                      <a:pt x="16" y="29"/>
                    </a:cubicBezTo>
                    <a:cubicBezTo>
                      <a:pt x="83" y="53"/>
                      <a:pt x="145" y="60"/>
                      <a:pt x="213" y="60"/>
                    </a:cubicBezTo>
                    <a:cubicBezTo>
                      <a:pt x="214" y="61"/>
                      <a:pt x="215" y="61"/>
                      <a:pt x="216" y="61"/>
                    </a:cubicBezTo>
                    <a:cubicBezTo>
                      <a:pt x="244" y="61"/>
                      <a:pt x="243" y="17"/>
                      <a:pt x="213" y="17"/>
                    </a:cubicBezTo>
                    <a:cubicBezTo>
                      <a:pt x="198" y="18"/>
                      <a:pt x="183" y="18"/>
                      <a:pt x="168" y="18"/>
                    </a:cubicBezTo>
                    <a:cubicBezTo>
                      <a:pt x="120" y="18"/>
                      <a:pt x="72" y="13"/>
                      <a:pt x="23" y="1"/>
                    </a:cubicBezTo>
                    <a:cubicBezTo>
                      <a:pt x="22" y="1"/>
                      <a:pt x="21" y="0"/>
                      <a:pt x="20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46"/>
              <p:cNvSpPr/>
              <p:nvPr/>
            </p:nvSpPr>
            <p:spPr>
              <a:xfrm>
                <a:off x="3403476" y="2412284"/>
                <a:ext cx="3468" cy="176"/>
              </a:xfrm>
              <a:custGeom>
                <a:rect b="b" l="l" r="r" t="t"/>
                <a:pathLst>
                  <a:path extrusionOk="0" h="4" w="79">
                    <a:moveTo>
                      <a:pt x="0" y="0"/>
                    </a:moveTo>
                    <a:lnTo>
                      <a:pt x="0" y="4"/>
                    </a:lnTo>
                    <a:lnTo>
                      <a:pt x="75" y="4"/>
                    </a:lnTo>
                    <a:cubicBezTo>
                      <a:pt x="79" y="4"/>
                      <a:pt x="79" y="0"/>
                      <a:pt x="75" y="0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46"/>
              <p:cNvSpPr/>
              <p:nvPr/>
            </p:nvSpPr>
            <p:spPr>
              <a:xfrm>
                <a:off x="3373972" y="2572356"/>
                <a:ext cx="19801" cy="4259"/>
              </a:xfrm>
              <a:custGeom>
                <a:rect b="b" l="l" r="r" t="t"/>
                <a:pathLst>
                  <a:path extrusionOk="0" h="97" w="451">
                    <a:moveTo>
                      <a:pt x="40" y="1"/>
                    </a:moveTo>
                    <a:cubicBezTo>
                      <a:pt x="13" y="4"/>
                      <a:pt x="1" y="40"/>
                      <a:pt x="24" y="56"/>
                    </a:cubicBezTo>
                    <a:cubicBezTo>
                      <a:pt x="84" y="89"/>
                      <a:pt x="159" y="96"/>
                      <a:pt x="235" y="96"/>
                    </a:cubicBezTo>
                    <a:cubicBezTo>
                      <a:pt x="295" y="96"/>
                      <a:pt x="355" y="92"/>
                      <a:pt x="407" y="92"/>
                    </a:cubicBezTo>
                    <a:cubicBezTo>
                      <a:pt x="451" y="92"/>
                      <a:pt x="451" y="20"/>
                      <a:pt x="407" y="20"/>
                    </a:cubicBezTo>
                    <a:lnTo>
                      <a:pt x="222" y="20"/>
                    </a:lnTo>
                    <a:cubicBezTo>
                      <a:pt x="163" y="17"/>
                      <a:pt x="99" y="1"/>
                      <a:pt x="40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46"/>
              <p:cNvSpPr/>
              <p:nvPr/>
            </p:nvSpPr>
            <p:spPr>
              <a:xfrm>
                <a:off x="3354654" y="2621704"/>
                <a:ext cx="21689" cy="4961"/>
              </a:xfrm>
              <a:custGeom>
                <a:rect b="b" l="l" r="r" t="t"/>
                <a:pathLst>
                  <a:path extrusionOk="0" h="113" w="494">
                    <a:moveTo>
                      <a:pt x="457" y="1"/>
                    </a:moveTo>
                    <a:cubicBezTo>
                      <a:pt x="454" y="1"/>
                      <a:pt x="452" y="1"/>
                      <a:pt x="449" y="2"/>
                    </a:cubicBezTo>
                    <a:cubicBezTo>
                      <a:pt x="302" y="25"/>
                      <a:pt x="156" y="49"/>
                      <a:pt x="14" y="88"/>
                    </a:cubicBezTo>
                    <a:cubicBezTo>
                      <a:pt x="0" y="92"/>
                      <a:pt x="6" y="112"/>
                      <a:pt x="19" y="112"/>
                    </a:cubicBezTo>
                    <a:cubicBezTo>
                      <a:pt x="21" y="112"/>
                      <a:pt x="22" y="112"/>
                      <a:pt x="23" y="112"/>
                    </a:cubicBezTo>
                    <a:cubicBezTo>
                      <a:pt x="165" y="80"/>
                      <a:pt x="311" y="68"/>
                      <a:pt x="457" y="53"/>
                    </a:cubicBezTo>
                    <a:cubicBezTo>
                      <a:pt x="494" y="49"/>
                      <a:pt x="489" y="1"/>
                      <a:pt x="457" y="1"/>
                    </a:cubicBezTo>
                    <a:close/>
                  </a:path>
                </a:pathLst>
              </a:custGeom>
              <a:solidFill>
                <a:srgbClr val="CA7A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46"/>
              <p:cNvSpPr/>
              <p:nvPr/>
            </p:nvSpPr>
            <p:spPr>
              <a:xfrm rot="270453">
                <a:off x="3050438" y="2731255"/>
                <a:ext cx="582366" cy="849982"/>
              </a:xfrm>
              <a:custGeom>
                <a:rect b="b" l="l" r="r" t="t"/>
                <a:pathLst>
                  <a:path extrusionOk="0" h="13172" w="15594">
                    <a:moveTo>
                      <a:pt x="7905" y="0"/>
                    </a:moveTo>
                    <a:cubicBezTo>
                      <a:pt x="3356" y="0"/>
                      <a:pt x="423" y="578"/>
                      <a:pt x="423" y="578"/>
                    </a:cubicBezTo>
                    <a:cubicBezTo>
                      <a:pt x="0" y="3956"/>
                      <a:pt x="916" y="12998"/>
                      <a:pt x="916" y="12998"/>
                    </a:cubicBezTo>
                    <a:cubicBezTo>
                      <a:pt x="2841" y="13128"/>
                      <a:pt x="5005" y="13171"/>
                      <a:pt x="7036" y="13171"/>
                    </a:cubicBezTo>
                    <a:cubicBezTo>
                      <a:pt x="11097" y="13171"/>
                      <a:pt x="14623" y="12998"/>
                      <a:pt x="14623" y="12998"/>
                    </a:cubicBezTo>
                    <a:cubicBezTo>
                      <a:pt x="14623" y="12998"/>
                      <a:pt x="15594" y="4939"/>
                      <a:pt x="14749" y="436"/>
                    </a:cubicBezTo>
                    <a:cubicBezTo>
                      <a:pt x="12229" y="113"/>
                      <a:pt x="9910" y="0"/>
                      <a:pt x="790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94" name="Google Shape;1294;p46"/>
            <p:cNvSpPr/>
            <p:nvPr/>
          </p:nvSpPr>
          <p:spPr>
            <a:xfrm>
              <a:off x="721500" y="4632187"/>
              <a:ext cx="438063" cy="179112"/>
            </a:xfrm>
            <a:custGeom>
              <a:rect b="b" l="l" r="r" t="t"/>
              <a:pathLst>
                <a:path extrusionOk="0" h="4922" w="12038">
                  <a:moveTo>
                    <a:pt x="1915" y="0"/>
                  </a:moveTo>
                  <a:lnTo>
                    <a:pt x="1" y="2052"/>
                  </a:lnTo>
                  <a:lnTo>
                    <a:pt x="3284" y="4649"/>
                  </a:lnTo>
                  <a:lnTo>
                    <a:pt x="12038" y="4921"/>
                  </a:lnTo>
                  <a:cubicBezTo>
                    <a:pt x="12038" y="4921"/>
                    <a:pt x="6701" y="3272"/>
                    <a:pt x="5947" y="3272"/>
                  </a:cubicBezTo>
                  <a:cubicBezTo>
                    <a:pt x="5918" y="3272"/>
                    <a:pt x="5896" y="3274"/>
                    <a:pt x="5881" y="3279"/>
                  </a:cubicBezTo>
                  <a:cubicBezTo>
                    <a:pt x="5871" y="3282"/>
                    <a:pt x="5860" y="3284"/>
                    <a:pt x="5847" y="3284"/>
                  </a:cubicBezTo>
                  <a:cubicBezTo>
                    <a:pt x="5350" y="3284"/>
                    <a:pt x="3008" y="683"/>
                    <a:pt x="3008" y="683"/>
                  </a:cubicBezTo>
                  <a:lnTo>
                    <a:pt x="19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46"/>
            <p:cNvSpPr/>
            <p:nvPr/>
          </p:nvSpPr>
          <p:spPr>
            <a:xfrm>
              <a:off x="1277260" y="1702962"/>
              <a:ext cx="569758" cy="666883"/>
            </a:xfrm>
            <a:custGeom>
              <a:rect b="b" l="l" r="r" t="t"/>
              <a:pathLst>
                <a:path extrusionOk="0" h="18326" w="15657">
                  <a:moveTo>
                    <a:pt x="1473" y="1"/>
                  </a:moveTo>
                  <a:cubicBezTo>
                    <a:pt x="1351" y="1"/>
                    <a:pt x="1257" y="11"/>
                    <a:pt x="1193" y="34"/>
                  </a:cubicBezTo>
                  <a:cubicBezTo>
                    <a:pt x="0" y="460"/>
                    <a:pt x="88" y="16878"/>
                    <a:pt x="88" y="16878"/>
                  </a:cubicBezTo>
                  <a:lnTo>
                    <a:pt x="15486" y="18326"/>
                  </a:lnTo>
                  <a:lnTo>
                    <a:pt x="14038" y="11096"/>
                  </a:lnTo>
                  <a:cubicBezTo>
                    <a:pt x="14038" y="11096"/>
                    <a:pt x="15657" y="5907"/>
                    <a:pt x="15060" y="4628"/>
                  </a:cubicBezTo>
                  <a:cubicBezTo>
                    <a:pt x="14496" y="3421"/>
                    <a:pt x="3641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46"/>
            <p:cNvSpPr/>
            <p:nvPr/>
          </p:nvSpPr>
          <p:spPr>
            <a:xfrm>
              <a:off x="1432092" y="1893019"/>
              <a:ext cx="411935" cy="585115"/>
            </a:xfrm>
            <a:custGeom>
              <a:rect b="b" l="l" r="r" t="t"/>
              <a:pathLst>
                <a:path extrusionOk="0" h="16079" w="11320">
                  <a:moveTo>
                    <a:pt x="8169" y="1"/>
                  </a:moveTo>
                  <a:cubicBezTo>
                    <a:pt x="7743" y="1788"/>
                    <a:pt x="3406" y="5190"/>
                    <a:pt x="3406" y="5190"/>
                  </a:cubicBezTo>
                  <a:cubicBezTo>
                    <a:pt x="3406" y="5190"/>
                    <a:pt x="3514" y="4102"/>
                    <a:pt x="2644" y="4102"/>
                  </a:cubicBezTo>
                  <a:cubicBezTo>
                    <a:pt x="2426" y="4102"/>
                    <a:pt x="2146" y="4171"/>
                    <a:pt x="1788" y="4342"/>
                  </a:cubicBezTo>
                  <a:cubicBezTo>
                    <a:pt x="0" y="5190"/>
                    <a:pt x="2641" y="6978"/>
                    <a:pt x="2641" y="6978"/>
                  </a:cubicBezTo>
                  <a:lnTo>
                    <a:pt x="1701" y="16079"/>
                  </a:lnTo>
                  <a:lnTo>
                    <a:pt x="3659" y="15740"/>
                  </a:lnTo>
                  <a:lnTo>
                    <a:pt x="4850" y="11315"/>
                  </a:lnTo>
                  <a:cubicBezTo>
                    <a:pt x="4850" y="11315"/>
                    <a:pt x="6401" y="11678"/>
                    <a:pt x="7974" y="11678"/>
                  </a:cubicBezTo>
                  <a:cubicBezTo>
                    <a:pt x="9634" y="11678"/>
                    <a:pt x="11319" y="11274"/>
                    <a:pt x="11231" y="9614"/>
                  </a:cubicBezTo>
                  <a:cubicBezTo>
                    <a:pt x="11062" y="6382"/>
                    <a:pt x="8169" y="1"/>
                    <a:pt x="8169" y="1"/>
                  </a:cubicBezTo>
                  <a:close/>
                </a:path>
              </a:pathLst>
            </a:custGeom>
            <a:solidFill>
              <a:srgbClr val="FFBB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46"/>
            <p:cNvSpPr/>
            <p:nvPr/>
          </p:nvSpPr>
          <p:spPr>
            <a:xfrm>
              <a:off x="1562617" y="2556633"/>
              <a:ext cx="582386" cy="657058"/>
            </a:xfrm>
            <a:custGeom>
              <a:rect b="b" l="l" r="r" t="t"/>
              <a:pathLst>
                <a:path extrusionOk="0" h="18056" w="16004">
                  <a:moveTo>
                    <a:pt x="549" y="0"/>
                  </a:moveTo>
                  <a:lnTo>
                    <a:pt x="1" y="12310"/>
                  </a:lnTo>
                  <a:lnTo>
                    <a:pt x="15459" y="18056"/>
                  </a:lnTo>
                  <a:lnTo>
                    <a:pt x="16003" y="15865"/>
                  </a:lnTo>
                  <a:cubicBezTo>
                    <a:pt x="16003" y="15865"/>
                    <a:pt x="4926" y="11216"/>
                    <a:pt x="4377" y="10944"/>
                  </a:cubicBezTo>
                  <a:cubicBezTo>
                    <a:pt x="3832" y="10668"/>
                    <a:pt x="549" y="410"/>
                    <a:pt x="5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46"/>
            <p:cNvSpPr/>
            <p:nvPr/>
          </p:nvSpPr>
          <p:spPr>
            <a:xfrm>
              <a:off x="1385260" y="2449178"/>
              <a:ext cx="385370" cy="770995"/>
            </a:xfrm>
            <a:custGeom>
              <a:rect b="b" l="l" r="r" t="t"/>
              <a:pathLst>
                <a:path extrusionOk="0" h="21187" w="10590">
                  <a:moveTo>
                    <a:pt x="5131" y="1"/>
                  </a:moveTo>
                  <a:lnTo>
                    <a:pt x="1" y="1533"/>
                  </a:lnTo>
                  <a:lnTo>
                    <a:pt x="1966" y="19659"/>
                  </a:lnTo>
                  <a:lnTo>
                    <a:pt x="6442" y="21186"/>
                  </a:lnTo>
                  <a:lnTo>
                    <a:pt x="10589" y="6880"/>
                  </a:lnTo>
                  <a:lnTo>
                    <a:pt x="51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46"/>
            <p:cNvSpPr/>
            <p:nvPr/>
          </p:nvSpPr>
          <p:spPr>
            <a:xfrm>
              <a:off x="791147" y="3164536"/>
              <a:ext cx="1115062" cy="1537405"/>
            </a:xfrm>
            <a:custGeom>
              <a:rect b="b" l="l" r="r" t="t"/>
              <a:pathLst>
                <a:path extrusionOk="0" h="42248" w="30642">
                  <a:moveTo>
                    <a:pt x="18293" y="0"/>
                  </a:moveTo>
                  <a:cubicBezTo>
                    <a:pt x="18293" y="0"/>
                    <a:pt x="10944" y="1898"/>
                    <a:pt x="12858" y="11745"/>
                  </a:cubicBezTo>
                  <a:cubicBezTo>
                    <a:pt x="10669" y="20088"/>
                    <a:pt x="9441" y="26516"/>
                    <a:pt x="9441" y="26516"/>
                  </a:cubicBezTo>
                  <a:lnTo>
                    <a:pt x="1" y="40333"/>
                  </a:lnTo>
                  <a:lnTo>
                    <a:pt x="1232" y="41426"/>
                  </a:lnTo>
                  <a:lnTo>
                    <a:pt x="13951" y="26789"/>
                  </a:lnTo>
                  <a:lnTo>
                    <a:pt x="18605" y="13658"/>
                  </a:lnTo>
                  <a:lnTo>
                    <a:pt x="24623" y="25151"/>
                  </a:lnTo>
                  <a:cubicBezTo>
                    <a:pt x="24623" y="25151"/>
                    <a:pt x="23665" y="35546"/>
                    <a:pt x="29272" y="42247"/>
                  </a:cubicBezTo>
                  <a:cubicBezTo>
                    <a:pt x="30503" y="41426"/>
                    <a:pt x="30641" y="41016"/>
                    <a:pt x="30641" y="41016"/>
                  </a:cubicBezTo>
                  <a:lnTo>
                    <a:pt x="22769" y="1527"/>
                  </a:lnTo>
                  <a:lnTo>
                    <a:pt x="182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46"/>
            <p:cNvSpPr/>
            <p:nvPr/>
          </p:nvSpPr>
          <p:spPr>
            <a:xfrm>
              <a:off x="1856272" y="4657004"/>
              <a:ext cx="388245" cy="159315"/>
            </a:xfrm>
            <a:custGeom>
              <a:rect b="b" l="l" r="r" t="t"/>
              <a:pathLst>
                <a:path extrusionOk="0" h="4378" w="10669">
                  <a:moveTo>
                    <a:pt x="1370" y="1"/>
                  </a:moveTo>
                  <a:lnTo>
                    <a:pt x="1" y="1232"/>
                  </a:lnTo>
                  <a:lnTo>
                    <a:pt x="2053" y="4378"/>
                  </a:lnTo>
                  <a:lnTo>
                    <a:pt x="10669" y="139"/>
                  </a:lnTo>
                  <a:lnTo>
                    <a:pt x="2736" y="1094"/>
                  </a:lnTo>
                  <a:lnTo>
                    <a:pt x="13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46"/>
            <p:cNvSpPr/>
            <p:nvPr/>
          </p:nvSpPr>
          <p:spPr>
            <a:xfrm>
              <a:off x="2125109" y="3133934"/>
              <a:ext cx="223944" cy="203384"/>
            </a:xfrm>
            <a:custGeom>
              <a:rect b="b" l="l" r="r" t="t"/>
              <a:pathLst>
                <a:path extrusionOk="0" h="5589" w="6154">
                  <a:moveTo>
                    <a:pt x="545" y="0"/>
                  </a:moveTo>
                  <a:lnTo>
                    <a:pt x="1" y="2191"/>
                  </a:lnTo>
                  <a:lnTo>
                    <a:pt x="135" y="4787"/>
                  </a:lnTo>
                  <a:cubicBezTo>
                    <a:pt x="135" y="4787"/>
                    <a:pt x="795" y="5588"/>
                    <a:pt x="1754" y="5588"/>
                  </a:cubicBezTo>
                  <a:cubicBezTo>
                    <a:pt x="2430" y="5588"/>
                    <a:pt x="3255" y="5190"/>
                    <a:pt x="4102" y="3832"/>
                  </a:cubicBezTo>
                  <a:cubicBezTo>
                    <a:pt x="6153" y="549"/>
                    <a:pt x="545" y="0"/>
                    <a:pt x="545" y="0"/>
                  </a:cubicBezTo>
                  <a:close/>
                </a:path>
              </a:pathLst>
            </a:custGeom>
            <a:solidFill>
              <a:srgbClr val="FFBB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46"/>
            <p:cNvSpPr/>
            <p:nvPr/>
          </p:nvSpPr>
          <p:spPr>
            <a:xfrm>
              <a:off x="2100110" y="3156640"/>
              <a:ext cx="204112" cy="167976"/>
            </a:xfrm>
            <a:custGeom>
              <a:rect b="b" l="l" r="r" t="t"/>
              <a:pathLst>
                <a:path extrusionOk="0" h="4616" w="5609">
                  <a:moveTo>
                    <a:pt x="3488" y="0"/>
                  </a:moveTo>
                  <a:cubicBezTo>
                    <a:pt x="2192" y="0"/>
                    <a:pt x="550" y="607"/>
                    <a:pt x="550" y="607"/>
                  </a:cubicBezTo>
                  <a:lnTo>
                    <a:pt x="1" y="2249"/>
                  </a:lnTo>
                  <a:cubicBezTo>
                    <a:pt x="1" y="2249"/>
                    <a:pt x="960" y="3618"/>
                    <a:pt x="2330" y="4440"/>
                  </a:cubicBezTo>
                  <a:cubicBezTo>
                    <a:pt x="2535" y="4563"/>
                    <a:pt x="2700" y="4615"/>
                    <a:pt x="2832" y="4615"/>
                  </a:cubicBezTo>
                  <a:cubicBezTo>
                    <a:pt x="3581" y="4615"/>
                    <a:pt x="3285" y="2936"/>
                    <a:pt x="3285" y="2936"/>
                  </a:cubicBezTo>
                  <a:cubicBezTo>
                    <a:pt x="3285" y="2936"/>
                    <a:pt x="5609" y="1977"/>
                    <a:pt x="4926" y="607"/>
                  </a:cubicBezTo>
                  <a:cubicBezTo>
                    <a:pt x="4699" y="152"/>
                    <a:pt x="4137" y="0"/>
                    <a:pt x="3488" y="0"/>
                  </a:cubicBezTo>
                  <a:close/>
                </a:path>
              </a:pathLst>
            </a:custGeom>
            <a:solidFill>
              <a:srgbClr val="FFBB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46"/>
            <p:cNvSpPr/>
            <p:nvPr/>
          </p:nvSpPr>
          <p:spPr>
            <a:xfrm>
              <a:off x="1413243" y="2511802"/>
              <a:ext cx="706949" cy="726708"/>
            </a:xfrm>
            <a:custGeom>
              <a:rect b="b" l="l" r="r" t="t"/>
              <a:pathLst>
                <a:path extrusionOk="0" h="19970" w="19427">
                  <a:moveTo>
                    <a:pt x="3971" y="1"/>
                  </a:moveTo>
                  <a:lnTo>
                    <a:pt x="1" y="1642"/>
                  </a:lnTo>
                  <a:lnTo>
                    <a:pt x="5337" y="16004"/>
                  </a:lnTo>
                  <a:lnTo>
                    <a:pt x="18877" y="19970"/>
                  </a:lnTo>
                  <a:lnTo>
                    <a:pt x="19426" y="18328"/>
                  </a:lnTo>
                  <a:lnTo>
                    <a:pt x="7250" y="12587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46"/>
            <p:cNvSpPr/>
            <p:nvPr/>
          </p:nvSpPr>
          <p:spPr>
            <a:xfrm>
              <a:off x="1413243" y="2511802"/>
              <a:ext cx="715682" cy="735660"/>
            </a:xfrm>
            <a:custGeom>
              <a:rect b="b" l="l" r="r" t="t"/>
              <a:pathLst>
                <a:path extrusionOk="0" h="20216" w="19667">
                  <a:moveTo>
                    <a:pt x="3971" y="1"/>
                  </a:moveTo>
                  <a:lnTo>
                    <a:pt x="5527" y="6316"/>
                  </a:lnTo>
                  <a:lnTo>
                    <a:pt x="7113" y="12622"/>
                  </a:lnTo>
                  <a:lnTo>
                    <a:pt x="7128" y="12685"/>
                  </a:lnTo>
                  <a:lnTo>
                    <a:pt x="7192" y="12717"/>
                  </a:lnTo>
                  <a:cubicBezTo>
                    <a:pt x="11177" y="14645"/>
                    <a:pt x="15189" y="16523"/>
                    <a:pt x="19186" y="18432"/>
                  </a:cubicBezTo>
                  <a:lnTo>
                    <a:pt x="19186" y="18432"/>
                  </a:lnTo>
                  <a:lnTo>
                    <a:pt x="18752" y="19728"/>
                  </a:lnTo>
                  <a:lnTo>
                    <a:pt x="5457" y="15871"/>
                  </a:lnTo>
                  <a:lnTo>
                    <a:pt x="2768" y="8790"/>
                  </a:lnTo>
                  <a:lnTo>
                    <a:pt x="1" y="1642"/>
                  </a:lnTo>
                  <a:lnTo>
                    <a:pt x="2574" y="8861"/>
                  </a:lnTo>
                  <a:lnTo>
                    <a:pt x="5187" y="16059"/>
                  </a:lnTo>
                  <a:lnTo>
                    <a:pt x="5214" y="16134"/>
                  </a:lnTo>
                  <a:lnTo>
                    <a:pt x="5294" y="16158"/>
                  </a:lnTo>
                  <a:lnTo>
                    <a:pt x="18822" y="20164"/>
                  </a:lnTo>
                  <a:lnTo>
                    <a:pt x="19008" y="20215"/>
                  </a:lnTo>
                  <a:lnTo>
                    <a:pt x="19066" y="20033"/>
                  </a:lnTo>
                  <a:lnTo>
                    <a:pt x="19611" y="18392"/>
                  </a:lnTo>
                  <a:lnTo>
                    <a:pt x="19667" y="18226"/>
                  </a:lnTo>
                  <a:lnTo>
                    <a:pt x="19509" y="18155"/>
                  </a:lnTo>
                  <a:cubicBezTo>
                    <a:pt x="15462" y="16266"/>
                    <a:pt x="11429" y="14349"/>
                    <a:pt x="7371" y="12482"/>
                  </a:cubicBezTo>
                  <a:lnTo>
                    <a:pt x="7371" y="12482"/>
                  </a:lnTo>
                  <a:lnTo>
                    <a:pt x="5696" y="62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46"/>
            <p:cNvSpPr/>
            <p:nvPr/>
          </p:nvSpPr>
          <p:spPr>
            <a:xfrm>
              <a:off x="2272882" y="3396839"/>
              <a:ext cx="1531109" cy="703783"/>
            </a:xfrm>
            <a:custGeom>
              <a:rect b="b" l="l" r="r" t="t"/>
              <a:pathLst>
                <a:path extrusionOk="0" h="19340" w="42075">
                  <a:moveTo>
                    <a:pt x="41321" y="601"/>
                  </a:moveTo>
                  <a:lnTo>
                    <a:pt x="34170" y="18740"/>
                  </a:lnTo>
                  <a:lnTo>
                    <a:pt x="7771" y="18740"/>
                  </a:lnTo>
                  <a:lnTo>
                    <a:pt x="755" y="601"/>
                  </a:lnTo>
                  <a:close/>
                  <a:moveTo>
                    <a:pt x="316" y="1"/>
                  </a:moveTo>
                  <a:cubicBezTo>
                    <a:pt x="218" y="1"/>
                    <a:pt x="123" y="48"/>
                    <a:pt x="68" y="132"/>
                  </a:cubicBezTo>
                  <a:cubicBezTo>
                    <a:pt x="12" y="210"/>
                    <a:pt x="1" y="317"/>
                    <a:pt x="36" y="407"/>
                  </a:cubicBezTo>
                  <a:lnTo>
                    <a:pt x="7286" y="19146"/>
                  </a:lnTo>
                  <a:cubicBezTo>
                    <a:pt x="7329" y="19264"/>
                    <a:pt x="7440" y="19339"/>
                    <a:pt x="7566" y="19339"/>
                  </a:cubicBezTo>
                  <a:lnTo>
                    <a:pt x="34375" y="19339"/>
                  </a:lnTo>
                  <a:cubicBezTo>
                    <a:pt x="34497" y="19339"/>
                    <a:pt x="34607" y="19264"/>
                    <a:pt x="34655" y="19150"/>
                  </a:cubicBezTo>
                  <a:lnTo>
                    <a:pt x="42039" y="412"/>
                  </a:lnTo>
                  <a:cubicBezTo>
                    <a:pt x="42075" y="317"/>
                    <a:pt x="42062" y="214"/>
                    <a:pt x="42007" y="132"/>
                  </a:cubicBezTo>
                  <a:cubicBezTo>
                    <a:pt x="41952" y="48"/>
                    <a:pt x="41858" y="1"/>
                    <a:pt x="417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46"/>
            <p:cNvSpPr/>
            <p:nvPr/>
          </p:nvSpPr>
          <p:spPr>
            <a:xfrm>
              <a:off x="2382338" y="4078684"/>
              <a:ext cx="1212115" cy="519649"/>
            </a:xfrm>
            <a:custGeom>
              <a:rect b="b" l="l" r="r" t="t"/>
              <a:pathLst>
                <a:path extrusionOk="0" h="14280" w="33309">
                  <a:moveTo>
                    <a:pt x="4557" y="0"/>
                  </a:moveTo>
                  <a:cubicBezTo>
                    <a:pt x="4429" y="0"/>
                    <a:pt x="4309" y="82"/>
                    <a:pt x="4270" y="210"/>
                  </a:cubicBezTo>
                  <a:lnTo>
                    <a:pt x="28" y="13889"/>
                  </a:lnTo>
                  <a:cubicBezTo>
                    <a:pt x="0" y="13980"/>
                    <a:pt x="20" y="14078"/>
                    <a:pt x="75" y="14157"/>
                  </a:cubicBezTo>
                  <a:cubicBezTo>
                    <a:pt x="130" y="14233"/>
                    <a:pt x="221" y="14280"/>
                    <a:pt x="316" y="14280"/>
                  </a:cubicBezTo>
                  <a:lnTo>
                    <a:pt x="33009" y="14280"/>
                  </a:lnTo>
                  <a:cubicBezTo>
                    <a:pt x="33174" y="14280"/>
                    <a:pt x="33309" y="14145"/>
                    <a:pt x="33309" y="13980"/>
                  </a:cubicBezTo>
                  <a:cubicBezTo>
                    <a:pt x="33309" y="13814"/>
                    <a:pt x="33174" y="13679"/>
                    <a:pt x="33009" y="13679"/>
                  </a:cubicBezTo>
                  <a:lnTo>
                    <a:pt x="722" y="13679"/>
                  </a:lnTo>
                  <a:lnTo>
                    <a:pt x="4842" y="388"/>
                  </a:lnTo>
                  <a:cubicBezTo>
                    <a:pt x="4894" y="230"/>
                    <a:pt x="4803" y="64"/>
                    <a:pt x="4645" y="13"/>
                  </a:cubicBezTo>
                  <a:cubicBezTo>
                    <a:pt x="4616" y="4"/>
                    <a:pt x="4586" y="0"/>
                    <a:pt x="4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46"/>
            <p:cNvSpPr/>
            <p:nvPr/>
          </p:nvSpPr>
          <p:spPr>
            <a:xfrm>
              <a:off x="2212150" y="3267370"/>
              <a:ext cx="84643" cy="151382"/>
            </a:xfrm>
            <a:custGeom>
              <a:rect b="b" l="l" r="r" t="t"/>
              <a:pathLst>
                <a:path extrusionOk="0" h="4160" w="2326">
                  <a:moveTo>
                    <a:pt x="342" y="0"/>
                  </a:moveTo>
                  <a:cubicBezTo>
                    <a:pt x="300" y="0"/>
                    <a:pt x="258" y="9"/>
                    <a:pt x="218" y="27"/>
                  </a:cubicBezTo>
                  <a:cubicBezTo>
                    <a:pt x="67" y="98"/>
                    <a:pt x="0" y="276"/>
                    <a:pt x="71" y="426"/>
                  </a:cubicBezTo>
                  <a:lnTo>
                    <a:pt x="1714" y="3985"/>
                  </a:lnTo>
                  <a:cubicBezTo>
                    <a:pt x="1765" y="4092"/>
                    <a:pt x="1871" y="4159"/>
                    <a:pt x="1985" y="4159"/>
                  </a:cubicBezTo>
                  <a:cubicBezTo>
                    <a:pt x="2025" y="4159"/>
                    <a:pt x="2069" y="4151"/>
                    <a:pt x="2112" y="4131"/>
                  </a:cubicBezTo>
                  <a:cubicBezTo>
                    <a:pt x="2262" y="4060"/>
                    <a:pt x="2325" y="3883"/>
                    <a:pt x="2258" y="3733"/>
                  </a:cubicBezTo>
                  <a:lnTo>
                    <a:pt x="616" y="177"/>
                  </a:lnTo>
                  <a:cubicBezTo>
                    <a:pt x="564" y="64"/>
                    <a:pt x="455" y="0"/>
                    <a:pt x="3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46"/>
            <p:cNvSpPr/>
            <p:nvPr/>
          </p:nvSpPr>
          <p:spPr>
            <a:xfrm>
              <a:off x="2179837" y="3223522"/>
              <a:ext cx="79585" cy="79767"/>
            </a:xfrm>
            <a:custGeom>
              <a:rect b="b" l="l" r="r" t="t"/>
              <a:pathLst>
                <a:path extrusionOk="0" h="2192" w="2187">
                  <a:moveTo>
                    <a:pt x="1094" y="1"/>
                  </a:moveTo>
                  <a:cubicBezTo>
                    <a:pt x="490" y="1"/>
                    <a:pt x="1" y="490"/>
                    <a:pt x="1" y="1098"/>
                  </a:cubicBezTo>
                  <a:cubicBezTo>
                    <a:pt x="1" y="1702"/>
                    <a:pt x="490" y="2192"/>
                    <a:pt x="1094" y="2192"/>
                  </a:cubicBezTo>
                  <a:cubicBezTo>
                    <a:pt x="1698" y="2192"/>
                    <a:pt x="2187" y="1702"/>
                    <a:pt x="2187" y="1098"/>
                  </a:cubicBezTo>
                  <a:cubicBezTo>
                    <a:pt x="2187" y="490"/>
                    <a:pt x="1698" y="1"/>
                    <a:pt x="10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46"/>
            <p:cNvSpPr/>
            <p:nvPr/>
          </p:nvSpPr>
          <p:spPr>
            <a:xfrm>
              <a:off x="2471199" y="3401788"/>
              <a:ext cx="248471" cy="693775"/>
            </a:xfrm>
            <a:custGeom>
              <a:rect b="b" l="l" r="r" t="t"/>
              <a:pathLst>
                <a:path extrusionOk="0" h="19065" w="6828">
                  <a:moveTo>
                    <a:pt x="337" y="0"/>
                  </a:moveTo>
                  <a:cubicBezTo>
                    <a:pt x="306" y="0"/>
                    <a:pt x="273" y="5"/>
                    <a:pt x="241" y="16"/>
                  </a:cubicBezTo>
                  <a:cubicBezTo>
                    <a:pt x="84" y="67"/>
                    <a:pt x="1" y="236"/>
                    <a:pt x="52" y="394"/>
                  </a:cubicBezTo>
                  <a:lnTo>
                    <a:pt x="6209" y="18859"/>
                  </a:lnTo>
                  <a:cubicBezTo>
                    <a:pt x="6248" y="18986"/>
                    <a:pt x="6367" y="19065"/>
                    <a:pt x="6493" y="19065"/>
                  </a:cubicBezTo>
                  <a:cubicBezTo>
                    <a:pt x="6525" y="19065"/>
                    <a:pt x="6556" y="19061"/>
                    <a:pt x="6587" y="19049"/>
                  </a:cubicBezTo>
                  <a:cubicBezTo>
                    <a:pt x="6746" y="18998"/>
                    <a:pt x="6828" y="18828"/>
                    <a:pt x="6777" y="18670"/>
                  </a:cubicBezTo>
                  <a:lnTo>
                    <a:pt x="620" y="205"/>
                  </a:lnTo>
                  <a:cubicBezTo>
                    <a:pt x="579" y="79"/>
                    <a:pt x="463" y="0"/>
                    <a:pt x="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46"/>
            <p:cNvSpPr/>
            <p:nvPr/>
          </p:nvSpPr>
          <p:spPr>
            <a:xfrm>
              <a:off x="2745349" y="3396803"/>
              <a:ext cx="133187" cy="693885"/>
            </a:xfrm>
            <a:custGeom>
              <a:rect b="b" l="l" r="r" t="t"/>
              <a:pathLst>
                <a:path extrusionOk="0" h="19068" w="3660">
                  <a:moveTo>
                    <a:pt x="331" y="1"/>
                  </a:moveTo>
                  <a:cubicBezTo>
                    <a:pt x="313" y="1"/>
                    <a:pt x="295" y="2"/>
                    <a:pt x="277" y="6"/>
                  </a:cubicBezTo>
                  <a:cubicBezTo>
                    <a:pt x="115" y="29"/>
                    <a:pt x="1" y="184"/>
                    <a:pt x="28" y="350"/>
                  </a:cubicBezTo>
                  <a:lnTo>
                    <a:pt x="3040" y="18815"/>
                  </a:lnTo>
                  <a:cubicBezTo>
                    <a:pt x="3064" y="18961"/>
                    <a:pt x="3190" y="19067"/>
                    <a:pt x="3336" y="19067"/>
                  </a:cubicBezTo>
                  <a:cubicBezTo>
                    <a:pt x="3352" y="19067"/>
                    <a:pt x="3367" y="19064"/>
                    <a:pt x="3383" y="19064"/>
                  </a:cubicBezTo>
                  <a:cubicBezTo>
                    <a:pt x="3549" y="19036"/>
                    <a:pt x="3659" y="18883"/>
                    <a:pt x="3632" y="18717"/>
                  </a:cubicBezTo>
                  <a:lnTo>
                    <a:pt x="620" y="251"/>
                  </a:lnTo>
                  <a:cubicBezTo>
                    <a:pt x="596" y="107"/>
                    <a:pt x="472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46"/>
            <p:cNvSpPr/>
            <p:nvPr/>
          </p:nvSpPr>
          <p:spPr>
            <a:xfrm>
              <a:off x="3010002" y="3396839"/>
              <a:ext cx="21907" cy="708804"/>
            </a:xfrm>
            <a:custGeom>
              <a:rect b="b" l="l" r="r" t="t"/>
              <a:pathLst>
                <a:path extrusionOk="0" h="19478" w="602">
                  <a:moveTo>
                    <a:pt x="301" y="1"/>
                  </a:moveTo>
                  <a:cubicBezTo>
                    <a:pt x="135" y="1"/>
                    <a:pt x="1" y="135"/>
                    <a:pt x="1" y="301"/>
                  </a:cubicBezTo>
                  <a:lnTo>
                    <a:pt x="1" y="19177"/>
                  </a:lnTo>
                  <a:cubicBezTo>
                    <a:pt x="1" y="19343"/>
                    <a:pt x="135" y="19477"/>
                    <a:pt x="301" y="19477"/>
                  </a:cubicBezTo>
                  <a:cubicBezTo>
                    <a:pt x="467" y="19477"/>
                    <a:pt x="601" y="19343"/>
                    <a:pt x="601" y="19177"/>
                  </a:cubicBezTo>
                  <a:lnTo>
                    <a:pt x="601" y="301"/>
                  </a:lnTo>
                  <a:cubicBezTo>
                    <a:pt x="601" y="135"/>
                    <a:pt x="467" y="1"/>
                    <a:pt x="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46"/>
            <p:cNvSpPr/>
            <p:nvPr/>
          </p:nvSpPr>
          <p:spPr>
            <a:xfrm>
              <a:off x="3188669" y="3411722"/>
              <a:ext cx="97707" cy="693921"/>
            </a:xfrm>
            <a:custGeom>
              <a:rect b="b" l="l" r="r" t="t"/>
              <a:pathLst>
                <a:path extrusionOk="0" h="19069" w="2685">
                  <a:moveTo>
                    <a:pt x="2363" y="1"/>
                  </a:moveTo>
                  <a:cubicBezTo>
                    <a:pt x="2210" y="1"/>
                    <a:pt x="2087" y="114"/>
                    <a:pt x="2068" y="267"/>
                  </a:cubicBezTo>
                  <a:lnTo>
                    <a:pt x="16" y="18733"/>
                  </a:lnTo>
                  <a:cubicBezTo>
                    <a:pt x="1" y="18899"/>
                    <a:pt x="119" y="19048"/>
                    <a:pt x="281" y="19065"/>
                  </a:cubicBezTo>
                  <a:cubicBezTo>
                    <a:pt x="293" y="19065"/>
                    <a:pt x="305" y="19068"/>
                    <a:pt x="316" y="19068"/>
                  </a:cubicBezTo>
                  <a:cubicBezTo>
                    <a:pt x="466" y="19068"/>
                    <a:pt x="597" y="18954"/>
                    <a:pt x="613" y="18799"/>
                  </a:cubicBezTo>
                  <a:lnTo>
                    <a:pt x="2664" y="335"/>
                  </a:lnTo>
                  <a:cubicBezTo>
                    <a:pt x="2684" y="169"/>
                    <a:pt x="2566" y="22"/>
                    <a:pt x="2400" y="3"/>
                  </a:cubicBezTo>
                  <a:cubicBezTo>
                    <a:pt x="2388" y="2"/>
                    <a:pt x="2375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46"/>
            <p:cNvSpPr/>
            <p:nvPr/>
          </p:nvSpPr>
          <p:spPr>
            <a:xfrm>
              <a:off x="3367299" y="3391818"/>
              <a:ext cx="178420" cy="708804"/>
            </a:xfrm>
            <a:custGeom>
              <a:rect b="b" l="l" r="r" t="t"/>
              <a:pathLst>
                <a:path extrusionOk="0" h="19478" w="4903">
                  <a:moveTo>
                    <a:pt x="4568" y="1"/>
                  </a:moveTo>
                  <a:cubicBezTo>
                    <a:pt x="4432" y="1"/>
                    <a:pt x="4309" y="95"/>
                    <a:pt x="4279" y="234"/>
                  </a:cubicBezTo>
                  <a:lnTo>
                    <a:pt x="37" y="19110"/>
                  </a:lnTo>
                  <a:cubicBezTo>
                    <a:pt x="1" y="19272"/>
                    <a:pt x="103" y="19434"/>
                    <a:pt x="265" y="19470"/>
                  </a:cubicBezTo>
                  <a:cubicBezTo>
                    <a:pt x="285" y="19473"/>
                    <a:pt x="309" y="19477"/>
                    <a:pt x="332" y="19477"/>
                  </a:cubicBezTo>
                  <a:cubicBezTo>
                    <a:pt x="467" y="19477"/>
                    <a:pt x="593" y="19382"/>
                    <a:pt x="624" y="19244"/>
                  </a:cubicBezTo>
                  <a:lnTo>
                    <a:pt x="4863" y="368"/>
                  </a:lnTo>
                  <a:cubicBezTo>
                    <a:pt x="4902" y="206"/>
                    <a:pt x="4800" y="44"/>
                    <a:pt x="4638" y="9"/>
                  </a:cubicBezTo>
                  <a:cubicBezTo>
                    <a:pt x="4615" y="3"/>
                    <a:pt x="4591" y="1"/>
                    <a:pt x="4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46"/>
            <p:cNvSpPr/>
            <p:nvPr/>
          </p:nvSpPr>
          <p:spPr>
            <a:xfrm>
              <a:off x="2543175" y="4651982"/>
              <a:ext cx="179257" cy="179257"/>
            </a:xfrm>
            <a:custGeom>
              <a:rect b="b" l="l" r="r" t="t"/>
              <a:pathLst>
                <a:path extrusionOk="0" h="4926" w="4926">
                  <a:moveTo>
                    <a:pt x="2463" y="1"/>
                  </a:moveTo>
                  <a:cubicBezTo>
                    <a:pt x="1101" y="1"/>
                    <a:pt x="1" y="1106"/>
                    <a:pt x="1" y="2463"/>
                  </a:cubicBezTo>
                  <a:cubicBezTo>
                    <a:pt x="1" y="3824"/>
                    <a:pt x="1101" y="4926"/>
                    <a:pt x="2463" y="4926"/>
                  </a:cubicBezTo>
                  <a:cubicBezTo>
                    <a:pt x="3820" y="4926"/>
                    <a:pt x="4926" y="3824"/>
                    <a:pt x="4926" y="2463"/>
                  </a:cubicBezTo>
                  <a:cubicBezTo>
                    <a:pt x="4926" y="1106"/>
                    <a:pt x="3820" y="1"/>
                    <a:pt x="24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46"/>
            <p:cNvSpPr/>
            <p:nvPr/>
          </p:nvSpPr>
          <p:spPr>
            <a:xfrm>
              <a:off x="3294668" y="4651982"/>
              <a:ext cx="179257" cy="179257"/>
            </a:xfrm>
            <a:custGeom>
              <a:rect b="b" l="l" r="r" t="t"/>
              <a:pathLst>
                <a:path extrusionOk="0" h="4926" w="4926">
                  <a:moveTo>
                    <a:pt x="2463" y="1"/>
                  </a:moveTo>
                  <a:cubicBezTo>
                    <a:pt x="1105" y="1"/>
                    <a:pt x="0" y="1106"/>
                    <a:pt x="0" y="2463"/>
                  </a:cubicBezTo>
                  <a:cubicBezTo>
                    <a:pt x="0" y="3824"/>
                    <a:pt x="1105" y="4926"/>
                    <a:pt x="2463" y="4926"/>
                  </a:cubicBezTo>
                  <a:cubicBezTo>
                    <a:pt x="3824" y="4926"/>
                    <a:pt x="4926" y="3824"/>
                    <a:pt x="4926" y="2463"/>
                  </a:cubicBezTo>
                  <a:cubicBezTo>
                    <a:pt x="4926" y="1106"/>
                    <a:pt x="3824" y="1"/>
                    <a:pt x="24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46"/>
            <p:cNvSpPr/>
            <p:nvPr/>
          </p:nvSpPr>
          <p:spPr>
            <a:xfrm>
              <a:off x="2578072" y="4582335"/>
              <a:ext cx="94541" cy="119541"/>
            </a:xfrm>
            <a:custGeom>
              <a:rect b="b" l="l" r="r" t="t"/>
              <a:pathLst>
                <a:path extrusionOk="0" h="3285" w="2598">
                  <a:moveTo>
                    <a:pt x="2459" y="0"/>
                  </a:moveTo>
                  <a:lnTo>
                    <a:pt x="0" y="411"/>
                  </a:lnTo>
                  <a:lnTo>
                    <a:pt x="1638" y="3284"/>
                  </a:lnTo>
                  <a:lnTo>
                    <a:pt x="2597" y="3284"/>
                  </a:lnTo>
                  <a:lnTo>
                    <a:pt x="24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46"/>
            <p:cNvSpPr/>
            <p:nvPr/>
          </p:nvSpPr>
          <p:spPr>
            <a:xfrm>
              <a:off x="3329528" y="4582335"/>
              <a:ext cx="94687" cy="119541"/>
            </a:xfrm>
            <a:custGeom>
              <a:rect b="b" l="l" r="r" t="t"/>
              <a:pathLst>
                <a:path extrusionOk="0" h="3285" w="2602">
                  <a:moveTo>
                    <a:pt x="2463" y="0"/>
                  </a:moveTo>
                  <a:lnTo>
                    <a:pt x="1" y="411"/>
                  </a:lnTo>
                  <a:lnTo>
                    <a:pt x="1643" y="3284"/>
                  </a:lnTo>
                  <a:lnTo>
                    <a:pt x="2602" y="3284"/>
                  </a:lnTo>
                  <a:lnTo>
                    <a:pt x="24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6"/>
            <p:cNvSpPr/>
            <p:nvPr/>
          </p:nvSpPr>
          <p:spPr>
            <a:xfrm>
              <a:off x="1468117" y="3283271"/>
              <a:ext cx="101455" cy="378310"/>
            </a:xfrm>
            <a:custGeom>
              <a:rect b="b" l="l" r="r" t="t"/>
              <a:pathLst>
                <a:path extrusionOk="0" h="10396" w="2788">
                  <a:moveTo>
                    <a:pt x="684" y="0"/>
                  </a:moveTo>
                  <a:cubicBezTo>
                    <a:pt x="822" y="245"/>
                    <a:pt x="968" y="482"/>
                    <a:pt x="1114" y="719"/>
                  </a:cubicBezTo>
                  <a:cubicBezTo>
                    <a:pt x="1260" y="956"/>
                    <a:pt x="1398" y="1200"/>
                    <a:pt x="1551" y="1429"/>
                  </a:cubicBezTo>
                  <a:lnTo>
                    <a:pt x="2409" y="2755"/>
                  </a:lnTo>
                  <a:lnTo>
                    <a:pt x="2409" y="2755"/>
                  </a:lnTo>
                  <a:cubicBezTo>
                    <a:pt x="1953" y="3997"/>
                    <a:pt x="1532" y="5251"/>
                    <a:pt x="1125" y="6508"/>
                  </a:cubicBezTo>
                  <a:cubicBezTo>
                    <a:pt x="917" y="7147"/>
                    <a:pt x="727" y="7795"/>
                    <a:pt x="533" y="8442"/>
                  </a:cubicBezTo>
                  <a:cubicBezTo>
                    <a:pt x="336" y="9089"/>
                    <a:pt x="167" y="9741"/>
                    <a:pt x="1" y="10395"/>
                  </a:cubicBezTo>
                  <a:cubicBezTo>
                    <a:pt x="265" y="9776"/>
                    <a:pt x="526" y="9153"/>
                    <a:pt x="762" y="8521"/>
                  </a:cubicBezTo>
                  <a:cubicBezTo>
                    <a:pt x="1007" y="7890"/>
                    <a:pt x="1248" y="7262"/>
                    <a:pt x="1473" y="6626"/>
                  </a:cubicBezTo>
                  <a:cubicBezTo>
                    <a:pt x="1926" y="5356"/>
                    <a:pt x="2361" y="4081"/>
                    <a:pt x="2759" y="2790"/>
                  </a:cubicBezTo>
                  <a:lnTo>
                    <a:pt x="2787" y="2704"/>
                  </a:lnTo>
                  <a:lnTo>
                    <a:pt x="2740" y="2641"/>
                  </a:lnTo>
                  <a:lnTo>
                    <a:pt x="1729" y="1307"/>
                  </a:lnTo>
                  <a:cubicBezTo>
                    <a:pt x="1564" y="1082"/>
                    <a:pt x="1382" y="869"/>
                    <a:pt x="1212" y="652"/>
                  </a:cubicBezTo>
                  <a:cubicBezTo>
                    <a:pt x="1039" y="431"/>
                    <a:pt x="865" y="213"/>
                    <a:pt x="6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46"/>
            <p:cNvSpPr/>
            <p:nvPr/>
          </p:nvSpPr>
          <p:spPr>
            <a:xfrm>
              <a:off x="2567992" y="4094659"/>
              <a:ext cx="36" cy="36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400">
              <a:solidFill>
                <a:srgbClr val="00A0A0"/>
              </a:solidFill>
              <a:prstDash val="solid"/>
              <a:miter lim="9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6"/>
            <p:cNvSpPr/>
            <p:nvPr/>
          </p:nvSpPr>
          <p:spPr>
            <a:xfrm>
              <a:off x="1745978" y="2114878"/>
              <a:ext cx="77765" cy="99454"/>
            </a:xfrm>
            <a:custGeom>
              <a:rect b="b" l="l" r="r" t="t"/>
              <a:pathLst>
                <a:path extrusionOk="0" h="2733" w="2137">
                  <a:moveTo>
                    <a:pt x="1772" y="1834"/>
                  </a:moveTo>
                  <a:cubicBezTo>
                    <a:pt x="1772" y="1834"/>
                    <a:pt x="1772" y="1836"/>
                    <a:pt x="1773" y="1840"/>
                  </a:cubicBezTo>
                  <a:cubicBezTo>
                    <a:pt x="1773" y="1841"/>
                    <a:pt x="1772" y="1842"/>
                    <a:pt x="1772" y="1843"/>
                  </a:cubicBezTo>
                  <a:lnTo>
                    <a:pt x="1772" y="1843"/>
                  </a:lnTo>
                  <a:cubicBezTo>
                    <a:pt x="1772" y="1838"/>
                    <a:pt x="1771" y="1834"/>
                    <a:pt x="1772" y="1834"/>
                  </a:cubicBezTo>
                  <a:close/>
                  <a:moveTo>
                    <a:pt x="1" y="1"/>
                  </a:moveTo>
                  <a:cubicBezTo>
                    <a:pt x="139" y="632"/>
                    <a:pt x="368" y="1244"/>
                    <a:pt x="621" y="1844"/>
                  </a:cubicBezTo>
                  <a:lnTo>
                    <a:pt x="676" y="1978"/>
                  </a:lnTo>
                  <a:lnTo>
                    <a:pt x="838" y="1951"/>
                  </a:lnTo>
                  <a:cubicBezTo>
                    <a:pt x="1035" y="1919"/>
                    <a:pt x="1244" y="1887"/>
                    <a:pt x="1445" y="1867"/>
                  </a:cubicBezTo>
                  <a:cubicBezTo>
                    <a:pt x="1484" y="1866"/>
                    <a:pt x="1525" y="1865"/>
                    <a:pt x="1565" y="1865"/>
                  </a:cubicBezTo>
                  <a:cubicBezTo>
                    <a:pt x="1621" y="1865"/>
                    <a:pt x="1676" y="1867"/>
                    <a:pt x="1722" y="1871"/>
                  </a:cubicBezTo>
                  <a:cubicBezTo>
                    <a:pt x="1737" y="1871"/>
                    <a:pt x="1750" y="1873"/>
                    <a:pt x="1760" y="1876"/>
                  </a:cubicBezTo>
                  <a:lnTo>
                    <a:pt x="1760" y="1876"/>
                  </a:lnTo>
                  <a:cubicBezTo>
                    <a:pt x="1710" y="1987"/>
                    <a:pt x="1558" y="2146"/>
                    <a:pt x="1430" y="2274"/>
                  </a:cubicBezTo>
                  <a:cubicBezTo>
                    <a:pt x="1284" y="2424"/>
                    <a:pt x="1122" y="2570"/>
                    <a:pt x="972" y="2732"/>
                  </a:cubicBezTo>
                  <a:cubicBezTo>
                    <a:pt x="1177" y="2653"/>
                    <a:pt x="1374" y="2558"/>
                    <a:pt x="1564" y="2444"/>
                  </a:cubicBezTo>
                  <a:cubicBezTo>
                    <a:pt x="1658" y="2385"/>
                    <a:pt x="1753" y="2326"/>
                    <a:pt x="1840" y="2250"/>
                  </a:cubicBezTo>
                  <a:cubicBezTo>
                    <a:pt x="1931" y="2175"/>
                    <a:pt x="2022" y="2104"/>
                    <a:pt x="2097" y="1951"/>
                  </a:cubicBezTo>
                  <a:cubicBezTo>
                    <a:pt x="2137" y="1871"/>
                    <a:pt x="2121" y="1690"/>
                    <a:pt x="2018" y="1615"/>
                  </a:cubicBezTo>
                  <a:cubicBezTo>
                    <a:pt x="1931" y="1540"/>
                    <a:pt x="1856" y="1521"/>
                    <a:pt x="1789" y="1505"/>
                  </a:cubicBezTo>
                  <a:cubicBezTo>
                    <a:pt x="1699" y="1484"/>
                    <a:pt x="1617" y="1478"/>
                    <a:pt x="1538" y="1478"/>
                  </a:cubicBezTo>
                  <a:cubicBezTo>
                    <a:pt x="1499" y="1478"/>
                    <a:pt x="1460" y="1480"/>
                    <a:pt x="1422" y="1481"/>
                  </a:cubicBezTo>
                  <a:cubicBezTo>
                    <a:pt x="1245" y="1487"/>
                    <a:pt x="1075" y="1507"/>
                    <a:pt x="905" y="1540"/>
                  </a:cubicBezTo>
                  <a:lnTo>
                    <a:pt x="905" y="1540"/>
                  </a:lnTo>
                  <a:cubicBezTo>
                    <a:pt x="647" y="1016"/>
                    <a:pt x="364" y="501"/>
                    <a:pt x="1" y="1"/>
                  </a:cubicBezTo>
                  <a:close/>
                </a:path>
              </a:pathLst>
            </a:custGeom>
            <a:solidFill>
              <a:srgbClr val="EF8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46"/>
            <p:cNvSpPr/>
            <p:nvPr/>
          </p:nvSpPr>
          <p:spPr>
            <a:xfrm>
              <a:off x="1617928" y="2204648"/>
              <a:ext cx="115356" cy="57678"/>
            </a:xfrm>
            <a:custGeom>
              <a:rect b="b" l="l" r="r" t="t"/>
              <a:pathLst>
                <a:path extrusionOk="0" h="1585" w="3170">
                  <a:moveTo>
                    <a:pt x="0" y="1"/>
                  </a:moveTo>
                  <a:cubicBezTo>
                    <a:pt x="71" y="309"/>
                    <a:pt x="241" y="600"/>
                    <a:pt x="474" y="833"/>
                  </a:cubicBezTo>
                  <a:cubicBezTo>
                    <a:pt x="707" y="1062"/>
                    <a:pt x="991" y="1236"/>
                    <a:pt x="1290" y="1362"/>
                  </a:cubicBezTo>
                  <a:cubicBezTo>
                    <a:pt x="1594" y="1477"/>
                    <a:pt x="1910" y="1551"/>
                    <a:pt x="2226" y="1575"/>
                  </a:cubicBezTo>
                  <a:cubicBezTo>
                    <a:pt x="2311" y="1581"/>
                    <a:pt x="2397" y="1585"/>
                    <a:pt x="2482" y="1585"/>
                  </a:cubicBezTo>
                  <a:cubicBezTo>
                    <a:pt x="2713" y="1585"/>
                    <a:pt x="2945" y="1559"/>
                    <a:pt x="3169" y="1496"/>
                  </a:cubicBezTo>
                  <a:cubicBezTo>
                    <a:pt x="2557" y="1342"/>
                    <a:pt x="1981" y="1209"/>
                    <a:pt x="1441" y="991"/>
                  </a:cubicBezTo>
                  <a:cubicBezTo>
                    <a:pt x="1168" y="881"/>
                    <a:pt x="915" y="750"/>
                    <a:pt x="671" y="593"/>
                  </a:cubicBezTo>
                  <a:cubicBezTo>
                    <a:pt x="430" y="431"/>
                    <a:pt x="221" y="233"/>
                    <a:pt x="0" y="1"/>
                  </a:cubicBezTo>
                  <a:close/>
                </a:path>
              </a:pathLst>
            </a:custGeom>
            <a:solidFill>
              <a:srgbClr val="EF8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6"/>
            <p:cNvSpPr/>
            <p:nvPr/>
          </p:nvSpPr>
          <p:spPr>
            <a:xfrm>
              <a:off x="1508908" y="2086022"/>
              <a:ext cx="35226" cy="28894"/>
            </a:xfrm>
            <a:custGeom>
              <a:rect b="b" l="l" r="r" t="t"/>
              <a:pathLst>
                <a:path extrusionOk="0" h="794" w="968">
                  <a:moveTo>
                    <a:pt x="0" y="1"/>
                  </a:moveTo>
                  <a:cubicBezTo>
                    <a:pt x="60" y="254"/>
                    <a:pt x="202" y="415"/>
                    <a:pt x="359" y="553"/>
                  </a:cubicBezTo>
                  <a:cubicBezTo>
                    <a:pt x="521" y="680"/>
                    <a:pt x="707" y="782"/>
                    <a:pt x="967" y="794"/>
                  </a:cubicBezTo>
                  <a:cubicBezTo>
                    <a:pt x="909" y="538"/>
                    <a:pt x="770" y="380"/>
                    <a:pt x="612" y="241"/>
                  </a:cubicBezTo>
                  <a:cubicBezTo>
                    <a:pt x="446" y="115"/>
                    <a:pt x="261" y="8"/>
                    <a:pt x="0" y="1"/>
                  </a:cubicBezTo>
                  <a:close/>
                </a:path>
              </a:pathLst>
            </a:custGeom>
            <a:solidFill>
              <a:srgbClr val="EF8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46"/>
            <p:cNvSpPr/>
            <p:nvPr/>
          </p:nvSpPr>
          <p:spPr>
            <a:xfrm>
              <a:off x="1695617" y="2087296"/>
              <a:ext cx="22562" cy="32787"/>
            </a:xfrm>
            <a:custGeom>
              <a:rect b="b" l="l" r="r" t="t"/>
              <a:pathLst>
                <a:path extrusionOk="0" h="901" w="620">
                  <a:moveTo>
                    <a:pt x="308" y="1"/>
                  </a:moveTo>
                  <a:cubicBezTo>
                    <a:pt x="138" y="1"/>
                    <a:pt x="0" y="203"/>
                    <a:pt x="0" y="451"/>
                  </a:cubicBezTo>
                  <a:cubicBezTo>
                    <a:pt x="0" y="700"/>
                    <a:pt x="138" y="901"/>
                    <a:pt x="308" y="901"/>
                  </a:cubicBezTo>
                  <a:cubicBezTo>
                    <a:pt x="477" y="901"/>
                    <a:pt x="620" y="700"/>
                    <a:pt x="620" y="451"/>
                  </a:cubicBezTo>
                  <a:cubicBezTo>
                    <a:pt x="620" y="203"/>
                    <a:pt x="477" y="1"/>
                    <a:pt x="3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46"/>
            <p:cNvSpPr/>
            <p:nvPr/>
          </p:nvSpPr>
          <p:spPr>
            <a:xfrm>
              <a:off x="1758896" y="2085295"/>
              <a:ext cx="22453" cy="32642"/>
            </a:xfrm>
            <a:custGeom>
              <a:rect b="b" l="l" r="r" t="t"/>
              <a:pathLst>
                <a:path extrusionOk="0" h="897" w="617">
                  <a:moveTo>
                    <a:pt x="309" y="1"/>
                  </a:moveTo>
                  <a:cubicBezTo>
                    <a:pt x="139" y="1"/>
                    <a:pt x="1" y="203"/>
                    <a:pt x="1" y="451"/>
                  </a:cubicBezTo>
                  <a:cubicBezTo>
                    <a:pt x="1" y="695"/>
                    <a:pt x="139" y="897"/>
                    <a:pt x="309" y="897"/>
                  </a:cubicBezTo>
                  <a:cubicBezTo>
                    <a:pt x="479" y="897"/>
                    <a:pt x="617" y="695"/>
                    <a:pt x="617" y="451"/>
                  </a:cubicBezTo>
                  <a:cubicBezTo>
                    <a:pt x="617" y="203"/>
                    <a:pt x="479" y="1"/>
                    <a:pt x="3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46"/>
            <p:cNvSpPr/>
            <p:nvPr/>
          </p:nvSpPr>
          <p:spPr>
            <a:xfrm>
              <a:off x="1645910" y="2012445"/>
              <a:ext cx="64665" cy="34389"/>
            </a:xfrm>
            <a:custGeom>
              <a:rect b="b" l="l" r="r" t="t"/>
              <a:pathLst>
                <a:path extrusionOk="0" h="945" w="1777">
                  <a:moveTo>
                    <a:pt x="1594" y="0"/>
                  </a:moveTo>
                  <a:cubicBezTo>
                    <a:pt x="1194" y="0"/>
                    <a:pt x="261" y="80"/>
                    <a:pt x="0" y="811"/>
                  </a:cubicBezTo>
                  <a:lnTo>
                    <a:pt x="375" y="945"/>
                  </a:lnTo>
                  <a:cubicBezTo>
                    <a:pt x="552" y="454"/>
                    <a:pt x="1281" y="401"/>
                    <a:pt x="1596" y="401"/>
                  </a:cubicBezTo>
                  <a:cubicBezTo>
                    <a:pt x="1683" y="401"/>
                    <a:pt x="1738" y="405"/>
                    <a:pt x="1741" y="405"/>
                  </a:cubicBezTo>
                  <a:lnTo>
                    <a:pt x="1776" y="6"/>
                  </a:lnTo>
                  <a:cubicBezTo>
                    <a:pt x="1764" y="5"/>
                    <a:pt x="1697" y="0"/>
                    <a:pt x="15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46"/>
            <p:cNvSpPr/>
            <p:nvPr/>
          </p:nvSpPr>
          <p:spPr>
            <a:xfrm>
              <a:off x="1739683" y="2007023"/>
              <a:ext cx="48435" cy="34825"/>
            </a:xfrm>
            <a:custGeom>
              <a:rect b="b" l="l" r="r" t="t"/>
              <a:pathLst>
                <a:path extrusionOk="0" h="957" w="1331">
                  <a:moveTo>
                    <a:pt x="159" y="1"/>
                  </a:moveTo>
                  <a:lnTo>
                    <a:pt x="0" y="372"/>
                  </a:lnTo>
                  <a:cubicBezTo>
                    <a:pt x="8" y="372"/>
                    <a:pt x="766" y="700"/>
                    <a:pt x="1074" y="957"/>
                  </a:cubicBezTo>
                  <a:lnTo>
                    <a:pt x="1330" y="649"/>
                  </a:lnTo>
                  <a:cubicBezTo>
                    <a:pt x="975" y="352"/>
                    <a:pt x="194" y="17"/>
                    <a:pt x="1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7" name="Google Shape;1327;p46"/>
          <p:cNvSpPr txBox="1"/>
          <p:nvPr/>
        </p:nvSpPr>
        <p:spPr>
          <a:xfrm>
            <a:off x="0" y="3971075"/>
            <a:ext cx="25740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t-value</a:t>
            </a:r>
            <a:r>
              <a:rPr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 =  3.8143</a:t>
            </a:r>
            <a:endParaRPr sz="1800">
              <a:solidFill>
                <a:srgbClr val="09232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p-value</a:t>
            </a:r>
            <a:r>
              <a:rPr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 = 7.35e-5 &lt; 0.05</a:t>
            </a:r>
            <a:endParaRPr sz="1800">
              <a:solidFill>
                <a:srgbClr val="09232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28" name="Google Shape;1328;p46"/>
          <p:cNvSpPr txBox="1"/>
          <p:nvPr/>
        </p:nvSpPr>
        <p:spPr>
          <a:xfrm>
            <a:off x="2835650" y="3898850"/>
            <a:ext cx="41190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Sample mean &gt; hypothesized mean</a:t>
            </a:r>
            <a:endParaRPr sz="1800">
              <a:solidFill>
                <a:srgbClr val="09232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Strong evidence to reject H0</a:t>
            </a:r>
            <a:endParaRPr sz="1800">
              <a:solidFill>
                <a:srgbClr val="09232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29" name="Google Shape;1329;p46"/>
          <p:cNvSpPr/>
          <p:nvPr/>
        </p:nvSpPr>
        <p:spPr>
          <a:xfrm rot="1470">
            <a:off x="2441526" y="4067000"/>
            <a:ext cx="701400" cy="372900"/>
          </a:xfrm>
          <a:prstGeom prst="rightArrow">
            <a:avLst>
              <a:gd fmla="val 63149" name="adj1"/>
              <a:gd fmla="val 75926" name="adj2"/>
            </a:avLst>
          </a:prstGeom>
          <a:solidFill>
            <a:srgbClr val="FF8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0" name="Google Shape;1330;p46"/>
          <p:cNvSpPr txBox="1"/>
          <p:nvPr/>
        </p:nvSpPr>
        <p:spPr>
          <a:xfrm>
            <a:off x="3820550" y="28394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Sample mean = 5.39875.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9232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5" name="Google Shape;1335;p47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1336" name="Google Shape;1336;p47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FIRST SCENARIO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337" name="Google Shape;1337;p47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47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47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47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1341" name="Google Shape;1341;p47"/>
          <p:cNvGraphicFramePr/>
          <p:nvPr/>
        </p:nvGraphicFramePr>
        <p:xfrm>
          <a:off x="952500" y="17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{527E7786-35B9-4DDF-B1B5-6F73B70B8371}</a:tableStyleId>
              </a:tblPr>
              <a:tblGrid>
                <a:gridCol w="3619500"/>
                <a:gridCol w="3619500"/>
              </a:tblGrid>
              <a:tr h="33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HYPOTHESIS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SIGNIFICANCE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Ho = mean ≤ 5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H = mean &gt; 5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𝝰 = 0.05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t.value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t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t = 3.8143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p.value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CONCLUSION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P(T≥t) = </a:t>
                      </a: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7.35e-5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p.value: </a:t>
                      </a: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7.35e-5 &lt; 0.05 -&gt; The null hypothesis is rejected.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42" name="Google Shape;1342;p47"/>
          <p:cNvPicPr preferRelativeResize="0"/>
          <p:nvPr/>
        </p:nvPicPr>
        <p:blipFill rotWithShape="1">
          <a:blip r:embed="rId3">
            <a:alphaModFix/>
          </a:blip>
          <a:srcRect b="0" l="0" r="0" t="-13469"/>
          <a:stretch/>
        </p:blipFill>
        <p:spPr>
          <a:xfrm>
            <a:off x="1915299" y="3123250"/>
            <a:ext cx="1618925" cy="66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48"/>
          <p:cNvSpPr txBox="1"/>
          <p:nvPr>
            <p:ph idx="1" type="subTitle"/>
          </p:nvPr>
        </p:nvSpPr>
        <p:spPr>
          <a:xfrm>
            <a:off x="235625" y="1577450"/>
            <a:ext cx="6146400" cy="861900"/>
          </a:xfrm>
          <a:prstGeom prst="rect">
            <a:avLst/>
          </a:prstGeom>
          <a:solidFill>
            <a:schemeClr val="accent6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There is a relationship between the gender of the customers and the type of products they buy.</a:t>
            </a:r>
            <a:endParaRPr sz="2200"/>
          </a:p>
        </p:txBody>
      </p:sp>
      <p:sp>
        <p:nvSpPr>
          <p:cNvPr id="1348" name="Google Shape;1348;p48"/>
          <p:cNvSpPr txBox="1"/>
          <p:nvPr/>
        </p:nvSpPr>
        <p:spPr>
          <a:xfrm>
            <a:off x="905050" y="257175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H0:</a:t>
            </a:r>
            <a:r>
              <a:rPr lang="en"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No relationship</a:t>
            </a:r>
            <a:endParaRPr sz="22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HA:</a:t>
            </a:r>
            <a:r>
              <a:rPr lang="en"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Relationship</a:t>
            </a:r>
            <a:endParaRPr/>
          </a:p>
        </p:txBody>
      </p:sp>
      <p:sp>
        <p:nvSpPr>
          <p:cNvPr id="1349" name="Google Shape;1349;p48"/>
          <p:cNvSpPr txBox="1"/>
          <p:nvPr>
            <p:ph idx="1" type="subTitle"/>
          </p:nvPr>
        </p:nvSpPr>
        <p:spPr>
          <a:xfrm>
            <a:off x="235625" y="3502863"/>
            <a:ext cx="5797500" cy="39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Categorical</a:t>
            </a:r>
            <a:r>
              <a:rPr lang="en" sz="2200"/>
              <a:t> variables -&gt; chi-squared test</a:t>
            </a:r>
            <a:endParaRPr sz="2200"/>
          </a:p>
        </p:txBody>
      </p:sp>
      <p:grpSp>
        <p:nvGrpSpPr>
          <p:cNvPr id="1350" name="Google Shape;1350;p48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1351" name="Google Shape;1351;p48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SECOND</a:t>
              </a: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 SCENARIO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352" name="Google Shape;1352;p48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48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48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48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6" name="Google Shape;1356;p48"/>
          <p:cNvGrpSpPr/>
          <p:nvPr/>
        </p:nvGrpSpPr>
        <p:grpSpPr>
          <a:xfrm>
            <a:off x="7713025" y="1806880"/>
            <a:ext cx="889951" cy="2869292"/>
            <a:chOff x="2669775" y="1843705"/>
            <a:chExt cx="889951" cy="2869292"/>
          </a:xfrm>
        </p:grpSpPr>
        <p:sp>
          <p:nvSpPr>
            <p:cNvPr id="1357" name="Google Shape;1357;p48"/>
            <p:cNvSpPr/>
            <p:nvPr/>
          </p:nvSpPr>
          <p:spPr>
            <a:xfrm>
              <a:off x="2699561" y="2246989"/>
              <a:ext cx="157946" cy="334745"/>
            </a:xfrm>
            <a:custGeom>
              <a:rect b="b" l="l" r="r" t="t"/>
              <a:pathLst>
                <a:path extrusionOk="0" h="8878" w="4189">
                  <a:moveTo>
                    <a:pt x="2417" y="1"/>
                  </a:moveTo>
                  <a:cubicBezTo>
                    <a:pt x="2413" y="1"/>
                    <a:pt x="2410" y="1"/>
                    <a:pt x="2406" y="1"/>
                  </a:cubicBezTo>
                  <a:cubicBezTo>
                    <a:pt x="2033" y="26"/>
                    <a:pt x="1935" y="445"/>
                    <a:pt x="1935" y="445"/>
                  </a:cubicBezTo>
                  <a:cubicBezTo>
                    <a:pt x="1935" y="445"/>
                    <a:pt x="1933" y="445"/>
                    <a:pt x="1931" y="445"/>
                  </a:cubicBezTo>
                  <a:cubicBezTo>
                    <a:pt x="1888" y="445"/>
                    <a:pt x="1430" y="457"/>
                    <a:pt x="1279" y="967"/>
                  </a:cubicBezTo>
                  <a:cubicBezTo>
                    <a:pt x="828" y="1266"/>
                    <a:pt x="472" y="2584"/>
                    <a:pt x="423" y="4078"/>
                  </a:cubicBezTo>
                  <a:cubicBezTo>
                    <a:pt x="1" y="5925"/>
                    <a:pt x="349" y="6584"/>
                    <a:pt x="1321" y="6834"/>
                  </a:cubicBezTo>
                  <a:cubicBezTo>
                    <a:pt x="1297" y="7408"/>
                    <a:pt x="1248" y="8729"/>
                    <a:pt x="1248" y="8729"/>
                  </a:cubicBezTo>
                  <a:lnTo>
                    <a:pt x="2047" y="8877"/>
                  </a:lnTo>
                  <a:lnTo>
                    <a:pt x="2097" y="7083"/>
                  </a:lnTo>
                  <a:cubicBezTo>
                    <a:pt x="2097" y="7083"/>
                    <a:pt x="2897" y="6766"/>
                    <a:pt x="3263" y="6034"/>
                  </a:cubicBezTo>
                  <a:cubicBezTo>
                    <a:pt x="3436" y="5685"/>
                    <a:pt x="3376" y="4737"/>
                    <a:pt x="3650" y="4064"/>
                  </a:cubicBezTo>
                  <a:cubicBezTo>
                    <a:pt x="3886" y="3488"/>
                    <a:pt x="4189" y="3015"/>
                    <a:pt x="3830" y="3015"/>
                  </a:cubicBezTo>
                  <a:cubicBezTo>
                    <a:pt x="3770" y="3015"/>
                    <a:pt x="3691" y="3028"/>
                    <a:pt x="3590" y="3056"/>
                  </a:cubicBezTo>
                  <a:cubicBezTo>
                    <a:pt x="3217" y="3232"/>
                    <a:pt x="2967" y="3754"/>
                    <a:pt x="2967" y="3754"/>
                  </a:cubicBezTo>
                  <a:cubicBezTo>
                    <a:pt x="2967" y="3754"/>
                    <a:pt x="3291" y="1037"/>
                    <a:pt x="3369" y="713"/>
                  </a:cubicBezTo>
                  <a:cubicBezTo>
                    <a:pt x="3417" y="501"/>
                    <a:pt x="3381" y="363"/>
                    <a:pt x="3259" y="363"/>
                  </a:cubicBezTo>
                  <a:cubicBezTo>
                    <a:pt x="3195" y="363"/>
                    <a:pt x="3107" y="401"/>
                    <a:pt x="2995" y="487"/>
                  </a:cubicBezTo>
                  <a:cubicBezTo>
                    <a:pt x="2668" y="737"/>
                    <a:pt x="2530" y="1277"/>
                    <a:pt x="2530" y="1277"/>
                  </a:cubicBezTo>
                  <a:cubicBezTo>
                    <a:pt x="2530" y="1277"/>
                    <a:pt x="2776" y="1"/>
                    <a:pt x="2417" y="1"/>
                  </a:cubicBezTo>
                  <a:close/>
                </a:path>
              </a:pathLst>
            </a:custGeom>
            <a:solidFill>
              <a:srgbClr val="F9C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48"/>
            <p:cNvSpPr/>
            <p:nvPr/>
          </p:nvSpPr>
          <p:spPr>
            <a:xfrm>
              <a:off x="2996331" y="3283817"/>
              <a:ext cx="367661" cy="1325557"/>
            </a:xfrm>
            <a:custGeom>
              <a:rect b="b" l="l" r="r" t="t"/>
              <a:pathLst>
                <a:path extrusionOk="0" h="35156" w="9751">
                  <a:moveTo>
                    <a:pt x="3461" y="1"/>
                  </a:moveTo>
                  <a:lnTo>
                    <a:pt x="1" y="318"/>
                  </a:lnTo>
                  <a:lnTo>
                    <a:pt x="1336" y="31537"/>
                  </a:lnTo>
                  <a:cubicBezTo>
                    <a:pt x="1336" y="31537"/>
                    <a:pt x="1308" y="31531"/>
                    <a:pt x="1265" y="31531"/>
                  </a:cubicBezTo>
                  <a:cubicBezTo>
                    <a:pt x="1096" y="31531"/>
                    <a:pt x="708" y="31632"/>
                    <a:pt x="1023" y="32637"/>
                  </a:cubicBezTo>
                  <a:cubicBezTo>
                    <a:pt x="1417" y="33894"/>
                    <a:pt x="1259" y="34130"/>
                    <a:pt x="1259" y="34130"/>
                  </a:cubicBezTo>
                  <a:lnTo>
                    <a:pt x="2358" y="35156"/>
                  </a:lnTo>
                  <a:cubicBezTo>
                    <a:pt x="2358" y="35156"/>
                    <a:pt x="1967" y="33503"/>
                    <a:pt x="2358" y="33108"/>
                  </a:cubicBezTo>
                  <a:cubicBezTo>
                    <a:pt x="2753" y="32718"/>
                    <a:pt x="2753" y="32637"/>
                    <a:pt x="2595" y="31614"/>
                  </a:cubicBezTo>
                  <a:cubicBezTo>
                    <a:pt x="2439" y="30593"/>
                    <a:pt x="3620" y="4014"/>
                    <a:pt x="3620" y="4014"/>
                  </a:cubicBezTo>
                  <a:cubicBezTo>
                    <a:pt x="3620" y="4014"/>
                    <a:pt x="7157" y="29807"/>
                    <a:pt x="7157" y="31301"/>
                  </a:cubicBezTo>
                  <a:cubicBezTo>
                    <a:pt x="7157" y="32795"/>
                    <a:pt x="6685" y="31614"/>
                    <a:pt x="6844" y="32873"/>
                  </a:cubicBezTo>
                  <a:cubicBezTo>
                    <a:pt x="6999" y="34130"/>
                    <a:pt x="7157" y="34839"/>
                    <a:pt x="7157" y="34839"/>
                  </a:cubicBezTo>
                  <a:lnTo>
                    <a:pt x="8493" y="34289"/>
                  </a:lnTo>
                  <a:cubicBezTo>
                    <a:pt x="8493" y="34289"/>
                    <a:pt x="9751" y="33344"/>
                    <a:pt x="9123" y="32718"/>
                  </a:cubicBezTo>
                  <a:cubicBezTo>
                    <a:pt x="8493" y="32087"/>
                    <a:pt x="8415" y="31142"/>
                    <a:pt x="8887" y="30357"/>
                  </a:cubicBezTo>
                  <a:cubicBezTo>
                    <a:pt x="9360" y="29571"/>
                    <a:pt x="8179" y="29885"/>
                    <a:pt x="8256" y="25716"/>
                  </a:cubicBezTo>
                  <a:cubicBezTo>
                    <a:pt x="8338" y="21551"/>
                    <a:pt x="8810" y="1339"/>
                    <a:pt x="8810" y="1339"/>
                  </a:cubicBezTo>
                  <a:lnTo>
                    <a:pt x="34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48"/>
            <p:cNvSpPr/>
            <p:nvPr/>
          </p:nvSpPr>
          <p:spPr>
            <a:xfrm>
              <a:off x="3087914" y="2138703"/>
              <a:ext cx="76541" cy="81443"/>
            </a:xfrm>
            <a:custGeom>
              <a:rect b="b" l="l" r="r" t="t"/>
              <a:pathLst>
                <a:path extrusionOk="0" h="2160" w="2030">
                  <a:moveTo>
                    <a:pt x="822" y="1"/>
                  </a:moveTo>
                  <a:cubicBezTo>
                    <a:pt x="807" y="1"/>
                    <a:pt x="791" y="1"/>
                    <a:pt x="775" y="2"/>
                  </a:cubicBezTo>
                  <a:cubicBezTo>
                    <a:pt x="0" y="33"/>
                    <a:pt x="419" y="2160"/>
                    <a:pt x="1372" y="2160"/>
                  </a:cubicBezTo>
                  <a:cubicBezTo>
                    <a:pt x="1477" y="2160"/>
                    <a:pt x="1588" y="2134"/>
                    <a:pt x="1705" y="2077"/>
                  </a:cubicBezTo>
                  <a:lnTo>
                    <a:pt x="2030" y="897"/>
                  </a:lnTo>
                  <a:cubicBezTo>
                    <a:pt x="2030" y="897"/>
                    <a:pt x="1649" y="1"/>
                    <a:pt x="822" y="1"/>
                  </a:cubicBezTo>
                  <a:close/>
                </a:path>
              </a:pathLst>
            </a:custGeom>
            <a:solidFill>
              <a:srgbClr val="F9C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48"/>
            <p:cNvSpPr/>
            <p:nvPr/>
          </p:nvSpPr>
          <p:spPr>
            <a:xfrm>
              <a:off x="3116833" y="2156537"/>
              <a:ext cx="43512" cy="47621"/>
            </a:xfrm>
            <a:custGeom>
              <a:rect b="b" l="l" r="r" t="t"/>
              <a:pathLst>
                <a:path extrusionOk="0" h="1263" w="1154">
                  <a:moveTo>
                    <a:pt x="771" y="944"/>
                  </a:moveTo>
                  <a:cubicBezTo>
                    <a:pt x="772" y="944"/>
                    <a:pt x="772" y="944"/>
                    <a:pt x="773" y="945"/>
                  </a:cubicBezTo>
                  <a:cubicBezTo>
                    <a:pt x="776" y="952"/>
                    <a:pt x="773" y="952"/>
                    <a:pt x="773" y="959"/>
                  </a:cubicBezTo>
                  <a:cubicBezTo>
                    <a:pt x="773" y="959"/>
                    <a:pt x="773" y="960"/>
                    <a:pt x="773" y="961"/>
                  </a:cubicBezTo>
                  <a:lnTo>
                    <a:pt x="773" y="961"/>
                  </a:lnTo>
                  <a:cubicBezTo>
                    <a:pt x="772" y="954"/>
                    <a:pt x="770" y="944"/>
                    <a:pt x="771" y="944"/>
                  </a:cubicBezTo>
                  <a:close/>
                  <a:moveTo>
                    <a:pt x="19" y="1"/>
                  </a:moveTo>
                  <a:cubicBezTo>
                    <a:pt x="13" y="1"/>
                    <a:pt x="7" y="1"/>
                    <a:pt x="1" y="1"/>
                  </a:cubicBezTo>
                  <a:cubicBezTo>
                    <a:pt x="212" y="117"/>
                    <a:pt x="375" y="269"/>
                    <a:pt x="519" y="434"/>
                  </a:cubicBezTo>
                  <a:cubicBezTo>
                    <a:pt x="589" y="523"/>
                    <a:pt x="656" y="607"/>
                    <a:pt x="713" y="702"/>
                  </a:cubicBezTo>
                  <a:cubicBezTo>
                    <a:pt x="738" y="738"/>
                    <a:pt x="761" y="777"/>
                    <a:pt x="782" y="816"/>
                  </a:cubicBezTo>
                  <a:lnTo>
                    <a:pt x="782" y="816"/>
                  </a:lnTo>
                  <a:cubicBezTo>
                    <a:pt x="752" y="816"/>
                    <a:pt x="720" y="817"/>
                    <a:pt x="671" y="843"/>
                  </a:cubicBezTo>
                  <a:cubicBezTo>
                    <a:pt x="653" y="853"/>
                    <a:pt x="635" y="878"/>
                    <a:pt x="625" y="899"/>
                  </a:cubicBezTo>
                  <a:cubicBezTo>
                    <a:pt x="614" y="920"/>
                    <a:pt x="617" y="938"/>
                    <a:pt x="617" y="959"/>
                  </a:cubicBezTo>
                  <a:cubicBezTo>
                    <a:pt x="625" y="994"/>
                    <a:pt x="635" y="1005"/>
                    <a:pt x="646" y="1026"/>
                  </a:cubicBezTo>
                  <a:cubicBezTo>
                    <a:pt x="692" y="1089"/>
                    <a:pt x="737" y="1125"/>
                    <a:pt x="790" y="1164"/>
                  </a:cubicBezTo>
                  <a:cubicBezTo>
                    <a:pt x="840" y="1202"/>
                    <a:pt x="892" y="1234"/>
                    <a:pt x="949" y="1262"/>
                  </a:cubicBezTo>
                  <a:lnTo>
                    <a:pt x="850" y="1107"/>
                  </a:lnTo>
                  <a:cubicBezTo>
                    <a:pt x="827" y="1071"/>
                    <a:pt x="803" y="1032"/>
                    <a:pt x="787" y="997"/>
                  </a:cubicBezTo>
                  <a:lnTo>
                    <a:pt x="787" y="997"/>
                  </a:lnTo>
                  <a:cubicBezTo>
                    <a:pt x="788" y="998"/>
                    <a:pt x="789" y="998"/>
                    <a:pt x="790" y="998"/>
                  </a:cubicBezTo>
                  <a:cubicBezTo>
                    <a:pt x="836" y="1016"/>
                    <a:pt x="889" y="1033"/>
                    <a:pt x="942" y="1054"/>
                  </a:cubicBezTo>
                  <a:lnTo>
                    <a:pt x="1153" y="1131"/>
                  </a:lnTo>
                  <a:lnTo>
                    <a:pt x="1072" y="910"/>
                  </a:lnTo>
                  <a:cubicBezTo>
                    <a:pt x="991" y="681"/>
                    <a:pt x="853" y="462"/>
                    <a:pt x="671" y="290"/>
                  </a:cubicBezTo>
                  <a:cubicBezTo>
                    <a:pt x="492" y="128"/>
                    <a:pt x="260" y="1"/>
                    <a:pt x="19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48"/>
            <p:cNvSpPr/>
            <p:nvPr/>
          </p:nvSpPr>
          <p:spPr>
            <a:xfrm>
              <a:off x="3131990" y="1926616"/>
              <a:ext cx="297115" cy="690039"/>
            </a:xfrm>
            <a:custGeom>
              <a:rect b="b" l="l" r="r" t="t"/>
              <a:pathLst>
                <a:path extrusionOk="0" h="18301" w="7880">
                  <a:moveTo>
                    <a:pt x="2143" y="0"/>
                  </a:moveTo>
                  <a:cubicBezTo>
                    <a:pt x="2080" y="0"/>
                    <a:pt x="2022" y="2"/>
                    <a:pt x="1970" y="7"/>
                  </a:cubicBezTo>
                  <a:cubicBezTo>
                    <a:pt x="1970" y="7"/>
                    <a:pt x="861" y="4982"/>
                    <a:pt x="430" y="7561"/>
                  </a:cubicBezTo>
                  <a:cubicBezTo>
                    <a:pt x="0" y="10137"/>
                    <a:pt x="286" y="11106"/>
                    <a:pt x="1470" y="12321"/>
                  </a:cubicBezTo>
                  <a:cubicBezTo>
                    <a:pt x="2650" y="13541"/>
                    <a:pt x="3151" y="14362"/>
                    <a:pt x="2721" y="16546"/>
                  </a:cubicBezTo>
                  <a:cubicBezTo>
                    <a:pt x="2438" y="17981"/>
                    <a:pt x="2466" y="18227"/>
                    <a:pt x="2518" y="18227"/>
                  </a:cubicBezTo>
                  <a:cubicBezTo>
                    <a:pt x="2546" y="18227"/>
                    <a:pt x="2580" y="18160"/>
                    <a:pt x="2580" y="18160"/>
                  </a:cubicBezTo>
                  <a:lnTo>
                    <a:pt x="3905" y="18301"/>
                  </a:lnTo>
                  <a:cubicBezTo>
                    <a:pt x="3905" y="18301"/>
                    <a:pt x="5085" y="11321"/>
                    <a:pt x="6089" y="7702"/>
                  </a:cubicBezTo>
                  <a:cubicBezTo>
                    <a:pt x="7090" y="4087"/>
                    <a:pt x="7880" y="1187"/>
                    <a:pt x="7880" y="1187"/>
                  </a:cubicBezTo>
                  <a:cubicBezTo>
                    <a:pt x="7880" y="1187"/>
                    <a:pt x="3627" y="0"/>
                    <a:pt x="2143" y="0"/>
                  </a:cubicBezTo>
                  <a:close/>
                </a:path>
              </a:pathLst>
            </a:custGeom>
            <a:solidFill>
              <a:srgbClr val="F9C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8"/>
            <p:cNvSpPr/>
            <p:nvPr/>
          </p:nvSpPr>
          <p:spPr>
            <a:xfrm>
              <a:off x="3341249" y="2177990"/>
              <a:ext cx="112474" cy="85930"/>
            </a:xfrm>
            <a:custGeom>
              <a:rect b="b" l="l" r="r" t="t"/>
              <a:pathLst>
                <a:path extrusionOk="0" h="2279" w="2983">
                  <a:moveTo>
                    <a:pt x="1849" y="0"/>
                  </a:moveTo>
                  <a:cubicBezTo>
                    <a:pt x="1148" y="0"/>
                    <a:pt x="286" y="715"/>
                    <a:pt x="286" y="715"/>
                  </a:cubicBezTo>
                  <a:lnTo>
                    <a:pt x="1" y="1969"/>
                  </a:lnTo>
                  <a:cubicBezTo>
                    <a:pt x="235" y="2186"/>
                    <a:pt x="529" y="2278"/>
                    <a:pt x="836" y="2278"/>
                  </a:cubicBezTo>
                  <a:cubicBezTo>
                    <a:pt x="1843" y="2278"/>
                    <a:pt x="2982" y="1280"/>
                    <a:pt x="2544" y="429"/>
                  </a:cubicBezTo>
                  <a:cubicBezTo>
                    <a:pt x="2381" y="113"/>
                    <a:pt x="2128" y="0"/>
                    <a:pt x="1849" y="0"/>
                  </a:cubicBezTo>
                  <a:close/>
                </a:path>
              </a:pathLst>
            </a:custGeom>
            <a:solidFill>
              <a:srgbClr val="F9C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48"/>
            <p:cNvSpPr/>
            <p:nvPr/>
          </p:nvSpPr>
          <p:spPr>
            <a:xfrm>
              <a:off x="3108953" y="1843705"/>
              <a:ext cx="348847" cy="353296"/>
            </a:xfrm>
            <a:custGeom>
              <a:rect b="b" l="l" r="r" t="t"/>
              <a:pathLst>
                <a:path extrusionOk="0" h="9370" w="9252">
                  <a:moveTo>
                    <a:pt x="2765" y="0"/>
                  </a:moveTo>
                  <a:cubicBezTo>
                    <a:pt x="2344" y="0"/>
                    <a:pt x="2755" y="502"/>
                    <a:pt x="3691" y="1025"/>
                  </a:cubicBezTo>
                  <a:cubicBezTo>
                    <a:pt x="2077" y="539"/>
                    <a:pt x="1210" y="348"/>
                    <a:pt x="873" y="348"/>
                  </a:cubicBezTo>
                  <a:cubicBezTo>
                    <a:pt x="245" y="348"/>
                    <a:pt x="1455" y="1010"/>
                    <a:pt x="3085" y="1659"/>
                  </a:cubicBezTo>
                  <a:cubicBezTo>
                    <a:pt x="2655" y="1547"/>
                    <a:pt x="2321" y="1501"/>
                    <a:pt x="2108" y="1501"/>
                  </a:cubicBezTo>
                  <a:cubicBezTo>
                    <a:pt x="1573" y="1501"/>
                    <a:pt x="1803" y="1791"/>
                    <a:pt x="3209" y="2050"/>
                  </a:cubicBezTo>
                  <a:cubicBezTo>
                    <a:pt x="2272" y="1941"/>
                    <a:pt x="1602" y="1895"/>
                    <a:pt x="1155" y="1895"/>
                  </a:cubicBezTo>
                  <a:cubicBezTo>
                    <a:pt x="0" y="1895"/>
                    <a:pt x="336" y="2200"/>
                    <a:pt x="1426" y="2505"/>
                  </a:cubicBezTo>
                  <a:cubicBezTo>
                    <a:pt x="2934" y="2928"/>
                    <a:pt x="8071" y="3653"/>
                    <a:pt x="8071" y="3653"/>
                  </a:cubicBezTo>
                  <a:lnTo>
                    <a:pt x="6834" y="9369"/>
                  </a:lnTo>
                  <a:lnTo>
                    <a:pt x="6834" y="9369"/>
                  </a:lnTo>
                  <a:lnTo>
                    <a:pt x="9252" y="3562"/>
                  </a:lnTo>
                  <a:cubicBezTo>
                    <a:pt x="9252" y="3562"/>
                    <a:pt x="7708" y="2354"/>
                    <a:pt x="4868" y="841"/>
                  </a:cubicBezTo>
                  <a:cubicBezTo>
                    <a:pt x="3720" y="231"/>
                    <a:pt x="3051" y="0"/>
                    <a:pt x="27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48"/>
            <p:cNvSpPr/>
            <p:nvPr/>
          </p:nvSpPr>
          <p:spPr>
            <a:xfrm>
              <a:off x="3160419" y="2064199"/>
              <a:ext cx="136756" cy="125746"/>
            </a:xfrm>
            <a:custGeom>
              <a:rect b="b" l="l" r="r" t="t"/>
              <a:pathLst>
                <a:path extrusionOk="0" h="3335" w="3627">
                  <a:moveTo>
                    <a:pt x="1850" y="1"/>
                  </a:moveTo>
                  <a:cubicBezTo>
                    <a:pt x="1721" y="1"/>
                    <a:pt x="1587" y="50"/>
                    <a:pt x="1449" y="163"/>
                  </a:cubicBezTo>
                  <a:cubicBezTo>
                    <a:pt x="452" y="977"/>
                    <a:pt x="1" y="3334"/>
                    <a:pt x="1" y="3334"/>
                  </a:cubicBezTo>
                  <a:lnTo>
                    <a:pt x="3626" y="3063"/>
                  </a:lnTo>
                  <a:lnTo>
                    <a:pt x="3232" y="1882"/>
                  </a:lnTo>
                  <a:cubicBezTo>
                    <a:pt x="3232" y="1882"/>
                    <a:pt x="2649" y="1"/>
                    <a:pt x="1850" y="1"/>
                  </a:cubicBezTo>
                  <a:close/>
                </a:path>
              </a:pathLst>
            </a:custGeom>
            <a:solidFill>
              <a:srgbClr val="FF9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48"/>
            <p:cNvSpPr/>
            <p:nvPr/>
          </p:nvSpPr>
          <p:spPr>
            <a:xfrm>
              <a:off x="3194692" y="2190584"/>
              <a:ext cx="132646" cy="51430"/>
            </a:xfrm>
            <a:custGeom>
              <a:rect b="b" l="l" r="r" t="t"/>
              <a:pathLst>
                <a:path extrusionOk="0" h="1364" w="3518">
                  <a:moveTo>
                    <a:pt x="3517" y="0"/>
                  </a:moveTo>
                  <a:lnTo>
                    <a:pt x="3517" y="0"/>
                  </a:lnTo>
                  <a:cubicBezTo>
                    <a:pt x="3291" y="246"/>
                    <a:pt x="3034" y="461"/>
                    <a:pt x="2770" y="648"/>
                  </a:cubicBezTo>
                  <a:cubicBezTo>
                    <a:pt x="2502" y="831"/>
                    <a:pt x="2210" y="976"/>
                    <a:pt x="1904" y="1057"/>
                  </a:cubicBezTo>
                  <a:cubicBezTo>
                    <a:pt x="1700" y="1116"/>
                    <a:pt x="1488" y="1147"/>
                    <a:pt x="1274" y="1147"/>
                  </a:cubicBezTo>
                  <a:cubicBezTo>
                    <a:pt x="1168" y="1147"/>
                    <a:pt x="1062" y="1139"/>
                    <a:pt x="956" y="1124"/>
                  </a:cubicBezTo>
                  <a:cubicBezTo>
                    <a:pt x="793" y="1116"/>
                    <a:pt x="639" y="1067"/>
                    <a:pt x="476" y="1032"/>
                  </a:cubicBezTo>
                  <a:cubicBezTo>
                    <a:pt x="315" y="994"/>
                    <a:pt x="167" y="923"/>
                    <a:pt x="1" y="877"/>
                  </a:cubicBezTo>
                  <a:lnTo>
                    <a:pt x="1" y="877"/>
                  </a:lnTo>
                  <a:cubicBezTo>
                    <a:pt x="141" y="968"/>
                    <a:pt x="283" y="1064"/>
                    <a:pt x="437" y="1142"/>
                  </a:cubicBezTo>
                  <a:cubicBezTo>
                    <a:pt x="596" y="1201"/>
                    <a:pt x="754" y="1279"/>
                    <a:pt x="928" y="1303"/>
                  </a:cubicBezTo>
                  <a:cubicBezTo>
                    <a:pt x="1093" y="1353"/>
                    <a:pt x="1269" y="1357"/>
                    <a:pt x="1445" y="1363"/>
                  </a:cubicBezTo>
                  <a:cubicBezTo>
                    <a:pt x="1621" y="1349"/>
                    <a:pt x="1798" y="1335"/>
                    <a:pt x="1967" y="1282"/>
                  </a:cubicBezTo>
                  <a:cubicBezTo>
                    <a:pt x="2647" y="1092"/>
                    <a:pt x="3207" y="595"/>
                    <a:pt x="3517" y="0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48"/>
            <p:cNvSpPr/>
            <p:nvPr/>
          </p:nvSpPr>
          <p:spPr>
            <a:xfrm>
              <a:off x="3344567" y="2200613"/>
              <a:ext cx="82008" cy="43097"/>
            </a:xfrm>
            <a:custGeom>
              <a:rect b="b" l="l" r="r" t="t"/>
              <a:pathLst>
                <a:path extrusionOk="0" h="1143" w="2175">
                  <a:moveTo>
                    <a:pt x="592" y="836"/>
                  </a:moveTo>
                  <a:cubicBezTo>
                    <a:pt x="593" y="836"/>
                    <a:pt x="593" y="840"/>
                    <a:pt x="589" y="844"/>
                  </a:cubicBezTo>
                  <a:cubicBezTo>
                    <a:pt x="589" y="844"/>
                    <a:pt x="589" y="844"/>
                    <a:pt x="589" y="844"/>
                  </a:cubicBezTo>
                  <a:lnTo>
                    <a:pt x="589" y="844"/>
                  </a:lnTo>
                  <a:cubicBezTo>
                    <a:pt x="590" y="839"/>
                    <a:pt x="591" y="836"/>
                    <a:pt x="592" y="836"/>
                  </a:cubicBezTo>
                  <a:close/>
                  <a:moveTo>
                    <a:pt x="1712" y="1"/>
                  </a:moveTo>
                  <a:cubicBezTo>
                    <a:pt x="1700" y="1"/>
                    <a:pt x="1689" y="1"/>
                    <a:pt x="1678" y="1"/>
                  </a:cubicBezTo>
                  <a:cubicBezTo>
                    <a:pt x="1494" y="5"/>
                    <a:pt x="1315" y="55"/>
                    <a:pt x="1146" y="118"/>
                  </a:cubicBezTo>
                  <a:cubicBezTo>
                    <a:pt x="811" y="255"/>
                    <a:pt x="511" y="453"/>
                    <a:pt x="236" y="674"/>
                  </a:cubicBezTo>
                  <a:lnTo>
                    <a:pt x="1" y="865"/>
                  </a:lnTo>
                  <a:lnTo>
                    <a:pt x="297" y="865"/>
                  </a:lnTo>
                  <a:cubicBezTo>
                    <a:pt x="381" y="865"/>
                    <a:pt x="466" y="865"/>
                    <a:pt x="539" y="872"/>
                  </a:cubicBezTo>
                  <a:cubicBezTo>
                    <a:pt x="546" y="873"/>
                    <a:pt x="552" y="874"/>
                    <a:pt x="558" y="876"/>
                  </a:cubicBezTo>
                  <a:lnTo>
                    <a:pt x="558" y="876"/>
                  </a:lnTo>
                  <a:cubicBezTo>
                    <a:pt x="556" y="877"/>
                    <a:pt x="555" y="878"/>
                    <a:pt x="554" y="879"/>
                  </a:cubicBezTo>
                  <a:cubicBezTo>
                    <a:pt x="430" y="977"/>
                    <a:pt x="272" y="1058"/>
                    <a:pt x="120" y="1143"/>
                  </a:cubicBezTo>
                  <a:cubicBezTo>
                    <a:pt x="297" y="1118"/>
                    <a:pt x="466" y="1083"/>
                    <a:pt x="635" y="995"/>
                  </a:cubicBezTo>
                  <a:cubicBezTo>
                    <a:pt x="656" y="985"/>
                    <a:pt x="677" y="970"/>
                    <a:pt x="698" y="949"/>
                  </a:cubicBezTo>
                  <a:cubicBezTo>
                    <a:pt x="719" y="932"/>
                    <a:pt x="762" y="897"/>
                    <a:pt x="747" y="819"/>
                  </a:cubicBezTo>
                  <a:cubicBezTo>
                    <a:pt x="719" y="745"/>
                    <a:pt x="677" y="738"/>
                    <a:pt x="653" y="720"/>
                  </a:cubicBezTo>
                  <a:cubicBezTo>
                    <a:pt x="628" y="708"/>
                    <a:pt x="608" y="704"/>
                    <a:pt x="585" y="696"/>
                  </a:cubicBezTo>
                  <a:lnTo>
                    <a:pt x="585" y="696"/>
                  </a:lnTo>
                  <a:cubicBezTo>
                    <a:pt x="653" y="650"/>
                    <a:pt x="722" y="604"/>
                    <a:pt x="793" y="562"/>
                  </a:cubicBezTo>
                  <a:cubicBezTo>
                    <a:pt x="934" y="470"/>
                    <a:pt x="1082" y="389"/>
                    <a:pt x="1230" y="312"/>
                  </a:cubicBezTo>
                  <a:cubicBezTo>
                    <a:pt x="1382" y="241"/>
                    <a:pt x="1533" y="174"/>
                    <a:pt x="1695" y="139"/>
                  </a:cubicBezTo>
                  <a:cubicBezTo>
                    <a:pt x="1760" y="127"/>
                    <a:pt x="1829" y="117"/>
                    <a:pt x="1898" y="117"/>
                  </a:cubicBezTo>
                  <a:cubicBezTo>
                    <a:pt x="1993" y="117"/>
                    <a:pt x="2089" y="136"/>
                    <a:pt x="2175" y="195"/>
                  </a:cubicBezTo>
                  <a:cubicBezTo>
                    <a:pt x="2079" y="50"/>
                    <a:pt x="1884" y="1"/>
                    <a:pt x="1712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48"/>
            <p:cNvSpPr/>
            <p:nvPr/>
          </p:nvSpPr>
          <p:spPr>
            <a:xfrm>
              <a:off x="3305392" y="2075020"/>
              <a:ext cx="21153" cy="33821"/>
            </a:xfrm>
            <a:custGeom>
              <a:rect b="b" l="l" r="r" t="t"/>
              <a:pathLst>
                <a:path extrusionOk="0" h="897" w="561">
                  <a:moveTo>
                    <a:pt x="346" y="1"/>
                  </a:moveTo>
                  <a:cubicBezTo>
                    <a:pt x="229" y="1"/>
                    <a:pt x="98" y="170"/>
                    <a:pt x="49" y="401"/>
                  </a:cubicBezTo>
                  <a:cubicBezTo>
                    <a:pt x="0" y="647"/>
                    <a:pt x="59" y="866"/>
                    <a:pt x="186" y="894"/>
                  </a:cubicBezTo>
                  <a:cubicBezTo>
                    <a:pt x="194" y="896"/>
                    <a:pt x="202" y="897"/>
                    <a:pt x="210" y="897"/>
                  </a:cubicBezTo>
                  <a:cubicBezTo>
                    <a:pt x="331" y="897"/>
                    <a:pt x="461" y="727"/>
                    <a:pt x="508" y="496"/>
                  </a:cubicBezTo>
                  <a:cubicBezTo>
                    <a:pt x="560" y="249"/>
                    <a:pt x="497" y="31"/>
                    <a:pt x="370" y="3"/>
                  </a:cubicBezTo>
                  <a:cubicBezTo>
                    <a:pt x="362" y="1"/>
                    <a:pt x="354" y="1"/>
                    <a:pt x="346" y="1"/>
                  </a:cubicBezTo>
                  <a:close/>
                </a:path>
              </a:pathLst>
            </a:custGeom>
            <a:solidFill>
              <a:srgbClr val="1311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48"/>
            <p:cNvSpPr/>
            <p:nvPr/>
          </p:nvSpPr>
          <p:spPr>
            <a:xfrm>
              <a:off x="3264445" y="2064237"/>
              <a:ext cx="21190" cy="33821"/>
            </a:xfrm>
            <a:custGeom>
              <a:rect b="b" l="l" r="r" t="t"/>
              <a:pathLst>
                <a:path extrusionOk="0" h="897" w="562">
                  <a:moveTo>
                    <a:pt x="347" y="1"/>
                  </a:moveTo>
                  <a:cubicBezTo>
                    <a:pt x="227" y="1"/>
                    <a:pt x="99" y="170"/>
                    <a:pt x="50" y="401"/>
                  </a:cubicBezTo>
                  <a:cubicBezTo>
                    <a:pt x="0" y="648"/>
                    <a:pt x="60" y="867"/>
                    <a:pt x="187" y="894"/>
                  </a:cubicBezTo>
                  <a:cubicBezTo>
                    <a:pt x="195" y="896"/>
                    <a:pt x="204" y="897"/>
                    <a:pt x="212" y="897"/>
                  </a:cubicBezTo>
                  <a:cubicBezTo>
                    <a:pt x="332" y="897"/>
                    <a:pt x="462" y="727"/>
                    <a:pt x="508" y="497"/>
                  </a:cubicBezTo>
                  <a:cubicBezTo>
                    <a:pt x="561" y="250"/>
                    <a:pt x="498" y="28"/>
                    <a:pt x="371" y="3"/>
                  </a:cubicBezTo>
                  <a:cubicBezTo>
                    <a:pt x="363" y="2"/>
                    <a:pt x="355" y="1"/>
                    <a:pt x="347" y="1"/>
                  </a:cubicBezTo>
                  <a:close/>
                </a:path>
              </a:pathLst>
            </a:custGeom>
            <a:solidFill>
              <a:srgbClr val="1311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48"/>
            <p:cNvSpPr/>
            <p:nvPr/>
          </p:nvSpPr>
          <p:spPr>
            <a:xfrm>
              <a:off x="3313725" y="2010018"/>
              <a:ext cx="53730" cy="33746"/>
            </a:xfrm>
            <a:custGeom>
              <a:rect b="b" l="l" r="r" t="t"/>
              <a:pathLst>
                <a:path extrusionOk="0" h="895" w="1425">
                  <a:moveTo>
                    <a:pt x="828" y="1"/>
                  </a:moveTo>
                  <a:cubicBezTo>
                    <a:pt x="437" y="1"/>
                    <a:pt x="1" y="370"/>
                    <a:pt x="1" y="370"/>
                  </a:cubicBezTo>
                  <a:lnTo>
                    <a:pt x="1424" y="895"/>
                  </a:lnTo>
                  <a:cubicBezTo>
                    <a:pt x="1378" y="201"/>
                    <a:pt x="1115" y="1"/>
                    <a:pt x="8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48"/>
            <p:cNvSpPr/>
            <p:nvPr/>
          </p:nvSpPr>
          <p:spPr>
            <a:xfrm>
              <a:off x="3244387" y="1993692"/>
              <a:ext cx="49582" cy="32049"/>
            </a:xfrm>
            <a:custGeom>
              <a:rect b="b" l="l" r="r" t="t"/>
              <a:pathLst>
                <a:path extrusionOk="0" h="850" w="1315">
                  <a:moveTo>
                    <a:pt x="808" y="1"/>
                  </a:moveTo>
                  <a:cubicBezTo>
                    <a:pt x="612" y="1"/>
                    <a:pt x="349" y="212"/>
                    <a:pt x="0" y="849"/>
                  </a:cubicBezTo>
                  <a:lnTo>
                    <a:pt x="1315" y="803"/>
                  </a:lnTo>
                  <a:cubicBezTo>
                    <a:pt x="1315" y="803"/>
                    <a:pt x="1190" y="1"/>
                    <a:pt x="8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48"/>
            <p:cNvSpPr/>
            <p:nvPr/>
          </p:nvSpPr>
          <p:spPr>
            <a:xfrm>
              <a:off x="3261391" y="3381848"/>
              <a:ext cx="103802" cy="140602"/>
            </a:xfrm>
            <a:custGeom>
              <a:rect b="b" l="l" r="r" t="t"/>
              <a:pathLst>
                <a:path extrusionOk="0" h="3729" w="2753">
                  <a:moveTo>
                    <a:pt x="1273" y="1"/>
                  </a:moveTo>
                  <a:lnTo>
                    <a:pt x="0" y="2869"/>
                  </a:lnTo>
                  <a:lnTo>
                    <a:pt x="592" y="3729"/>
                  </a:lnTo>
                  <a:lnTo>
                    <a:pt x="2753" y="829"/>
                  </a:lnTo>
                  <a:lnTo>
                    <a:pt x="1329" y="1"/>
                  </a:lnTo>
                  <a:close/>
                </a:path>
              </a:pathLst>
            </a:custGeom>
            <a:solidFill>
              <a:srgbClr val="F9C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48"/>
            <p:cNvSpPr/>
            <p:nvPr/>
          </p:nvSpPr>
          <p:spPr>
            <a:xfrm>
              <a:off x="2669775" y="2500060"/>
              <a:ext cx="889951" cy="935876"/>
            </a:xfrm>
            <a:custGeom>
              <a:rect b="b" l="l" r="r" t="t"/>
              <a:pathLst>
                <a:path extrusionOk="0" h="24821" w="23603">
                  <a:moveTo>
                    <a:pt x="13452" y="0"/>
                  </a:moveTo>
                  <a:cubicBezTo>
                    <a:pt x="13046" y="0"/>
                    <a:pt x="13510" y="2507"/>
                    <a:pt x="13510" y="2507"/>
                  </a:cubicBezTo>
                  <a:cubicBezTo>
                    <a:pt x="12483" y="1432"/>
                    <a:pt x="11636" y="853"/>
                    <a:pt x="10980" y="853"/>
                  </a:cubicBezTo>
                  <a:cubicBezTo>
                    <a:pt x="10569" y="853"/>
                    <a:pt x="10233" y="1079"/>
                    <a:pt x="9973" y="1552"/>
                  </a:cubicBezTo>
                  <a:cubicBezTo>
                    <a:pt x="9300" y="2786"/>
                    <a:pt x="6002" y="10851"/>
                    <a:pt x="6002" y="10851"/>
                  </a:cubicBezTo>
                  <a:cubicBezTo>
                    <a:pt x="6002" y="10851"/>
                    <a:pt x="5484" y="9540"/>
                    <a:pt x="4691" y="8307"/>
                  </a:cubicBezTo>
                  <a:cubicBezTo>
                    <a:pt x="3894" y="7073"/>
                    <a:pt x="4092" y="6718"/>
                    <a:pt x="4888" y="5287"/>
                  </a:cubicBezTo>
                  <a:cubicBezTo>
                    <a:pt x="5684" y="3856"/>
                    <a:pt x="3380" y="2824"/>
                    <a:pt x="3380" y="2824"/>
                  </a:cubicBezTo>
                  <a:lnTo>
                    <a:pt x="3697" y="1513"/>
                  </a:lnTo>
                  <a:lnTo>
                    <a:pt x="1350" y="558"/>
                  </a:lnTo>
                  <a:cubicBezTo>
                    <a:pt x="1350" y="558"/>
                    <a:pt x="1192" y="1077"/>
                    <a:pt x="1114" y="2306"/>
                  </a:cubicBezTo>
                  <a:cubicBezTo>
                    <a:pt x="1" y="3938"/>
                    <a:pt x="438" y="5248"/>
                    <a:pt x="1234" y="6637"/>
                  </a:cubicBezTo>
                  <a:cubicBezTo>
                    <a:pt x="2027" y="8029"/>
                    <a:pt x="1830" y="8984"/>
                    <a:pt x="1869" y="10333"/>
                  </a:cubicBezTo>
                  <a:cubicBezTo>
                    <a:pt x="1907" y="11682"/>
                    <a:pt x="3975" y="15259"/>
                    <a:pt x="6122" y="15538"/>
                  </a:cubicBezTo>
                  <a:cubicBezTo>
                    <a:pt x="7788" y="14385"/>
                    <a:pt x="9656" y="11207"/>
                    <a:pt x="9656" y="11207"/>
                  </a:cubicBezTo>
                  <a:lnTo>
                    <a:pt x="9656" y="11207"/>
                  </a:lnTo>
                  <a:cubicBezTo>
                    <a:pt x="9656" y="11207"/>
                    <a:pt x="9021" y="19709"/>
                    <a:pt x="8148" y="20464"/>
                  </a:cubicBezTo>
                  <a:cubicBezTo>
                    <a:pt x="7273" y="21221"/>
                    <a:pt x="7826" y="21380"/>
                    <a:pt x="9339" y="21894"/>
                  </a:cubicBezTo>
                  <a:cubicBezTo>
                    <a:pt x="10646" y="22342"/>
                    <a:pt x="16530" y="23128"/>
                    <a:pt x="16530" y="23128"/>
                  </a:cubicBezTo>
                  <a:cubicBezTo>
                    <a:pt x="16530" y="23128"/>
                    <a:pt x="18197" y="24318"/>
                    <a:pt x="18714" y="24678"/>
                  </a:cubicBezTo>
                  <a:cubicBezTo>
                    <a:pt x="18854" y="24773"/>
                    <a:pt x="18984" y="24820"/>
                    <a:pt x="19099" y="24820"/>
                  </a:cubicBezTo>
                  <a:cubicBezTo>
                    <a:pt x="19414" y="24820"/>
                    <a:pt x="19617" y="24471"/>
                    <a:pt x="19589" y="23801"/>
                  </a:cubicBezTo>
                  <a:lnTo>
                    <a:pt x="19589" y="23801"/>
                  </a:lnTo>
                  <a:cubicBezTo>
                    <a:pt x="19711" y="23830"/>
                    <a:pt x="19819" y="23844"/>
                    <a:pt x="19913" y="23844"/>
                  </a:cubicBezTo>
                  <a:cubicBezTo>
                    <a:pt x="20712" y="23844"/>
                    <a:pt x="20579" y="22855"/>
                    <a:pt x="20223" y="21894"/>
                  </a:cubicBezTo>
                  <a:cubicBezTo>
                    <a:pt x="19828" y="20823"/>
                    <a:pt x="21534" y="20464"/>
                    <a:pt x="22570" y="20147"/>
                  </a:cubicBezTo>
                  <a:cubicBezTo>
                    <a:pt x="23602" y="19829"/>
                    <a:pt x="22090" y="13593"/>
                    <a:pt x="21932" y="11168"/>
                  </a:cubicBezTo>
                  <a:cubicBezTo>
                    <a:pt x="21773" y="8744"/>
                    <a:pt x="21854" y="3500"/>
                    <a:pt x="21456" y="2944"/>
                  </a:cubicBezTo>
                  <a:cubicBezTo>
                    <a:pt x="21349" y="2794"/>
                    <a:pt x="20999" y="2739"/>
                    <a:pt x="20545" y="2739"/>
                  </a:cubicBezTo>
                  <a:cubicBezTo>
                    <a:pt x="19315" y="2739"/>
                    <a:pt x="17323" y="3141"/>
                    <a:pt x="17323" y="3141"/>
                  </a:cubicBezTo>
                  <a:cubicBezTo>
                    <a:pt x="17323" y="3141"/>
                    <a:pt x="19032" y="1633"/>
                    <a:pt x="18278" y="1196"/>
                  </a:cubicBezTo>
                  <a:cubicBezTo>
                    <a:pt x="17524" y="760"/>
                    <a:pt x="13909" y="83"/>
                    <a:pt x="13471" y="2"/>
                  </a:cubicBezTo>
                  <a:cubicBezTo>
                    <a:pt x="13465" y="1"/>
                    <a:pt x="13458" y="0"/>
                    <a:pt x="13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48"/>
            <p:cNvSpPr/>
            <p:nvPr/>
          </p:nvSpPr>
          <p:spPr>
            <a:xfrm>
              <a:off x="2813541" y="4570661"/>
              <a:ext cx="271589" cy="82423"/>
            </a:xfrm>
            <a:custGeom>
              <a:rect b="b" l="l" r="r" t="t"/>
              <a:pathLst>
                <a:path extrusionOk="0" h="2186" w="7203">
                  <a:moveTo>
                    <a:pt x="6107" y="0"/>
                  </a:moveTo>
                  <a:lnTo>
                    <a:pt x="1" y="2185"/>
                  </a:lnTo>
                  <a:lnTo>
                    <a:pt x="1" y="2185"/>
                  </a:lnTo>
                  <a:lnTo>
                    <a:pt x="7202" y="1438"/>
                  </a:lnTo>
                  <a:lnTo>
                    <a:pt x="7104" y="782"/>
                  </a:lnTo>
                  <a:lnTo>
                    <a:pt x="61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48"/>
            <p:cNvSpPr/>
            <p:nvPr/>
          </p:nvSpPr>
          <p:spPr>
            <a:xfrm>
              <a:off x="3264860" y="4576656"/>
              <a:ext cx="253905" cy="136341"/>
            </a:xfrm>
            <a:custGeom>
              <a:rect b="b" l="l" r="r" t="t"/>
              <a:pathLst>
                <a:path extrusionOk="0" h="3616" w="6734">
                  <a:moveTo>
                    <a:pt x="1371" y="0"/>
                  </a:moveTo>
                  <a:lnTo>
                    <a:pt x="0" y="391"/>
                  </a:lnTo>
                  <a:lnTo>
                    <a:pt x="0" y="1230"/>
                  </a:lnTo>
                  <a:lnTo>
                    <a:pt x="6734" y="3615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48"/>
            <p:cNvSpPr/>
            <p:nvPr/>
          </p:nvSpPr>
          <p:spPr>
            <a:xfrm>
              <a:off x="3273758" y="2812590"/>
              <a:ext cx="121863" cy="559504"/>
            </a:xfrm>
            <a:custGeom>
              <a:rect b="b" l="l" r="r" t="t"/>
              <a:pathLst>
                <a:path extrusionOk="0" h="14839" w="3232">
                  <a:moveTo>
                    <a:pt x="3232" y="0"/>
                  </a:moveTo>
                  <a:cubicBezTo>
                    <a:pt x="3115" y="1205"/>
                    <a:pt x="3066" y="2414"/>
                    <a:pt x="2999" y="3622"/>
                  </a:cubicBezTo>
                  <a:cubicBezTo>
                    <a:pt x="2928" y="4831"/>
                    <a:pt x="2890" y="6044"/>
                    <a:pt x="2822" y="7252"/>
                  </a:cubicBezTo>
                  <a:lnTo>
                    <a:pt x="2721" y="9059"/>
                  </a:lnTo>
                  <a:cubicBezTo>
                    <a:pt x="2706" y="9207"/>
                    <a:pt x="2700" y="9363"/>
                    <a:pt x="2679" y="9503"/>
                  </a:cubicBezTo>
                  <a:cubicBezTo>
                    <a:pt x="2671" y="9659"/>
                    <a:pt x="2625" y="9764"/>
                    <a:pt x="2552" y="9877"/>
                  </a:cubicBezTo>
                  <a:cubicBezTo>
                    <a:pt x="2389" y="10088"/>
                    <a:pt x="2118" y="10222"/>
                    <a:pt x="1850" y="10367"/>
                  </a:cubicBezTo>
                  <a:cubicBezTo>
                    <a:pt x="1716" y="10444"/>
                    <a:pt x="1579" y="10515"/>
                    <a:pt x="1452" y="10628"/>
                  </a:cubicBezTo>
                  <a:cubicBezTo>
                    <a:pt x="1325" y="10734"/>
                    <a:pt x="1220" y="10895"/>
                    <a:pt x="1202" y="11075"/>
                  </a:cubicBezTo>
                  <a:lnTo>
                    <a:pt x="1202" y="11206"/>
                  </a:lnTo>
                  <a:cubicBezTo>
                    <a:pt x="1205" y="11248"/>
                    <a:pt x="1216" y="11287"/>
                    <a:pt x="1223" y="11329"/>
                  </a:cubicBezTo>
                  <a:lnTo>
                    <a:pt x="1269" y="11544"/>
                  </a:lnTo>
                  <a:cubicBezTo>
                    <a:pt x="1283" y="11677"/>
                    <a:pt x="1276" y="11815"/>
                    <a:pt x="1216" y="11942"/>
                  </a:cubicBezTo>
                  <a:cubicBezTo>
                    <a:pt x="1110" y="12203"/>
                    <a:pt x="888" y="12414"/>
                    <a:pt x="680" y="12636"/>
                  </a:cubicBezTo>
                  <a:cubicBezTo>
                    <a:pt x="575" y="12745"/>
                    <a:pt x="469" y="12861"/>
                    <a:pt x="384" y="12996"/>
                  </a:cubicBezTo>
                  <a:cubicBezTo>
                    <a:pt x="311" y="13117"/>
                    <a:pt x="263" y="13273"/>
                    <a:pt x="289" y="13425"/>
                  </a:cubicBezTo>
                  <a:lnTo>
                    <a:pt x="289" y="13425"/>
                  </a:lnTo>
                  <a:cubicBezTo>
                    <a:pt x="232" y="13442"/>
                    <a:pt x="177" y="13462"/>
                    <a:pt x="131" y="13507"/>
                  </a:cubicBezTo>
                  <a:cubicBezTo>
                    <a:pt x="67" y="13556"/>
                    <a:pt x="32" y="13633"/>
                    <a:pt x="21" y="13707"/>
                  </a:cubicBezTo>
                  <a:cubicBezTo>
                    <a:pt x="0" y="13855"/>
                    <a:pt x="46" y="13993"/>
                    <a:pt x="92" y="14123"/>
                  </a:cubicBezTo>
                  <a:cubicBezTo>
                    <a:pt x="194" y="14384"/>
                    <a:pt x="345" y="14616"/>
                    <a:pt x="511" y="14839"/>
                  </a:cubicBezTo>
                  <a:cubicBezTo>
                    <a:pt x="363" y="14606"/>
                    <a:pt x="229" y="14362"/>
                    <a:pt x="142" y="14105"/>
                  </a:cubicBezTo>
                  <a:cubicBezTo>
                    <a:pt x="103" y="13978"/>
                    <a:pt x="71" y="13841"/>
                    <a:pt x="92" y="13718"/>
                  </a:cubicBezTo>
                  <a:cubicBezTo>
                    <a:pt x="116" y="13591"/>
                    <a:pt x="226" y="13524"/>
                    <a:pt x="353" y="13507"/>
                  </a:cubicBezTo>
                  <a:lnTo>
                    <a:pt x="402" y="13499"/>
                  </a:lnTo>
                  <a:lnTo>
                    <a:pt x="391" y="13447"/>
                  </a:lnTo>
                  <a:cubicBezTo>
                    <a:pt x="363" y="13313"/>
                    <a:pt x="405" y="13175"/>
                    <a:pt x="487" y="13059"/>
                  </a:cubicBezTo>
                  <a:cubicBezTo>
                    <a:pt x="564" y="12939"/>
                    <a:pt x="666" y="12833"/>
                    <a:pt x="776" y="12728"/>
                  </a:cubicBezTo>
                  <a:cubicBezTo>
                    <a:pt x="983" y="12516"/>
                    <a:pt x="1227" y="12308"/>
                    <a:pt x="1364" y="12009"/>
                  </a:cubicBezTo>
                  <a:cubicBezTo>
                    <a:pt x="1438" y="11861"/>
                    <a:pt x="1456" y="11688"/>
                    <a:pt x="1445" y="11523"/>
                  </a:cubicBezTo>
                  <a:lnTo>
                    <a:pt x="1402" y="11290"/>
                  </a:lnTo>
                  <a:cubicBezTo>
                    <a:pt x="1399" y="11258"/>
                    <a:pt x="1389" y="11227"/>
                    <a:pt x="1389" y="11191"/>
                  </a:cubicBezTo>
                  <a:lnTo>
                    <a:pt x="1392" y="11096"/>
                  </a:lnTo>
                  <a:cubicBezTo>
                    <a:pt x="1424" y="10843"/>
                    <a:pt x="1688" y="10684"/>
                    <a:pt x="1949" y="10547"/>
                  </a:cubicBezTo>
                  <a:cubicBezTo>
                    <a:pt x="2209" y="10406"/>
                    <a:pt x="2505" y="10279"/>
                    <a:pt x="2724" y="10004"/>
                  </a:cubicBezTo>
                  <a:cubicBezTo>
                    <a:pt x="2822" y="9870"/>
                    <a:pt x="2886" y="9687"/>
                    <a:pt x="2897" y="9535"/>
                  </a:cubicBezTo>
                  <a:cubicBezTo>
                    <a:pt x="2921" y="9376"/>
                    <a:pt x="2928" y="9228"/>
                    <a:pt x="2942" y="9077"/>
                  </a:cubicBezTo>
                  <a:cubicBezTo>
                    <a:pt x="2991" y="8471"/>
                    <a:pt x="3024" y="7865"/>
                    <a:pt x="3048" y="7262"/>
                  </a:cubicBezTo>
                  <a:cubicBezTo>
                    <a:pt x="3094" y="6050"/>
                    <a:pt x="3144" y="4842"/>
                    <a:pt x="3165" y="3630"/>
                  </a:cubicBezTo>
                  <a:lnTo>
                    <a:pt x="32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48"/>
            <p:cNvSpPr/>
            <p:nvPr/>
          </p:nvSpPr>
          <p:spPr>
            <a:xfrm>
              <a:off x="3032904" y="2718895"/>
              <a:ext cx="17269" cy="203720"/>
            </a:xfrm>
            <a:custGeom>
              <a:rect b="b" l="l" r="r" t="t"/>
              <a:pathLst>
                <a:path extrusionOk="0" h="5403" w="458">
                  <a:moveTo>
                    <a:pt x="436" y="1"/>
                  </a:moveTo>
                  <a:lnTo>
                    <a:pt x="436" y="1"/>
                  </a:lnTo>
                  <a:cubicBezTo>
                    <a:pt x="275" y="893"/>
                    <a:pt x="187" y="1791"/>
                    <a:pt x="113" y="2693"/>
                  </a:cubicBezTo>
                  <a:cubicBezTo>
                    <a:pt x="49" y="3595"/>
                    <a:pt x="0" y="4497"/>
                    <a:pt x="25" y="5403"/>
                  </a:cubicBezTo>
                  <a:cubicBezTo>
                    <a:pt x="187" y="4508"/>
                    <a:pt x="275" y="3609"/>
                    <a:pt x="349" y="2711"/>
                  </a:cubicBezTo>
                  <a:cubicBezTo>
                    <a:pt x="412" y="1809"/>
                    <a:pt x="458" y="910"/>
                    <a:pt x="4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48"/>
            <p:cNvSpPr/>
            <p:nvPr/>
          </p:nvSpPr>
          <p:spPr>
            <a:xfrm>
              <a:off x="3179158" y="2594546"/>
              <a:ext cx="143807" cy="24584"/>
            </a:xfrm>
            <a:custGeom>
              <a:rect b="b" l="l" r="r" t="t"/>
              <a:pathLst>
                <a:path extrusionOk="0" h="652" w="3814">
                  <a:moveTo>
                    <a:pt x="0" y="1"/>
                  </a:moveTo>
                  <a:lnTo>
                    <a:pt x="0" y="1"/>
                  </a:lnTo>
                  <a:cubicBezTo>
                    <a:pt x="265" y="199"/>
                    <a:pt x="592" y="290"/>
                    <a:pt x="906" y="371"/>
                  </a:cubicBezTo>
                  <a:cubicBezTo>
                    <a:pt x="1223" y="452"/>
                    <a:pt x="1547" y="505"/>
                    <a:pt x="1868" y="550"/>
                  </a:cubicBezTo>
                  <a:cubicBezTo>
                    <a:pt x="2345" y="610"/>
                    <a:pt x="2824" y="651"/>
                    <a:pt x="3304" y="651"/>
                  </a:cubicBezTo>
                  <a:cubicBezTo>
                    <a:pt x="3474" y="651"/>
                    <a:pt x="3643" y="646"/>
                    <a:pt x="3813" y="635"/>
                  </a:cubicBezTo>
                  <a:cubicBezTo>
                    <a:pt x="3175" y="495"/>
                    <a:pt x="2537" y="407"/>
                    <a:pt x="1900" y="318"/>
                  </a:cubicBezTo>
                  <a:lnTo>
                    <a:pt x="941" y="191"/>
                  </a:lnTo>
                  <a:cubicBezTo>
                    <a:pt x="624" y="139"/>
                    <a:pt x="304" y="114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48"/>
            <p:cNvSpPr/>
            <p:nvPr/>
          </p:nvSpPr>
          <p:spPr>
            <a:xfrm>
              <a:off x="3325300" y="3304290"/>
              <a:ext cx="83064" cy="93169"/>
            </a:xfrm>
            <a:custGeom>
              <a:rect b="b" l="l" r="r" t="t"/>
              <a:pathLst>
                <a:path extrusionOk="0" h="2471" w="2203">
                  <a:moveTo>
                    <a:pt x="1" y="0"/>
                  </a:moveTo>
                  <a:cubicBezTo>
                    <a:pt x="402" y="388"/>
                    <a:pt x="754" y="800"/>
                    <a:pt x="1110" y="1219"/>
                  </a:cubicBezTo>
                  <a:cubicBezTo>
                    <a:pt x="1470" y="1635"/>
                    <a:pt x="1815" y="2065"/>
                    <a:pt x="2203" y="2471"/>
                  </a:cubicBezTo>
                  <a:cubicBezTo>
                    <a:pt x="2090" y="2213"/>
                    <a:pt x="1946" y="1973"/>
                    <a:pt x="1794" y="1741"/>
                  </a:cubicBezTo>
                  <a:cubicBezTo>
                    <a:pt x="1639" y="1505"/>
                    <a:pt x="1470" y="1282"/>
                    <a:pt x="1290" y="1068"/>
                  </a:cubicBezTo>
                  <a:cubicBezTo>
                    <a:pt x="1107" y="856"/>
                    <a:pt x="917" y="648"/>
                    <a:pt x="702" y="469"/>
                  </a:cubicBezTo>
                  <a:cubicBezTo>
                    <a:pt x="487" y="285"/>
                    <a:pt x="258" y="113"/>
                    <a:pt x="1" y="0"/>
                  </a:cubicBezTo>
                  <a:close/>
                </a:path>
              </a:pathLst>
            </a:custGeom>
            <a:solidFill>
              <a:srgbClr val="B236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48"/>
            <p:cNvSpPr/>
            <p:nvPr/>
          </p:nvSpPr>
          <p:spPr>
            <a:xfrm>
              <a:off x="3286766" y="3320088"/>
              <a:ext cx="78162" cy="66210"/>
            </a:xfrm>
            <a:custGeom>
              <a:rect b="b" l="l" r="r" t="t"/>
              <a:pathLst>
                <a:path extrusionOk="0" h="1756" w="2073">
                  <a:moveTo>
                    <a:pt x="0" y="1"/>
                  </a:moveTo>
                  <a:lnTo>
                    <a:pt x="0" y="1"/>
                  </a:lnTo>
                  <a:cubicBezTo>
                    <a:pt x="307" y="346"/>
                    <a:pt x="649" y="639"/>
                    <a:pt x="994" y="931"/>
                  </a:cubicBezTo>
                  <a:cubicBezTo>
                    <a:pt x="1343" y="1216"/>
                    <a:pt x="1692" y="1494"/>
                    <a:pt x="2072" y="1756"/>
                  </a:cubicBezTo>
                  <a:cubicBezTo>
                    <a:pt x="1822" y="1364"/>
                    <a:pt x="1491" y="1044"/>
                    <a:pt x="1142" y="751"/>
                  </a:cubicBezTo>
                  <a:cubicBezTo>
                    <a:pt x="790" y="462"/>
                    <a:pt x="420" y="19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48"/>
            <p:cNvSpPr/>
            <p:nvPr/>
          </p:nvSpPr>
          <p:spPr>
            <a:xfrm>
              <a:off x="3331823" y="3281856"/>
              <a:ext cx="66210" cy="52900"/>
            </a:xfrm>
            <a:custGeom>
              <a:rect b="b" l="l" r="r" t="t"/>
              <a:pathLst>
                <a:path extrusionOk="0" h="1403" w="1756">
                  <a:moveTo>
                    <a:pt x="0" y="0"/>
                  </a:moveTo>
                  <a:lnTo>
                    <a:pt x="0" y="0"/>
                  </a:lnTo>
                  <a:cubicBezTo>
                    <a:pt x="282" y="264"/>
                    <a:pt x="574" y="490"/>
                    <a:pt x="859" y="722"/>
                  </a:cubicBezTo>
                  <a:cubicBezTo>
                    <a:pt x="1155" y="951"/>
                    <a:pt x="1435" y="1184"/>
                    <a:pt x="1755" y="1402"/>
                  </a:cubicBezTo>
                  <a:cubicBezTo>
                    <a:pt x="1575" y="1061"/>
                    <a:pt x="1303" y="778"/>
                    <a:pt x="1007" y="539"/>
                  </a:cubicBezTo>
                  <a:cubicBezTo>
                    <a:pt x="705" y="306"/>
                    <a:pt x="377" y="1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48"/>
            <p:cNvSpPr/>
            <p:nvPr/>
          </p:nvSpPr>
          <p:spPr>
            <a:xfrm>
              <a:off x="2718262" y="2581011"/>
              <a:ext cx="78954" cy="25526"/>
            </a:xfrm>
            <a:custGeom>
              <a:rect b="b" l="l" r="r" t="t"/>
              <a:pathLst>
                <a:path extrusionOk="0" h="677" w="2094">
                  <a:moveTo>
                    <a:pt x="1" y="0"/>
                  </a:moveTo>
                  <a:lnTo>
                    <a:pt x="1" y="0"/>
                  </a:lnTo>
                  <a:cubicBezTo>
                    <a:pt x="321" y="202"/>
                    <a:pt x="663" y="332"/>
                    <a:pt x="1012" y="449"/>
                  </a:cubicBezTo>
                  <a:cubicBezTo>
                    <a:pt x="1361" y="558"/>
                    <a:pt x="1717" y="652"/>
                    <a:pt x="2094" y="677"/>
                  </a:cubicBezTo>
                  <a:cubicBezTo>
                    <a:pt x="1773" y="476"/>
                    <a:pt x="1432" y="343"/>
                    <a:pt x="1083" y="226"/>
                  </a:cubicBezTo>
                  <a:cubicBezTo>
                    <a:pt x="734" y="117"/>
                    <a:pt x="378" y="26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48"/>
            <p:cNvSpPr/>
            <p:nvPr/>
          </p:nvSpPr>
          <p:spPr>
            <a:xfrm>
              <a:off x="2883557" y="2897462"/>
              <a:ext cx="27902" cy="53880"/>
            </a:xfrm>
            <a:custGeom>
              <a:rect b="b" l="l" r="r" t="t"/>
              <a:pathLst>
                <a:path extrusionOk="0" h="1429" w="740">
                  <a:moveTo>
                    <a:pt x="240" y="1"/>
                  </a:moveTo>
                  <a:lnTo>
                    <a:pt x="216" y="304"/>
                  </a:lnTo>
                  <a:cubicBezTo>
                    <a:pt x="198" y="491"/>
                    <a:pt x="180" y="685"/>
                    <a:pt x="152" y="872"/>
                  </a:cubicBezTo>
                  <a:cubicBezTo>
                    <a:pt x="120" y="1062"/>
                    <a:pt x="96" y="1248"/>
                    <a:pt x="0" y="1428"/>
                  </a:cubicBezTo>
                  <a:cubicBezTo>
                    <a:pt x="92" y="1375"/>
                    <a:pt x="156" y="1287"/>
                    <a:pt x="208" y="1199"/>
                  </a:cubicBezTo>
                  <a:cubicBezTo>
                    <a:pt x="261" y="1108"/>
                    <a:pt x="304" y="1012"/>
                    <a:pt x="335" y="917"/>
                  </a:cubicBezTo>
                  <a:cubicBezTo>
                    <a:pt x="366" y="820"/>
                    <a:pt x="390" y="723"/>
                    <a:pt x="409" y="625"/>
                  </a:cubicBezTo>
                  <a:lnTo>
                    <a:pt x="409" y="625"/>
                  </a:lnTo>
                  <a:cubicBezTo>
                    <a:pt x="529" y="824"/>
                    <a:pt x="625" y="1045"/>
                    <a:pt x="702" y="1287"/>
                  </a:cubicBezTo>
                  <a:cubicBezTo>
                    <a:pt x="740" y="1108"/>
                    <a:pt x="719" y="917"/>
                    <a:pt x="673" y="737"/>
                  </a:cubicBezTo>
                  <a:cubicBezTo>
                    <a:pt x="624" y="558"/>
                    <a:pt x="536" y="389"/>
                    <a:pt x="423" y="237"/>
                  </a:cubicBezTo>
                  <a:lnTo>
                    <a:pt x="240" y="1"/>
                  </a:lnTo>
                  <a:close/>
                </a:path>
              </a:pathLst>
            </a:custGeom>
            <a:solidFill>
              <a:srgbClr val="B236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48"/>
            <p:cNvSpPr/>
            <p:nvPr/>
          </p:nvSpPr>
          <p:spPr>
            <a:xfrm>
              <a:off x="2750047" y="2384647"/>
              <a:ext cx="63382" cy="63420"/>
            </a:xfrm>
            <a:custGeom>
              <a:rect b="b" l="l" r="r" t="t"/>
              <a:pathLst>
                <a:path extrusionOk="0" h="1682" w="1681">
                  <a:moveTo>
                    <a:pt x="1681" y="1"/>
                  </a:moveTo>
                  <a:lnTo>
                    <a:pt x="1681" y="1"/>
                  </a:lnTo>
                  <a:cubicBezTo>
                    <a:pt x="1456" y="307"/>
                    <a:pt x="1282" y="638"/>
                    <a:pt x="1124" y="973"/>
                  </a:cubicBezTo>
                  <a:lnTo>
                    <a:pt x="1124" y="973"/>
                  </a:lnTo>
                  <a:cubicBezTo>
                    <a:pt x="1085" y="968"/>
                    <a:pt x="1048" y="967"/>
                    <a:pt x="1011" y="967"/>
                  </a:cubicBezTo>
                  <a:cubicBezTo>
                    <a:pt x="949" y="967"/>
                    <a:pt x="887" y="972"/>
                    <a:pt x="825" y="980"/>
                  </a:cubicBezTo>
                  <a:cubicBezTo>
                    <a:pt x="694" y="998"/>
                    <a:pt x="571" y="1040"/>
                    <a:pt x="459" y="1107"/>
                  </a:cubicBezTo>
                  <a:cubicBezTo>
                    <a:pt x="233" y="1234"/>
                    <a:pt x="70" y="1449"/>
                    <a:pt x="0" y="1682"/>
                  </a:cubicBezTo>
                  <a:cubicBezTo>
                    <a:pt x="88" y="1593"/>
                    <a:pt x="166" y="1509"/>
                    <a:pt x="257" y="1442"/>
                  </a:cubicBezTo>
                  <a:cubicBezTo>
                    <a:pt x="345" y="1372"/>
                    <a:pt x="444" y="1318"/>
                    <a:pt x="543" y="1280"/>
                  </a:cubicBezTo>
                  <a:cubicBezTo>
                    <a:pt x="641" y="1238"/>
                    <a:pt x="747" y="1213"/>
                    <a:pt x="853" y="1202"/>
                  </a:cubicBezTo>
                  <a:cubicBezTo>
                    <a:pt x="887" y="1199"/>
                    <a:pt x="922" y="1197"/>
                    <a:pt x="958" y="1197"/>
                  </a:cubicBezTo>
                  <a:cubicBezTo>
                    <a:pt x="1030" y="1197"/>
                    <a:pt x="1102" y="1203"/>
                    <a:pt x="1163" y="1213"/>
                  </a:cubicBezTo>
                  <a:lnTo>
                    <a:pt x="1262" y="1227"/>
                  </a:lnTo>
                  <a:lnTo>
                    <a:pt x="1297" y="1146"/>
                  </a:lnTo>
                  <a:cubicBezTo>
                    <a:pt x="1452" y="780"/>
                    <a:pt x="1596" y="402"/>
                    <a:pt x="1681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48"/>
            <p:cNvSpPr/>
            <p:nvPr/>
          </p:nvSpPr>
          <p:spPr>
            <a:xfrm>
              <a:off x="2718941" y="2380085"/>
              <a:ext cx="86382" cy="11538"/>
            </a:xfrm>
            <a:custGeom>
              <a:rect b="b" l="l" r="r" t="t"/>
              <a:pathLst>
                <a:path extrusionOk="0" h="306" w="2291">
                  <a:moveTo>
                    <a:pt x="939" y="1"/>
                  </a:moveTo>
                  <a:cubicBezTo>
                    <a:pt x="623" y="1"/>
                    <a:pt x="308" y="33"/>
                    <a:pt x="1" y="122"/>
                  </a:cubicBezTo>
                  <a:cubicBezTo>
                    <a:pt x="388" y="196"/>
                    <a:pt x="769" y="213"/>
                    <a:pt x="1149" y="238"/>
                  </a:cubicBezTo>
                  <a:cubicBezTo>
                    <a:pt x="1530" y="260"/>
                    <a:pt x="1900" y="270"/>
                    <a:pt x="2291" y="305"/>
                  </a:cubicBezTo>
                  <a:cubicBezTo>
                    <a:pt x="2125" y="192"/>
                    <a:pt x="1935" y="133"/>
                    <a:pt x="1741" y="86"/>
                  </a:cubicBezTo>
                  <a:cubicBezTo>
                    <a:pt x="1551" y="37"/>
                    <a:pt x="1357" y="16"/>
                    <a:pt x="1163" y="6"/>
                  </a:cubicBezTo>
                  <a:cubicBezTo>
                    <a:pt x="1088" y="2"/>
                    <a:pt x="1013" y="1"/>
                    <a:pt x="939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48"/>
            <p:cNvSpPr/>
            <p:nvPr/>
          </p:nvSpPr>
          <p:spPr>
            <a:xfrm>
              <a:off x="2779004" y="2284467"/>
              <a:ext cx="19456" cy="104217"/>
            </a:xfrm>
            <a:custGeom>
              <a:rect b="b" l="l" r="r" t="t"/>
              <a:pathLst>
                <a:path extrusionOk="0" h="2764" w="516">
                  <a:moveTo>
                    <a:pt x="515" y="1"/>
                  </a:moveTo>
                  <a:cubicBezTo>
                    <a:pt x="398" y="452"/>
                    <a:pt x="317" y="910"/>
                    <a:pt x="233" y="1365"/>
                  </a:cubicBezTo>
                  <a:cubicBezTo>
                    <a:pt x="151" y="1823"/>
                    <a:pt x="74" y="2277"/>
                    <a:pt x="0" y="2735"/>
                  </a:cubicBezTo>
                  <a:lnTo>
                    <a:pt x="236" y="2763"/>
                  </a:lnTo>
                  <a:cubicBezTo>
                    <a:pt x="268" y="2302"/>
                    <a:pt x="307" y="1840"/>
                    <a:pt x="349" y="1379"/>
                  </a:cubicBezTo>
                  <a:cubicBezTo>
                    <a:pt x="395" y="921"/>
                    <a:pt x="437" y="459"/>
                    <a:pt x="515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48"/>
            <p:cNvSpPr/>
            <p:nvPr/>
          </p:nvSpPr>
          <p:spPr>
            <a:xfrm>
              <a:off x="2752573" y="2261505"/>
              <a:ext cx="24056" cy="122504"/>
            </a:xfrm>
            <a:custGeom>
              <a:rect b="b" l="l" r="r" t="t"/>
              <a:pathLst>
                <a:path extrusionOk="0" h="3249" w="638">
                  <a:moveTo>
                    <a:pt x="638" y="1"/>
                  </a:moveTo>
                  <a:lnTo>
                    <a:pt x="638" y="1"/>
                  </a:lnTo>
                  <a:cubicBezTo>
                    <a:pt x="532" y="254"/>
                    <a:pt x="480" y="525"/>
                    <a:pt x="423" y="793"/>
                  </a:cubicBezTo>
                  <a:cubicBezTo>
                    <a:pt x="363" y="1061"/>
                    <a:pt x="314" y="1333"/>
                    <a:pt x="265" y="1600"/>
                  </a:cubicBezTo>
                  <a:cubicBezTo>
                    <a:pt x="169" y="2139"/>
                    <a:pt x="81" y="2681"/>
                    <a:pt x="0" y="3224"/>
                  </a:cubicBezTo>
                  <a:lnTo>
                    <a:pt x="233" y="3249"/>
                  </a:lnTo>
                  <a:cubicBezTo>
                    <a:pt x="275" y="2707"/>
                    <a:pt x="324" y="2161"/>
                    <a:pt x="381" y="1618"/>
                  </a:cubicBezTo>
                  <a:cubicBezTo>
                    <a:pt x="413" y="1346"/>
                    <a:pt x="441" y="1075"/>
                    <a:pt x="480" y="804"/>
                  </a:cubicBezTo>
                  <a:cubicBezTo>
                    <a:pt x="518" y="533"/>
                    <a:pt x="553" y="261"/>
                    <a:pt x="638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48"/>
            <p:cNvSpPr/>
            <p:nvPr/>
          </p:nvSpPr>
          <p:spPr>
            <a:xfrm>
              <a:off x="2727160" y="2283411"/>
              <a:ext cx="20662" cy="99428"/>
            </a:xfrm>
            <a:custGeom>
              <a:rect b="b" l="l" r="r" t="t"/>
              <a:pathLst>
                <a:path extrusionOk="0" h="2637" w="548">
                  <a:moveTo>
                    <a:pt x="547" y="1"/>
                  </a:moveTo>
                  <a:cubicBezTo>
                    <a:pt x="392" y="417"/>
                    <a:pt x="311" y="857"/>
                    <a:pt x="223" y="1294"/>
                  </a:cubicBezTo>
                  <a:cubicBezTo>
                    <a:pt x="139" y="1734"/>
                    <a:pt x="68" y="2172"/>
                    <a:pt x="1" y="2615"/>
                  </a:cubicBezTo>
                  <a:lnTo>
                    <a:pt x="237" y="2637"/>
                  </a:lnTo>
                  <a:cubicBezTo>
                    <a:pt x="262" y="2196"/>
                    <a:pt x="293" y="1752"/>
                    <a:pt x="339" y="1311"/>
                  </a:cubicBezTo>
                  <a:cubicBezTo>
                    <a:pt x="385" y="871"/>
                    <a:pt x="431" y="427"/>
                    <a:pt x="547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8" name="Google Shape;1388;p48"/>
          <p:cNvGrpSpPr/>
          <p:nvPr/>
        </p:nvGrpSpPr>
        <p:grpSpPr>
          <a:xfrm>
            <a:off x="6676281" y="1990863"/>
            <a:ext cx="851010" cy="2685313"/>
            <a:chOff x="4970606" y="1917700"/>
            <a:chExt cx="851010" cy="2685313"/>
          </a:xfrm>
        </p:grpSpPr>
        <p:sp>
          <p:nvSpPr>
            <p:cNvPr id="1389" name="Google Shape;1389;p48"/>
            <p:cNvSpPr/>
            <p:nvPr/>
          </p:nvSpPr>
          <p:spPr>
            <a:xfrm>
              <a:off x="4970606" y="2962341"/>
              <a:ext cx="828095" cy="1504833"/>
            </a:xfrm>
            <a:custGeom>
              <a:rect b="b" l="l" r="r" t="t"/>
              <a:pathLst>
                <a:path extrusionOk="0" h="38155" w="20995">
                  <a:moveTo>
                    <a:pt x="11565" y="1"/>
                  </a:moveTo>
                  <a:lnTo>
                    <a:pt x="4746" y="1036"/>
                  </a:lnTo>
                  <a:cubicBezTo>
                    <a:pt x="4746" y="1036"/>
                    <a:pt x="1949" y="3591"/>
                    <a:pt x="976" y="9070"/>
                  </a:cubicBezTo>
                  <a:cubicBezTo>
                    <a:pt x="1" y="14546"/>
                    <a:pt x="5042" y="22457"/>
                    <a:pt x="5042" y="22457"/>
                  </a:cubicBezTo>
                  <a:cubicBezTo>
                    <a:pt x="5042" y="22457"/>
                    <a:pt x="3574" y="24585"/>
                    <a:pt x="3696" y="28542"/>
                  </a:cubicBezTo>
                  <a:cubicBezTo>
                    <a:pt x="3816" y="32495"/>
                    <a:pt x="6068" y="38095"/>
                    <a:pt x="6068" y="38095"/>
                  </a:cubicBezTo>
                  <a:lnTo>
                    <a:pt x="7407" y="38155"/>
                  </a:lnTo>
                  <a:cubicBezTo>
                    <a:pt x="7407" y="38155"/>
                    <a:pt x="13848" y="28478"/>
                    <a:pt x="9711" y="22640"/>
                  </a:cubicBezTo>
                  <a:cubicBezTo>
                    <a:pt x="9711" y="22640"/>
                    <a:pt x="20994" y="12721"/>
                    <a:pt x="115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48"/>
            <p:cNvSpPr/>
            <p:nvPr/>
          </p:nvSpPr>
          <p:spPr>
            <a:xfrm>
              <a:off x="5095518" y="1917700"/>
              <a:ext cx="465776" cy="679315"/>
            </a:xfrm>
            <a:custGeom>
              <a:rect b="b" l="l" r="r" t="t"/>
              <a:pathLst>
                <a:path extrusionOk="0" h="17224" w="11809">
                  <a:moveTo>
                    <a:pt x="1365" y="0"/>
                  </a:moveTo>
                  <a:cubicBezTo>
                    <a:pt x="1" y="4922"/>
                    <a:pt x="607" y="16994"/>
                    <a:pt x="607" y="16994"/>
                  </a:cubicBezTo>
                  <a:lnTo>
                    <a:pt x="9501" y="17223"/>
                  </a:lnTo>
                  <a:lnTo>
                    <a:pt x="9349" y="10789"/>
                  </a:lnTo>
                  <a:lnTo>
                    <a:pt x="10977" y="7421"/>
                  </a:lnTo>
                  <a:cubicBezTo>
                    <a:pt x="10977" y="7308"/>
                    <a:pt x="11809" y="5299"/>
                    <a:pt x="11696" y="4239"/>
                  </a:cubicBezTo>
                  <a:cubicBezTo>
                    <a:pt x="9462" y="1628"/>
                    <a:pt x="3256" y="152"/>
                    <a:pt x="13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48"/>
            <p:cNvSpPr/>
            <p:nvPr/>
          </p:nvSpPr>
          <p:spPr>
            <a:xfrm>
              <a:off x="5044520" y="2023639"/>
              <a:ext cx="777096" cy="1068508"/>
            </a:xfrm>
            <a:custGeom>
              <a:rect b="b" l="l" r="r" t="t"/>
              <a:pathLst>
                <a:path extrusionOk="0" h="27092" w="19702">
                  <a:moveTo>
                    <a:pt x="8290" y="0"/>
                  </a:moveTo>
                  <a:cubicBezTo>
                    <a:pt x="8121" y="0"/>
                    <a:pt x="7958" y="23"/>
                    <a:pt x="7816" y="76"/>
                  </a:cubicBezTo>
                  <a:cubicBezTo>
                    <a:pt x="7065" y="369"/>
                    <a:pt x="4613" y="3652"/>
                    <a:pt x="4613" y="3652"/>
                  </a:cubicBezTo>
                  <a:cubicBezTo>
                    <a:pt x="4613" y="3652"/>
                    <a:pt x="3908" y="6228"/>
                    <a:pt x="4074" y="8184"/>
                  </a:cubicBezTo>
                  <a:cubicBezTo>
                    <a:pt x="4821" y="8765"/>
                    <a:pt x="7150" y="9471"/>
                    <a:pt x="7150" y="9471"/>
                  </a:cubicBezTo>
                  <a:lnTo>
                    <a:pt x="6527" y="13501"/>
                  </a:lnTo>
                  <a:cubicBezTo>
                    <a:pt x="6527" y="13501"/>
                    <a:pt x="5611" y="13047"/>
                    <a:pt x="3616" y="12008"/>
                  </a:cubicBezTo>
                  <a:cubicBezTo>
                    <a:pt x="3011" y="11692"/>
                    <a:pt x="2532" y="11530"/>
                    <a:pt x="2147" y="11530"/>
                  </a:cubicBezTo>
                  <a:cubicBezTo>
                    <a:pt x="1262" y="11530"/>
                    <a:pt x="872" y="12386"/>
                    <a:pt x="582" y="14210"/>
                  </a:cubicBezTo>
                  <a:cubicBezTo>
                    <a:pt x="166" y="16828"/>
                    <a:pt x="1" y="22606"/>
                    <a:pt x="459" y="25513"/>
                  </a:cubicBezTo>
                  <a:cubicBezTo>
                    <a:pt x="909" y="25597"/>
                    <a:pt x="1408" y="25634"/>
                    <a:pt x="1935" y="25634"/>
                  </a:cubicBezTo>
                  <a:cubicBezTo>
                    <a:pt x="5303" y="25634"/>
                    <a:pt x="9810" y="24143"/>
                    <a:pt x="9810" y="24143"/>
                  </a:cubicBezTo>
                  <a:lnTo>
                    <a:pt x="11890" y="24308"/>
                  </a:lnTo>
                  <a:lnTo>
                    <a:pt x="13884" y="27092"/>
                  </a:lnTo>
                  <a:cubicBezTo>
                    <a:pt x="13884" y="27092"/>
                    <a:pt x="17541" y="19157"/>
                    <a:pt x="17665" y="15830"/>
                  </a:cubicBezTo>
                  <a:cubicBezTo>
                    <a:pt x="19412" y="15746"/>
                    <a:pt x="19451" y="12046"/>
                    <a:pt x="19451" y="12046"/>
                  </a:cubicBezTo>
                  <a:cubicBezTo>
                    <a:pt x="19451" y="12046"/>
                    <a:pt x="19701" y="10605"/>
                    <a:pt x="19285" y="9650"/>
                  </a:cubicBezTo>
                  <a:cubicBezTo>
                    <a:pt x="18932" y="8836"/>
                    <a:pt x="18009" y="8263"/>
                    <a:pt x="17638" y="8263"/>
                  </a:cubicBezTo>
                  <a:cubicBezTo>
                    <a:pt x="17572" y="8263"/>
                    <a:pt x="17524" y="8280"/>
                    <a:pt x="17499" y="8318"/>
                  </a:cubicBezTo>
                  <a:cubicBezTo>
                    <a:pt x="17333" y="8568"/>
                    <a:pt x="16752" y="11426"/>
                    <a:pt x="16752" y="11426"/>
                  </a:cubicBezTo>
                  <a:cubicBezTo>
                    <a:pt x="16752" y="11426"/>
                    <a:pt x="16710" y="10595"/>
                    <a:pt x="16336" y="10221"/>
                  </a:cubicBezTo>
                  <a:cubicBezTo>
                    <a:pt x="16266" y="10150"/>
                    <a:pt x="16208" y="10117"/>
                    <a:pt x="16159" y="10117"/>
                  </a:cubicBezTo>
                  <a:cubicBezTo>
                    <a:pt x="15951" y="10117"/>
                    <a:pt x="15936" y="10724"/>
                    <a:pt x="16001" y="11465"/>
                  </a:cubicBezTo>
                  <a:cubicBezTo>
                    <a:pt x="16086" y="12381"/>
                    <a:pt x="15585" y="14999"/>
                    <a:pt x="16917" y="15703"/>
                  </a:cubicBezTo>
                  <a:cubicBezTo>
                    <a:pt x="15920" y="18572"/>
                    <a:pt x="13426" y="22853"/>
                    <a:pt x="13426" y="22853"/>
                  </a:cubicBezTo>
                  <a:cubicBezTo>
                    <a:pt x="13426" y="22853"/>
                    <a:pt x="13341" y="18156"/>
                    <a:pt x="13341" y="14914"/>
                  </a:cubicBezTo>
                  <a:cubicBezTo>
                    <a:pt x="13341" y="11673"/>
                    <a:pt x="13010" y="11176"/>
                    <a:pt x="12220" y="11091"/>
                  </a:cubicBezTo>
                  <a:cubicBezTo>
                    <a:pt x="12206" y="11089"/>
                    <a:pt x="12191" y="11089"/>
                    <a:pt x="12175" y="11089"/>
                  </a:cubicBezTo>
                  <a:cubicBezTo>
                    <a:pt x="11340" y="11089"/>
                    <a:pt x="8937" y="13170"/>
                    <a:pt x="8937" y="13170"/>
                  </a:cubicBezTo>
                  <a:lnTo>
                    <a:pt x="8397" y="9428"/>
                  </a:lnTo>
                  <a:cubicBezTo>
                    <a:pt x="8397" y="9428"/>
                    <a:pt x="11389" y="9012"/>
                    <a:pt x="13218" y="7518"/>
                  </a:cubicBezTo>
                  <a:cubicBezTo>
                    <a:pt x="12802" y="4065"/>
                    <a:pt x="11431" y="2050"/>
                    <a:pt x="10575" y="1094"/>
                  </a:cubicBezTo>
                  <a:cubicBezTo>
                    <a:pt x="10085" y="552"/>
                    <a:pt x="9441" y="172"/>
                    <a:pt x="8722" y="41"/>
                  </a:cubicBezTo>
                  <a:cubicBezTo>
                    <a:pt x="8578" y="16"/>
                    <a:pt x="8432" y="0"/>
                    <a:pt x="8290" y="0"/>
                  </a:cubicBezTo>
                  <a:close/>
                </a:path>
              </a:pathLst>
            </a:custGeom>
            <a:solidFill>
              <a:srgbClr val="F9C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48"/>
            <p:cNvSpPr/>
            <p:nvPr/>
          </p:nvSpPr>
          <p:spPr>
            <a:xfrm>
              <a:off x="5169353" y="2633401"/>
              <a:ext cx="21969" cy="41451"/>
            </a:xfrm>
            <a:custGeom>
              <a:rect b="b" l="l" r="r" t="t"/>
              <a:pathLst>
                <a:path extrusionOk="0" h="1051" w="557">
                  <a:moveTo>
                    <a:pt x="557" y="1"/>
                  </a:moveTo>
                  <a:lnTo>
                    <a:pt x="557" y="1"/>
                  </a:lnTo>
                  <a:cubicBezTo>
                    <a:pt x="348" y="311"/>
                    <a:pt x="169" y="635"/>
                    <a:pt x="0" y="966"/>
                  </a:cubicBezTo>
                  <a:lnTo>
                    <a:pt x="218" y="1051"/>
                  </a:lnTo>
                  <a:cubicBezTo>
                    <a:pt x="314" y="698"/>
                    <a:pt x="420" y="346"/>
                    <a:pt x="557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48"/>
            <p:cNvSpPr/>
            <p:nvPr/>
          </p:nvSpPr>
          <p:spPr>
            <a:xfrm>
              <a:off x="5465087" y="2637818"/>
              <a:ext cx="22127" cy="44567"/>
            </a:xfrm>
            <a:custGeom>
              <a:rect b="b" l="l" r="r" t="t"/>
              <a:pathLst>
                <a:path extrusionOk="0" h="1130" w="561">
                  <a:moveTo>
                    <a:pt x="1" y="1"/>
                  </a:moveTo>
                  <a:lnTo>
                    <a:pt x="1" y="1"/>
                  </a:lnTo>
                  <a:cubicBezTo>
                    <a:pt x="89" y="178"/>
                    <a:pt x="138" y="371"/>
                    <a:pt x="194" y="558"/>
                  </a:cubicBezTo>
                  <a:cubicBezTo>
                    <a:pt x="247" y="749"/>
                    <a:pt x="292" y="939"/>
                    <a:pt x="339" y="1129"/>
                  </a:cubicBezTo>
                  <a:lnTo>
                    <a:pt x="560" y="1055"/>
                  </a:lnTo>
                  <a:cubicBezTo>
                    <a:pt x="479" y="871"/>
                    <a:pt x="391" y="695"/>
                    <a:pt x="303" y="516"/>
                  </a:cubicBezTo>
                  <a:cubicBezTo>
                    <a:pt x="212" y="339"/>
                    <a:pt x="120" y="160"/>
                    <a:pt x="1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48"/>
            <p:cNvSpPr/>
            <p:nvPr/>
          </p:nvSpPr>
          <p:spPr>
            <a:xfrm>
              <a:off x="5320415" y="2641171"/>
              <a:ext cx="29897" cy="49813"/>
            </a:xfrm>
            <a:custGeom>
              <a:rect b="b" l="l" r="r" t="t"/>
              <a:pathLst>
                <a:path extrusionOk="0" h="1263" w="758">
                  <a:moveTo>
                    <a:pt x="0" y="1"/>
                  </a:moveTo>
                  <a:lnTo>
                    <a:pt x="0" y="1"/>
                  </a:lnTo>
                  <a:cubicBezTo>
                    <a:pt x="67" y="160"/>
                    <a:pt x="117" y="314"/>
                    <a:pt x="173" y="473"/>
                  </a:cubicBezTo>
                  <a:cubicBezTo>
                    <a:pt x="226" y="625"/>
                    <a:pt x="282" y="783"/>
                    <a:pt x="342" y="934"/>
                  </a:cubicBezTo>
                  <a:lnTo>
                    <a:pt x="469" y="1262"/>
                  </a:lnTo>
                  <a:lnTo>
                    <a:pt x="561" y="927"/>
                  </a:lnTo>
                  <a:cubicBezTo>
                    <a:pt x="634" y="659"/>
                    <a:pt x="694" y="395"/>
                    <a:pt x="758" y="114"/>
                  </a:cubicBezTo>
                  <a:lnTo>
                    <a:pt x="758" y="114"/>
                  </a:lnTo>
                  <a:cubicBezTo>
                    <a:pt x="649" y="212"/>
                    <a:pt x="568" y="339"/>
                    <a:pt x="501" y="466"/>
                  </a:cubicBezTo>
                  <a:cubicBezTo>
                    <a:pt x="481" y="503"/>
                    <a:pt x="463" y="540"/>
                    <a:pt x="446" y="578"/>
                  </a:cubicBezTo>
                  <a:lnTo>
                    <a:pt x="446" y="578"/>
                  </a:lnTo>
                  <a:cubicBezTo>
                    <a:pt x="415" y="514"/>
                    <a:pt x="382" y="451"/>
                    <a:pt x="345" y="389"/>
                  </a:cubicBezTo>
                  <a:cubicBezTo>
                    <a:pt x="257" y="244"/>
                    <a:pt x="151" y="96"/>
                    <a:pt x="0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48"/>
            <p:cNvSpPr/>
            <p:nvPr/>
          </p:nvSpPr>
          <p:spPr>
            <a:xfrm>
              <a:off x="5229935" y="2560592"/>
              <a:ext cx="213068" cy="70519"/>
            </a:xfrm>
            <a:custGeom>
              <a:rect b="b" l="l" r="r" t="t"/>
              <a:pathLst>
                <a:path extrusionOk="0" h="1788" w="5402">
                  <a:moveTo>
                    <a:pt x="5402" y="0"/>
                  </a:moveTo>
                  <a:lnTo>
                    <a:pt x="5402" y="0"/>
                  </a:lnTo>
                  <a:cubicBezTo>
                    <a:pt x="5043" y="170"/>
                    <a:pt x="4683" y="349"/>
                    <a:pt x="4330" y="539"/>
                  </a:cubicBezTo>
                  <a:cubicBezTo>
                    <a:pt x="3975" y="723"/>
                    <a:pt x="3623" y="913"/>
                    <a:pt x="3278" y="1107"/>
                  </a:cubicBezTo>
                  <a:lnTo>
                    <a:pt x="3242" y="1128"/>
                  </a:lnTo>
                  <a:lnTo>
                    <a:pt x="3224" y="1173"/>
                  </a:lnTo>
                  <a:cubicBezTo>
                    <a:pt x="3196" y="1258"/>
                    <a:pt x="3168" y="1346"/>
                    <a:pt x="3133" y="1420"/>
                  </a:cubicBezTo>
                  <a:cubicBezTo>
                    <a:pt x="3099" y="1487"/>
                    <a:pt x="3043" y="1558"/>
                    <a:pt x="3022" y="1558"/>
                  </a:cubicBezTo>
                  <a:cubicBezTo>
                    <a:pt x="3021" y="1558"/>
                    <a:pt x="3021" y="1558"/>
                    <a:pt x="3020" y="1557"/>
                  </a:cubicBezTo>
                  <a:cubicBezTo>
                    <a:pt x="3019" y="1558"/>
                    <a:pt x="3017" y="1558"/>
                    <a:pt x="3016" y="1558"/>
                  </a:cubicBezTo>
                  <a:cubicBezTo>
                    <a:pt x="2998" y="1558"/>
                    <a:pt x="2942" y="1523"/>
                    <a:pt x="2897" y="1463"/>
                  </a:cubicBezTo>
                  <a:cubicBezTo>
                    <a:pt x="2847" y="1399"/>
                    <a:pt x="2801" y="1318"/>
                    <a:pt x="2766" y="1240"/>
                  </a:cubicBezTo>
                  <a:lnTo>
                    <a:pt x="2745" y="1198"/>
                  </a:lnTo>
                  <a:lnTo>
                    <a:pt x="2707" y="1180"/>
                  </a:lnTo>
                  <a:cubicBezTo>
                    <a:pt x="2263" y="983"/>
                    <a:pt x="1815" y="789"/>
                    <a:pt x="1364" y="609"/>
                  </a:cubicBezTo>
                  <a:cubicBezTo>
                    <a:pt x="913" y="423"/>
                    <a:pt x="462" y="243"/>
                    <a:pt x="1" y="85"/>
                  </a:cubicBezTo>
                  <a:lnTo>
                    <a:pt x="1" y="85"/>
                  </a:lnTo>
                  <a:cubicBezTo>
                    <a:pt x="427" y="324"/>
                    <a:pt x="860" y="546"/>
                    <a:pt x="1297" y="762"/>
                  </a:cubicBezTo>
                  <a:cubicBezTo>
                    <a:pt x="1718" y="977"/>
                    <a:pt x="2145" y="1176"/>
                    <a:pt x="2573" y="1374"/>
                  </a:cubicBezTo>
                  <a:lnTo>
                    <a:pt x="2573" y="1374"/>
                  </a:lnTo>
                  <a:cubicBezTo>
                    <a:pt x="2612" y="1456"/>
                    <a:pt x="2656" y="1531"/>
                    <a:pt x="2714" y="1607"/>
                  </a:cubicBezTo>
                  <a:cubicBezTo>
                    <a:pt x="2749" y="1649"/>
                    <a:pt x="2787" y="1692"/>
                    <a:pt x="2840" y="1730"/>
                  </a:cubicBezTo>
                  <a:cubicBezTo>
                    <a:pt x="2883" y="1759"/>
                    <a:pt x="2945" y="1788"/>
                    <a:pt x="3014" y="1788"/>
                  </a:cubicBezTo>
                  <a:cubicBezTo>
                    <a:pt x="3030" y="1788"/>
                    <a:pt x="3046" y="1786"/>
                    <a:pt x="3062" y="1783"/>
                  </a:cubicBezTo>
                  <a:cubicBezTo>
                    <a:pt x="3104" y="1776"/>
                    <a:pt x="3136" y="1755"/>
                    <a:pt x="3172" y="1737"/>
                  </a:cubicBezTo>
                  <a:cubicBezTo>
                    <a:pt x="3200" y="1716"/>
                    <a:pt x="3221" y="1692"/>
                    <a:pt x="3245" y="1666"/>
                  </a:cubicBezTo>
                  <a:cubicBezTo>
                    <a:pt x="3281" y="1621"/>
                    <a:pt x="3312" y="1572"/>
                    <a:pt x="3333" y="1523"/>
                  </a:cubicBezTo>
                  <a:cubicBezTo>
                    <a:pt x="3373" y="1437"/>
                    <a:pt x="3402" y="1354"/>
                    <a:pt x="3427" y="1272"/>
                  </a:cubicBezTo>
                  <a:lnTo>
                    <a:pt x="3427" y="1272"/>
                  </a:lnTo>
                  <a:cubicBezTo>
                    <a:pt x="3755" y="1075"/>
                    <a:pt x="4080" y="872"/>
                    <a:pt x="4405" y="666"/>
                  </a:cubicBezTo>
                  <a:cubicBezTo>
                    <a:pt x="4743" y="451"/>
                    <a:pt x="5075" y="229"/>
                    <a:pt x="5402" y="0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48"/>
            <p:cNvSpPr/>
            <p:nvPr/>
          </p:nvSpPr>
          <p:spPr>
            <a:xfrm>
              <a:off x="5516637" y="2137467"/>
              <a:ext cx="80384" cy="82548"/>
            </a:xfrm>
            <a:custGeom>
              <a:rect b="b" l="l" r="r" t="t"/>
              <a:pathLst>
                <a:path extrusionOk="0" h="2093" w="2038">
                  <a:moveTo>
                    <a:pt x="1177" y="0"/>
                  </a:moveTo>
                  <a:cubicBezTo>
                    <a:pt x="615" y="0"/>
                    <a:pt x="109" y="669"/>
                    <a:pt x="0" y="848"/>
                  </a:cubicBezTo>
                  <a:lnTo>
                    <a:pt x="335" y="1972"/>
                  </a:lnTo>
                  <a:cubicBezTo>
                    <a:pt x="482" y="2056"/>
                    <a:pt x="620" y="2093"/>
                    <a:pt x="748" y="2093"/>
                  </a:cubicBezTo>
                  <a:cubicBezTo>
                    <a:pt x="1635" y="2093"/>
                    <a:pt x="2038" y="314"/>
                    <a:pt x="1456" y="59"/>
                  </a:cubicBezTo>
                  <a:cubicBezTo>
                    <a:pt x="1362" y="18"/>
                    <a:pt x="1269" y="0"/>
                    <a:pt x="1177" y="0"/>
                  </a:cubicBezTo>
                  <a:close/>
                </a:path>
              </a:pathLst>
            </a:custGeom>
            <a:solidFill>
              <a:srgbClr val="F9C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48"/>
            <p:cNvSpPr/>
            <p:nvPr/>
          </p:nvSpPr>
          <p:spPr>
            <a:xfrm>
              <a:off x="5202957" y="2020089"/>
              <a:ext cx="151814" cy="175824"/>
            </a:xfrm>
            <a:custGeom>
              <a:rect b="b" l="l" r="r" t="t"/>
              <a:pathLst>
                <a:path extrusionOk="0" h="4458" w="3849">
                  <a:moveTo>
                    <a:pt x="3781" y="0"/>
                  </a:moveTo>
                  <a:lnTo>
                    <a:pt x="758" y="1911"/>
                  </a:lnTo>
                  <a:cubicBezTo>
                    <a:pt x="758" y="1911"/>
                    <a:pt x="0" y="3119"/>
                    <a:pt x="39" y="4444"/>
                  </a:cubicBezTo>
                  <a:cubicBezTo>
                    <a:pt x="74" y="4453"/>
                    <a:pt x="110" y="4458"/>
                    <a:pt x="147" y="4458"/>
                  </a:cubicBezTo>
                  <a:cubicBezTo>
                    <a:pt x="885" y="4458"/>
                    <a:pt x="2122" y="2743"/>
                    <a:pt x="2122" y="2742"/>
                  </a:cubicBezTo>
                  <a:lnTo>
                    <a:pt x="2122" y="2742"/>
                  </a:lnTo>
                  <a:cubicBezTo>
                    <a:pt x="2122" y="2743"/>
                    <a:pt x="1593" y="3500"/>
                    <a:pt x="910" y="4292"/>
                  </a:cubicBezTo>
                  <a:cubicBezTo>
                    <a:pt x="2767" y="3651"/>
                    <a:pt x="3848" y="226"/>
                    <a:pt x="37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8"/>
            <p:cNvSpPr/>
            <p:nvPr/>
          </p:nvSpPr>
          <p:spPr>
            <a:xfrm>
              <a:off x="5137918" y="2162512"/>
              <a:ext cx="90244" cy="88424"/>
            </a:xfrm>
            <a:custGeom>
              <a:rect b="b" l="l" r="r" t="t"/>
              <a:pathLst>
                <a:path extrusionOk="0" h="2242" w="2288">
                  <a:moveTo>
                    <a:pt x="872" y="1"/>
                  </a:moveTo>
                  <a:cubicBezTo>
                    <a:pt x="846" y="1"/>
                    <a:pt x="820" y="2"/>
                    <a:pt x="794" y="5"/>
                  </a:cubicBezTo>
                  <a:cubicBezTo>
                    <a:pt x="1" y="81"/>
                    <a:pt x="304" y="2242"/>
                    <a:pt x="1482" y="2242"/>
                  </a:cubicBezTo>
                  <a:cubicBezTo>
                    <a:pt x="1603" y="2242"/>
                    <a:pt x="1733" y="2219"/>
                    <a:pt x="1872" y="2169"/>
                  </a:cubicBezTo>
                  <a:lnTo>
                    <a:pt x="2287" y="1214"/>
                  </a:lnTo>
                  <a:cubicBezTo>
                    <a:pt x="2287" y="1214"/>
                    <a:pt x="1701" y="1"/>
                    <a:pt x="872" y="1"/>
                  </a:cubicBezTo>
                  <a:close/>
                </a:path>
              </a:pathLst>
            </a:custGeom>
            <a:solidFill>
              <a:srgbClr val="F9C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48"/>
            <p:cNvSpPr/>
            <p:nvPr/>
          </p:nvSpPr>
          <p:spPr>
            <a:xfrm>
              <a:off x="5083331" y="2657460"/>
              <a:ext cx="469642" cy="299389"/>
            </a:xfrm>
            <a:custGeom>
              <a:rect b="b" l="l" r="r" t="t"/>
              <a:pathLst>
                <a:path extrusionOk="0" h="7591" w="11907">
                  <a:moveTo>
                    <a:pt x="2251" y="0"/>
                  </a:moveTo>
                  <a:cubicBezTo>
                    <a:pt x="2251" y="0"/>
                    <a:pt x="0" y="2900"/>
                    <a:pt x="1973" y="4690"/>
                  </a:cubicBezTo>
                  <a:cubicBezTo>
                    <a:pt x="2005" y="5772"/>
                    <a:pt x="2005" y="7590"/>
                    <a:pt x="2005" y="7590"/>
                  </a:cubicBezTo>
                  <a:cubicBezTo>
                    <a:pt x="2005" y="7590"/>
                    <a:pt x="7741" y="7498"/>
                    <a:pt x="8545" y="7283"/>
                  </a:cubicBezTo>
                  <a:cubicBezTo>
                    <a:pt x="8760" y="6512"/>
                    <a:pt x="9221" y="5525"/>
                    <a:pt x="9778" y="5123"/>
                  </a:cubicBezTo>
                  <a:cubicBezTo>
                    <a:pt x="10335" y="4722"/>
                    <a:pt x="11906" y="3456"/>
                    <a:pt x="10239" y="310"/>
                  </a:cubicBezTo>
                  <a:cubicBezTo>
                    <a:pt x="7896" y="127"/>
                    <a:pt x="2251" y="0"/>
                    <a:pt x="22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48"/>
            <p:cNvSpPr/>
            <p:nvPr/>
          </p:nvSpPr>
          <p:spPr>
            <a:xfrm>
              <a:off x="5201301" y="2521230"/>
              <a:ext cx="49934" cy="150976"/>
            </a:xfrm>
            <a:custGeom>
              <a:rect b="b" l="l" r="r" t="t"/>
              <a:pathLst>
                <a:path extrusionOk="0" h="3828" w="1266">
                  <a:moveTo>
                    <a:pt x="924" y="1"/>
                  </a:moveTo>
                  <a:lnTo>
                    <a:pt x="0" y="3827"/>
                  </a:lnTo>
                  <a:lnTo>
                    <a:pt x="494" y="3827"/>
                  </a:lnTo>
                  <a:lnTo>
                    <a:pt x="1265" y="184"/>
                  </a:lnTo>
                  <a:lnTo>
                    <a:pt x="9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48"/>
            <p:cNvSpPr/>
            <p:nvPr/>
          </p:nvSpPr>
          <p:spPr>
            <a:xfrm>
              <a:off x="5414207" y="2515116"/>
              <a:ext cx="37707" cy="174049"/>
            </a:xfrm>
            <a:custGeom>
              <a:rect b="b" l="l" r="r" t="t"/>
              <a:pathLst>
                <a:path extrusionOk="0" h="4413" w="956">
                  <a:moveTo>
                    <a:pt x="307" y="1"/>
                  </a:moveTo>
                  <a:lnTo>
                    <a:pt x="1" y="279"/>
                  </a:lnTo>
                  <a:cubicBezTo>
                    <a:pt x="1" y="279"/>
                    <a:pt x="462" y="4229"/>
                    <a:pt x="462" y="4320"/>
                  </a:cubicBezTo>
                  <a:lnTo>
                    <a:pt x="956" y="4413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48"/>
            <p:cNvSpPr/>
            <p:nvPr/>
          </p:nvSpPr>
          <p:spPr>
            <a:xfrm>
              <a:off x="5244963" y="3222929"/>
              <a:ext cx="65593" cy="1245791"/>
            </a:xfrm>
            <a:custGeom>
              <a:rect b="b" l="l" r="r" t="t"/>
              <a:pathLst>
                <a:path extrusionOk="0" h="31587" w="1663">
                  <a:moveTo>
                    <a:pt x="1663" y="1"/>
                  </a:moveTo>
                  <a:lnTo>
                    <a:pt x="1396" y="3947"/>
                  </a:lnTo>
                  <a:lnTo>
                    <a:pt x="1155" y="7893"/>
                  </a:lnTo>
                  <a:lnTo>
                    <a:pt x="715" y="15787"/>
                  </a:lnTo>
                  <a:lnTo>
                    <a:pt x="324" y="23686"/>
                  </a:lnTo>
                  <a:lnTo>
                    <a:pt x="152" y="27636"/>
                  </a:lnTo>
                  <a:lnTo>
                    <a:pt x="0" y="31586"/>
                  </a:lnTo>
                  <a:lnTo>
                    <a:pt x="264" y="27640"/>
                  </a:lnTo>
                  <a:lnTo>
                    <a:pt x="503" y="23694"/>
                  </a:lnTo>
                  <a:lnTo>
                    <a:pt x="947" y="15800"/>
                  </a:lnTo>
                  <a:lnTo>
                    <a:pt x="1336" y="7901"/>
                  </a:lnTo>
                  <a:lnTo>
                    <a:pt x="1511" y="3951"/>
                  </a:lnTo>
                  <a:lnTo>
                    <a:pt x="16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48"/>
            <p:cNvSpPr/>
            <p:nvPr/>
          </p:nvSpPr>
          <p:spPr>
            <a:xfrm>
              <a:off x="5241768" y="3154814"/>
              <a:ext cx="143137" cy="76632"/>
            </a:xfrm>
            <a:custGeom>
              <a:rect b="b" l="l" r="r" t="t"/>
              <a:pathLst>
                <a:path extrusionOk="0" h="1943" w="3629">
                  <a:moveTo>
                    <a:pt x="3629" y="1"/>
                  </a:moveTo>
                  <a:lnTo>
                    <a:pt x="3629" y="1"/>
                  </a:lnTo>
                  <a:cubicBezTo>
                    <a:pt x="3354" y="343"/>
                    <a:pt x="3044" y="653"/>
                    <a:pt x="2724" y="942"/>
                  </a:cubicBezTo>
                  <a:cubicBezTo>
                    <a:pt x="2562" y="1082"/>
                    <a:pt x="2396" y="1220"/>
                    <a:pt x="2220" y="1344"/>
                  </a:cubicBezTo>
                  <a:cubicBezTo>
                    <a:pt x="2077" y="1454"/>
                    <a:pt x="1921" y="1546"/>
                    <a:pt x="1766" y="1638"/>
                  </a:cubicBezTo>
                  <a:lnTo>
                    <a:pt x="1766" y="1638"/>
                  </a:lnTo>
                  <a:cubicBezTo>
                    <a:pt x="1534" y="1345"/>
                    <a:pt x="1262" y="1096"/>
                    <a:pt x="979" y="864"/>
                  </a:cubicBezTo>
                  <a:cubicBezTo>
                    <a:pt x="828" y="737"/>
                    <a:pt x="666" y="617"/>
                    <a:pt x="504" y="505"/>
                  </a:cubicBezTo>
                  <a:cubicBezTo>
                    <a:pt x="338" y="392"/>
                    <a:pt x="173" y="279"/>
                    <a:pt x="0" y="184"/>
                  </a:cubicBezTo>
                  <a:lnTo>
                    <a:pt x="0" y="184"/>
                  </a:lnTo>
                  <a:cubicBezTo>
                    <a:pt x="293" y="452"/>
                    <a:pt x="581" y="723"/>
                    <a:pt x="863" y="998"/>
                  </a:cubicBezTo>
                  <a:cubicBezTo>
                    <a:pt x="1142" y="1273"/>
                    <a:pt x="1420" y="1552"/>
                    <a:pt x="1641" y="1858"/>
                  </a:cubicBezTo>
                  <a:lnTo>
                    <a:pt x="1701" y="1943"/>
                  </a:lnTo>
                  <a:lnTo>
                    <a:pt x="1794" y="1893"/>
                  </a:lnTo>
                  <a:cubicBezTo>
                    <a:pt x="2184" y="1674"/>
                    <a:pt x="2544" y="1400"/>
                    <a:pt x="2854" y="1076"/>
                  </a:cubicBezTo>
                  <a:cubicBezTo>
                    <a:pt x="3009" y="918"/>
                    <a:pt x="3154" y="748"/>
                    <a:pt x="3284" y="568"/>
                  </a:cubicBezTo>
                  <a:cubicBezTo>
                    <a:pt x="3411" y="385"/>
                    <a:pt x="3537" y="202"/>
                    <a:pt x="3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48"/>
            <p:cNvSpPr/>
            <p:nvPr/>
          </p:nvSpPr>
          <p:spPr>
            <a:xfrm>
              <a:off x="5127190" y="4455783"/>
              <a:ext cx="180883" cy="147230"/>
            </a:xfrm>
            <a:custGeom>
              <a:rect b="b" l="l" r="r" t="t"/>
              <a:pathLst>
                <a:path extrusionOk="0" h="3733" w="4586">
                  <a:moveTo>
                    <a:pt x="2108" y="0"/>
                  </a:moveTo>
                  <a:lnTo>
                    <a:pt x="1" y="2922"/>
                  </a:lnTo>
                  <a:lnTo>
                    <a:pt x="2313" y="3732"/>
                  </a:lnTo>
                  <a:lnTo>
                    <a:pt x="4585" y="3246"/>
                  </a:lnTo>
                  <a:lnTo>
                    <a:pt x="2760" y="205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48"/>
            <p:cNvSpPr/>
            <p:nvPr/>
          </p:nvSpPr>
          <p:spPr>
            <a:xfrm>
              <a:off x="5224768" y="4458978"/>
              <a:ext cx="248133" cy="108854"/>
            </a:xfrm>
            <a:custGeom>
              <a:rect b="b" l="l" r="r" t="t"/>
              <a:pathLst>
                <a:path extrusionOk="0" h="2760" w="6291">
                  <a:moveTo>
                    <a:pt x="935" y="1"/>
                  </a:moveTo>
                  <a:lnTo>
                    <a:pt x="1" y="163"/>
                  </a:lnTo>
                  <a:lnTo>
                    <a:pt x="244" y="2192"/>
                  </a:lnTo>
                  <a:lnTo>
                    <a:pt x="6291" y="2760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8"/>
            <p:cNvSpPr/>
            <p:nvPr/>
          </p:nvSpPr>
          <p:spPr>
            <a:xfrm>
              <a:off x="5403084" y="2162275"/>
              <a:ext cx="74389" cy="101321"/>
            </a:xfrm>
            <a:custGeom>
              <a:rect b="b" l="l" r="r" t="t"/>
              <a:pathLst>
                <a:path extrusionOk="0" h="2569" w="1886">
                  <a:moveTo>
                    <a:pt x="1" y="0"/>
                  </a:moveTo>
                  <a:cubicBezTo>
                    <a:pt x="4" y="293"/>
                    <a:pt x="25" y="586"/>
                    <a:pt x="50" y="874"/>
                  </a:cubicBezTo>
                  <a:cubicBezTo>
                    <a:pt x="64" y="1022"/>
                    <a:pt x="82" y="1167"/>
                    <a:pt x="103" y="1311"/>
                  </a:cubicBezTo>
                  <a:cubicBezTo>
                    <a:pt x="124" y="1459"/>
                    <a:pt x="142" y="1600"/>
                    <a:pt x="191" y="1759"/>
                  </a:cubicBezTo>
                  <a:lnTo>
                    <a:pt x="226" y="1868"/>
                  </a:lnTo>
                  <a:lnTo>
                    <a:pt x="339" y="1812"/>
                  </a:lnTo>
                  <a:cubicBezTo>
                    <a:pt x="642" y="1665"/>
                    <a:pt x="942" y="1510"/>
                    <a:pt x="1240" y="1352"/>
                  </a:cubicBezTo>
                  <a:lnTo>
                    <a:pt x="1240" y="1352"/>
                  </a:lnTo>
                  <a:cubicBezTo>
                    <a:pt x="1125" y="1526"/>
                    <a:pt x="1003" y="1699"/>
                    <a:pt x="875" y="1864"/>
                  </a:cubicBezTo>
                  <a:cubicBezTo>
                    <a:pt x="773" y="2006"/>
                    <a:pt x="656" y="2136"/>
                    <a:pt x="532" y="2263"/>
                  </a:cubicBezTo>
                  <a:cubicBezTo>
                    <a:pt x="413" y="2389"/>
                    <a:pt x="279" y="2502"/>
                    <a:pt x="110" y="2569"/>
                  </a:cubicBezTo>
                  <a:cubicBezTo>
                    <a:pt x="290" y="2544"/>
                    <a:pt x="452" y="2439"/>
                    <a:pt x="596" y="2333"/>
                  </a:cubicBezTo>
                  <a:cubicBezTo>
                    <a:pt x="744" y="2224"/>
                    <a:pt x="875" y="2100"/>
                    <a:pt x="998" y="1967"/>
                  </a:cubicBezTo>
                  <a:cubicBezTo>
                    <a:pt x="1244" y="1702"/>
                    <a:pt x="1463" y="1417"/>
                    <a:pt x="1661" y="1110"/>
                  </a:cubicBezTo>
                  <a:lnTo>
                    <a:pt x="1886" y="758"/>
                  </a:lnTo>
                  <a:lnTo>
                    <a:pt x="1513" y="948"/>
                  </a:lnTo>
                  <a:cubicBezTo>
                    <a:pt x="1124" y="1150"/>
                    <a:pt x="735" y="1353"/>
                    <a:pt x="352" y="1566"/>
                  </a:cubicBezTo>
                  <a:lnTo>
                    <a:pt x="352" y="1566"/>
                  </a:lnTo>
                  <a:cubicBezTo>
                    <a:pt x="326" y="1474"/>
                    <a:pt x="303" y="1374"/>
                    <a:pt x="279" y="1279"/>
                  </a:cubicBezTo>
                  <a:lnTo>
                    <a:pt x="187" y="856"/>
                  </a:lnTo>
                  <a:cubicBezTo>
                    <a:pt x="127" y="571"/>
                    <a:pt x="67" y="285"/>
                    <a:pt x="1" y="0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48"/>
            <p:cNvSpPr/>
            <p:nvPr/>
          </p:nvSpPr>
          <p:spPr>
            <a:xfrm>
              <a:off x="5299826" y="2269831"/>
              <a:ext cx="139469" cy="32538"/>
            </a:xfrm>
            <a:custGeom>
              <a:rect b="b" l="l" r="r" t="t"/>
              <a:pathLst>
                <a:path extrusionOk="0" h="825" w="3536">
                  <a:moveTo>
                    <a:pt x="0" y="1"/>
                  </a:moveTo>
                  <a:cubicBezTo>
                    <a:pt x="202" y="243"/>
                    <a:pt x="455" y="451"/>
                    <a:pt x="751" y="586"/>
                  </a:cubicBezTo>
                  <a:cubicBezTo>
                    <a:pt x="1047" y="716"/>
                    <a:pt x="1364" y="790"/>
                    <a:pt x="1685" y="818"/>
                  </a:cubicBezTo>
                  <a:cubicBezTo>
                    <a:pt x="1755" y="822"/>
                    <a:pt x="1826" y="824"/>
                    <a:pt x="1896" y="824"/>
                  </a:cubicBezTo>
                  <a:cubicBezTo>
                    <a:pt x="2146" y="824"/>
                    <a:pt x="2395" y="800"/>
                    <a:pt x="2640" y="751"/>
                  </a:cubicBezTo>
                  <a:cubicBezTo>
                    <a:pt x="2950" y="687"/>
                    <a:pt x="3253" y="596"/>
                    <a:pt x="3535" y="448"/>
                  </a:cubicBezTo>
                  <a:lnTo>
                    <a:pt x="3535" y="448"/>
                  </a:lnTo>
                  <a:cubicBezTo>
                    <a:pt x="3034" y="536"/>
                    <a:pt x="2540" y="597"/>
                    <a:pt x="2051" y="597"/>
                  </a:cubicBezTo>
                  <a:cubicBezTo>
                    <a:pt x="1935" y="597"/>
                    <a:pt x="1819" y="593"/>
                    <a:pt x="1703" y="586"/>
                  </a:cubicBezTo>
                  <a:cubicBezTo>
                    <a:pt x="1400" y="561"/>
                    <a:pt x="1107" y="505"/>
                    <a:pt x="818" y="417"/>
                  </a:cubicBezTo>
                  <a:cubicBezTo>
                    <a:pt x="533" y="321"/>
                    <a:pt x="268" y="173"/>
                    <a:pt x="0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48"/>
            <p:cNvSpPr/>
            <p:nvPr/>
          </p:nvSpPr>
          <p:spPr>
            <a:xfrm>
              <a:off x="5168485" y="2184717"/>
              <a:ext cx="45911" cy="50720"/>
            </a:xfrm>
            <a:custGeom>
              <a:rect b="b" l="l" r="r" t="t"/>
              <a:pathLst>
                <a:path extrusionOk="0" h="1286" w="1164">
                  <a:moveTo>
                    <a:pt x="185" y="0"/>
                  </a:moveTo>
                  <a:cubicBezTo>
                    <a:pt x="121" y="0"/>
                    <a:pt x="59" y="11"/>
                    <a:pt x="1" y="34"/>
                  </a:cubicBezTo>
                  <a:cubicBezTo>
                    <a:pt x="240" y="80"/>
                    <a:pt x="413" y="214"/>
                    <a:pt x="557" y="372"/>
                  </a:cubicBezTo>
                  <a:cubicBezTo>
                    <a:pt x="671" y="500"/>
                    <a:pt x="764" y="650"/>
                    <a:pt x="851" y="806"/>
                  </a:cubicBezTo>
                  <a:lnTo>
                    <a:pt x="851" y="806"/>
                  </a:lnTo>
                  <a:cubicBezTo>
                    <a:pt x="840" y="810"/>
                    <a:pt x="830" y="815"/>
                    <a:pt x="819" y="820"/>
                  </a:cubicBezTo>
                  <a:cubicBezTo>
                    <a:pt x="780" y="834"/>
                    <a:pt x="734" y="887"/>
                    <a:pt x="730" y="936"/>
                  </a:cubicBezTo>
                  <a:cubicBezTo>
                    <a:pt x="723" y="985"/>
                    <a:pt x="737" y="1020"/>
                    <a:pt x="751" y="1053"/>
                  </a:cubicBezTo>
                  <a:cubicBezTo>
                    <a:pt x="811" y="1162"/>
                    <a:pt x="892" y="1228"/>
                    <a:pt x="984" y="1285"/>
                  </a:cubicBezTo>
                  <a:cubicBezTo>
                    <a:pt x="941" y="1190"/>
                    <a:pt x="889" y="1095"/>
                    <a:pt x="874" y="1010"/>
                  </a:cubicBezTo>
                  <a:cubicBezTo>
                    <a:pt x="874" y="989"/>
                    <a:pt x="878" y="975"/>
                    <a:pt x="882" y="971"/>
                  </a:cubicBezTo>
                  <a:cubicBezTo>
                    <a:pt x="889" y="971"/>
                    <a:pt x="882" y="978"/>
                    <a:pt x="892" y="978"/>
                  </a:cubicBezTo>
                  <a:cubicBezTo>
                    <a:pt x="896" y="977"/>
                    <a:pt x="901" y="976"/>
                    <a:pt x="908" y="976"/>
                  </a:cubicBezTo>
                  <a:cubicBezTo>
                    <a:pt x="930" y="976"/>
                    <a:pt x="966" y="982"/>
                    <a:pt x="998" y="985"/>
                  </a:cubicBezTo>
                  <a:lnTo>
                    <a:pt x="1164" y="1006"/>
                  </a:lnTo>
                  <a:lnTo>
                    <a:pt x="1100" y="845"/>
                  </a:lnTo>
                  <a:lnTo>
                    <a:pt x="1033" y="675"/>
                  </a:lnTo>
                  <a:lnTo>
                    <a:pt x="949" y="510"/>
                  </a:lnTo>
                  <a:cubicBezTo>
                    <a:pt x="878" y="407"/>
                    <a:pt x="804" y="302"/>
                    <a:pt x="705" y="220"/>
                  </a:cubicBezTo>
                  <a:cubicBezTo>
                    <a:pt x="611" y="136"/>
                    <a:pt x="497" y="66"/>
                    <a:pt x="375" y="30"/>
                  </a:cubicBezTo>
                  <a:cubicBezTo>
                    <a:pt x="313" y="11"/>
                    <a:pt x="248" y="0"/>
                    <a:pt x="185" y="0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48"/>
            <p:cNvSpPr/>
            <p:nvPr/>
          </p:nvSpPr>
          <p:spPr>
            <a:xfrm>
              <a:off x="5527207" y="2153835"/>
              <a:ext cx="39797" cy="51706"/>
            </a:xfrm>
            <a:custGeom>
              <a:rect b="b" l="l" r="r" t="t"/>
              <a:pathLst>
                <a:path extrusionOk="0" h="1311" w="1009">
                  <a:moveTo>
                    <a:pt x="888" y="0"/>
                  </a:moveTo>
                  <a:cubicBezTo>
                    <a:pt x="868" y="0"/>
                    <a:pt x="848" y="3"/>
                    <a:pt x="828" y="10"/>
                  </a:cubicBezTo>
                  <a:cubicBezTo>
                    <a:pt x="768" y="28"/>
                    <a:pt x="712" y="60"/>
                    <a:pt x="667" y="94"/>
                  </a:cubicBezTo>
                  <a:cubicBezTo>
                    <a:pt x="568" y="169"/>
                    <a:pt x="487" y="253"/>
                    <a:pt x="416" y="345"/>
                  </a:cubicBezTo>
                  <a:cubicBezTo>
                    <a:pt x="342" y="433"/>
                    <a:pt x="282" y="528"/>
                    <a:pt x="226" y="626"/>
                  </a:cubicBezTo>
                  <a:cubicBezTo>
                    <a:pt x="166" y="722"/>
                    <a:pt x="117" y="824"/>
                    <a:pt x="70" y="926"/>
                  </a:cubicBezTo>
                  <a:lnTo>
                    <a:pt x="0" y="1081"/>
                  </a:lnTo>
                  <a:lnTo>
                    <a:pt x="159" y="1078"/>
                  </a:lnTo>
                  <a:cubicBezTo>
                    <a:pt x="195" y="1078"/>
                    <a:pt x="233" y="1073"/>
                    <a:pt x="268" y="1073"/>
                  </a:cubicBezTo>
                  <a:cubicBezTo>
                    <a:pt x="278" y="1073"/>
                    <a:pt x="287" y="1074"/>
                    <a:pt x="296" y="1074"/>
                  </a:cubicBezTo>
                  <a:cubicBezTo>
                    <a:pt x="339" y="1074"/>
                    <a:pt x="377" y="1081"/>
                    <a:pt x="392" y="1091"/>
                  </a:cubicBezTo>
                  <a:cubicBezTo>
                    <a:pt x="409" y="1091"/>
                    <a:pt x="416" y="1127"/>
                    <a:pt x="402" y="1173"/>
                  </a:cubicBezTo>
                  <a:cubicBezTo>
                    <a:pt x="388" y="1218"/>
                    <a:pt x="366" y="1265"/>
                    <a:pt x="339" y="1310"/>
                  </a:cubicBezTo>
                  <a:cubicBezTo>
                    <a:pt x="388" y="1286"/>
                    <a:pt x="430" y="1257"/>
                    <a:pt x="469" y="1211"/>
                  </a:cubicBezTo>
                  <a:cubicBezTo>
                    <a:pt x="504" y="1173"/>
                    <a:pt x="553" y="1096"/>
                    <a:pt x="501" y="1011"/>
                  </a:cubicBezTo>
                  <a:cubicBezTo>
                    <a:pt x="452" y="934"/>
                    <a:pt x="386" y="916"/>
                    <a:pt x="330" y="898"/>
                  </a:cubicBezTo>
                  <a:lnTo>
                    <a:pt x="330" y="898"/>
                  </a:lnTo>
                  <a:cubicBezTo>
                    <a:pt x="420" y="754"/>
                    <a:pt x="505" y="610"/>
                    <a:pt x="592" y="465"/>
                  </a:cubicBezTo>
                  <a:cubicBezTo>
                    <a:pt x="649" y="373"/>
                    <a:pt x="701" y="281"/>
                    <a:pt x="765" y="200"/>
                  </a:cubicBezTo>
                  <a:cubicBezTo>
                    <a:pt x="832" y="119"/>
                    <a:pt x="888" y="34"/>
                    <a:pt x="1008" y="34"/>
                  </a:cubicBezTo>
                  <a:cubicBezTo>
                    <a:pt x="977" y="15"/>
                    <a:pt x="933" y="0"/>
                    <a:pt x="888" y="0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48"/>
            <p:cNvSpPr/>
            <p:nvPr/>
          </p:nvSpPr>
          <p:spPr>
            <a:xfrm>
              <a:off x="5325542" y="2121453"/>
              <a:ext cx="55890" cy="24453"/>
            </a:xfrm>
            <a:custGeom>
              <a:rect b="b" l="l" r="r" t="t"/>
              <a:pathLst>
                <a:path extrusionOk="0" h="620" w="1417">
                  <a:moveTo>
                    <a:pt x="693" y="1"/>
                  </a:moveTo>
                  <a:cubicBezTo>
                    <a:pt x="474" y="1"/>
                    <a:pt x="231" y="152"/>
                    <a:pt x="0" y="619"/>
                  </a:cubicBezTo>
                  <a:lnTo>
                    <a:pt x="1417" y="521"/>
                  </a:lnTo>
                  <a:cubicBezTo>
                    <a:pt x="1417" y="521"/>
                    <a:pt x="1097" y="1"/>
                    <a:pt x="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48"/>
            <p:cNvSpPr/>
            <p:nvPr/>
          </p:nvSpPr>
          <p:spPr>
            <a:xfrm>
              <a:off x="5403518" y="2118850"/>
              <a:ext cx="50762" cy="24532"/>
            </a:xfrm>
            <a:custGeom>
              <a:rect b="b" l="l" r="r" t="t"/>
              <a:pathLst>
                <a:path extrusionOk="0" h="622" w="1287">
                  <a:moveTo>
                    <a:pt x="665" y="0"/>
                  </a:moveTo>
                  <a:cubicBezTo>
                    <a:pt x="274" y="0"/>
                    <a:pt x="1" y="622"/>
                    <a:pt x="1" y="622"/>
                  </a:cubicBezTo>
                  <a:lnTo>
                    <a:pt x="1287" y="555"/>
                  </a:lnTo>
                  <a:cubicBezTo>
                    <a:pt x="1064" y="141"/>
                    <a:pt x="851" y="0"/>
                    <a:pt x="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8"/>
            <p:cNvSpPr/>
            <p:nvPr/>
          </p:nvSpPr>
          <p:spPr>
            <a:xfrm>
              <a:off x="5360014" y="2168665"/>
              <a:ext cx="15580" cy="27253"/>
            </a:xfrm>
            <a:custGeom>
              <a:rect b="b" l="l" r="r" t="t"/>
              <a:pathLst>
                <a:path extrusionOk="0" h="691" w="395">
                  <a:moveTo>
                    <a:pt x="198" y="1"/>
                  </a:moveTo>
                  <a:cubicBezTo>
                    <a:pt x="89" y="1"/>
                    <a:pt x="1" y="156"/>
                    <a:pt x="1" y="346"/>
                  </a:cubicBezTo>
                  <a:cubicBezTo>
                    <a:pt x="1" y="539"/>
                    <a:pt x="89" y="691"/>
                    <a:pt x="198" y="691"/>
                  </a:cubicBezTo>
                  <a:cubicBezTo>
                    <a:pt x="307" y="691"/>
                    <a:pt x="395" y="539"/>
                    <a:pt x="395" y="346"/>
                  </a:cubicBezTo>
                  <a:cubicBezTo>
                    <a:pt x="395" y="156"/>
                    <a:pt x="307" y="1"/>
                    <a:pt x="1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48"/>
            <p:cNvSpPr/>
            <p:nvPr/>
          </p:nvSpPr>
          <p:spPr>
            <a:xfrm>
              <a:off x="5419216" y="2163498"/>
              <a:ext cx="15580" cy="27292"/>
            </a:xfrm>
            <a:custGeom>
              <a:rect b="b" l="l" r="r" t="t"/>
              <a:pathLst>
                <a:path extrusionOk="0" h="692" w="395">
                  <a:moveTo>
                    <a:pt x="198" y="1"/>
                  </a:moveTo>
                  <a:cubicBezTo>
                    <a:pt x="89" y="1"/>
                    <a:pt x="1" y="156"/>
                    <a:pt x="1" y="347"/>
                  </a:cubicBezTo>
                  <a:cubicBezTo>
                    <a:pt x="1" y="537"/>
                    <a:pt x="89" y="692"/>
                    <a:pt x="198" y="692"/>
                  </a:cubicBezTo>
                  <a:cubicBezTo>
                    <a:pt x="307" y="692"/>
                    <a:pt x="395" y="537"/>
                    <a:pt x="395" y="347"/>
                  </a:cubicBezTo>
                  <a:cubicBezTo>
                    <a:pt x="395" y="156"/>
                    <a:pt x="307" y="1"/>
                    <a:pt x="1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48"/>
            <p:cNvSpPr/>
            <p:nvPr/>
          </p:nvSpPr>
          <p:spPr>
            <a:xfrm>
              <a:off x="5132790" y="2952756"/>
              <a:ext cx="37549" cy="9505"/>
            </a:xfrm>
            <a:custGeom>
              <a:rect b="b" l="l" r="r" t="t"/>
              <a:pathLst>
                <a:path extrusionOk="0" h="241" w="952">
                  <a:moveTo>
                    <a:pt x="381" y="1"/>
                  </a:moveTo>
                  <a:cubicBezTo>
                    <a:pt x="256" y="1"/>
                    <a:pt x="129" y="18"/>
                    <a:pt x="0" y="79"/>
                  </a:cubicBezTo>
                  <a:cubicBezTo>
                    <a:pt x="148" y="184"/>
                    <a:pt x="307" y="219"/>
                    <a:pt x="465" y="237"/>
                  </a:cubicBezTo>
                  <a:cubicBezTo>
                    <a:pt x="501" y="239"/>
                    <a:pt x="537" y="241"/>
                    <a:pt x="573" y="241"/>
                  </a:cubicBezTo>
                  <a:cubicBezTo>
                    <a:pt x="696" y="241"/>
                    <a:pt x="821" y="223"/>
                    <a:pt x="952" y="163"/>
                  </a:cubicBezTo>
                  <a:cubicBezTo>
                    <a:pt x="800" y="57"/>
                    <a:pt x="645" y="22"/>
                    <a:pt x="486" y="4"/>
                  </a:cubicBezTo>
                  <a:cubicBezTo>
                    <a:pt x="451" y="2"/>
                    <a:pt x="416" y="1"/>
                    <a:pt x="381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48"/>
            <p:cNvSpPr/>
            <p:nvPr/>
          </p:nvSpPr>
          <p:spPr>
            <a:xfrm>
              <a:off x="5476209" y="2839087"/>
              <a:ext cx="101880" cy="85940"/>
            </a:xfrm>
            <a:custGeom>
              <a:rect b="b" l="l" r="r" t="t"/>
              <a:pathLst>
                <a:path extrusionOk="0" h="2179" w="2583">
                  <a:moveTo>
                    <a:pt x="893" y="1"/>
                  </a:moveTo>
                  <a:cubicBezTo>
                    <a:pt x="749" y="1"/>
                    <a:pt x="605" y="22"/>
                    <a:pt x="469" y="68"/>
                  </a:cubicBezTo>
                  <a:cubicBezTo>
                    <a:pt x="289" y="128"/>
                    <a:pt x="124" y="222"/>
                    <a:pt x="0" y="356"/>
                  </a:cubicBezTo>
                  <a:cubicBezTo>
                    <a:pt x="222" y="227"/>
                    <a:pt x="469" y="169"/>
                    <a:pt x="710" y="169"/>
                  </a:cubicBezTo>
                  <a:cubicBezTo>
                    <a:pt x="809" y="169"/>
                    <a:pt x="908" y="179"/>
                    <a:pt x="1004" y="198"/>
                  </a:cubicBezTo>
                  <a:cubicBezTo>
                    <a:pt x="1170" y="229"/>
                    <a:pt x="1329" y="293"/>
                    <a:pt x="1480" y="367"/>
                  </a:cubicBezTo>
                  <a:cubicBezTo>
                    <a:pt x="1558" y="402"/>
                    <a:pt x="1632" y="451"/>
                    <a:pt x="1706" y="494"/>
                  </a:cubicBezTo>
                  <a:lnTo>
                    <a:pt x="1917" y="645"/>
                  </a:lnTo>
                  <a:lnTo>
                    <a:pt x="1906" y="638"/>
                  </a:lnTo>
                  <a:lnTo>
                    <a:pt x="1906" y="638"/>
                  </a:lnTo>
                  <a:cubicBezTo>
                    <a:pt x="2103" y="825"/>
                    <a:pt x="2251" y="1071"/>
                    <a:pt x="2357" y="1336"/>
                  </a:cubicBezTo>
                  <a:cubicBezTo>
                    <a:pt x="2407" y="1470"/>
                    <a:pt x="2453" y="1608"/>
                    <a:pt x="2481" y="1748"/>
                  </a:cubicBezTo>
                  <a:cubicBezTo>
                    <a:pt x="2505" y="1889"/>
                    <a:pt x="2534" y="2037"/>
                    <a:pt x="2481" y="2178"/>
                  </a:cubicBezTo>
                  <a:cubicBezTo>
                    <a:pt x="2580" y="2058"/>
                    <a:pt x="2580" y="1889"/>
                    <a:pt x="2583" y="1738"/>
                  </a:cubicBezTo>
                  <a:cubicBezTo>
                    <a:pt x="2583" y="1586"/>
                    <a:pt x="2558" y="1431"/>
                    <a:pt x="2519" y="1283"/>
                  </a:cubicBezTo>
                  <a:cubicBezTo>
                    <a:pt x="2442" y="987"/>
                    <a:pt x="2298" y="698"/>
                    <a:pt x="2065" y="469"/>
                  </a:cubicBezTo>
                  <a:lnTo>
                    <a:pt x="2061" y="466"/>
                  </a:lnTo>
                  <a:lnTo>
                    <a:pt x="2058" y="462"/>
                  </a:lnTo>
                  <a:cubicBezTo>
                    <a:pt x="1984" y="409"/>
                    <a:pt x="1906" y="349"/>
                    <a:pt x="1829" y="300"/>
                  </a:cubicBezTo>
                  <a:cubicBezTo>
                    <a:pt x="1748" y="254"/>
                    <a:pt x="1667" y="201"/>
                    <a:pt x="1582" y="162"/>
                  </a:cubicBezTo>
                  <a:cubicBezTo>
                    <a:pt x="1410" y="81"/>
                    <a:pt x="1223" y="29"/>
                    <a:pt x="1033" y="8"/>
                  </a:cubicBezTo>
                  <a:cubicBezTo>
                    <a:pt x="986" y="3"/>
                    <a:pt x="940" y="1"/>
                    <a:pt x="893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48"/>
            <p:cNvSpPr/>
            <p:nvPr/>
          </p:nvSpPr>
          <p:spPr>
            <a:xfrm>
              <a:off x="5484926" y="2900655"/>
              <a:ext cx="102787" cy="80615"/>
            </a:xfrm>
            <a:custGeom>
              <a:rect b="b" l="l" r="r" t="t"/>
              <a:pathLst>
                <a:path extrusionOk="0" h="2044" w="2606">
                  <a:moveTo>
                    <a:pt x="2605" y="0"/>
                  </a:moveTo>
                  <a:lnTo>
                    <a:pt x="2605" y="0"/>
                  </a:lnTo>
                  <a:cubicBezTo>
                    <a:pt x="2401" y="211"/>
                    <a:pt x="2214" y="434"/>
                    <a:pt x="2030" y="663"/>
                  </a:cubicBezTo>
                  <a:cubicBezTo>
                    <a:pt x="1869" y="866"/>
                    <a:pt x="1715" y="1071"/>
                    <a:pt x="1562" y="1280"/>
                  </a:cubicBezTo>
                  <a:lnTo>
                    <a:pt x="1562" y="1280"/>
                  </a:lnTo>
                  <a:cubicBezTo>
                    <a:pt x="1468" y="1238"/>
                    <a:pt x="1374" y="1207"/>
                    <a:pt x="1274" y="1181"/>
                  </a:cubicBezTo>
                  <a:cubicBezTo>
                    <a:pt x="1190" y="1158"/>
                    <a:pt x="1102" y="1143"/>
                    <a:pt x="1011" y="1143"/>
                  </a:cubicBezTo>
                  <a:cubicBezTo>
                    <a:pt x="959" y="1143"/>
                    <a:pt x="905" y="1148"/>
                    <a:pt x="851" y="1159"/>
                  </a:cubicBezTo>
                  <a:lnTo>
                    <a:pt x="808" y="1167"/>
                  </a:lnTo>
                  <a:lnTo>
                    <a:pt x="787" y="1202"/>
                  </a:lnTo>
                  <a:cubicBezTo>
                    <a:pt x="579" y="1512"/>
                    <a:pt x="301" y="1787"/>
                    <a:pt x="1" y="2044"/>
                  </a:cubicBezTo>
                  <a:cubicBezTo>
                    <a:pt x="188" y="1970"/>
                    <a:pt x="360" y="1865"/>
                    <a:pt x="519" y="1745"/>
                  </a:cubicBezTo>
                  <a:cubicBezTo>
                    <a:pt x="668" y="1634"/>
                    <a:pt x="805" y="1507"/>
                    <a:pt x="925" y="1359"/>
                  </a:cubicBezTo>
                  <a:lnTo>
                    <a:pt x="925" y="1359"/>
                  </a:lnTo>
                  <a:cubicBezTo>
                    <a:pt x="931" y="1358"/>
                    <a:pt x="937" y="1358"/>
                    <a:pt x="943" y="1358"/>
                  </a:cubicBezTo>
                  <a:cubicBezTo>
                    <a:pt x="1136" y="1358"/>
                    <a:pt x="1355" y="1440"/>
                    <a:pt x="1544" y="1530"/>
                  </a:cubicBezTo>
                  <a:lnTo>
                    <a:pt x="1636" y="1575"/>
                  </a:lnTo>
                  <a:lnTo>
                    <a:pt x="1692" y="1494"/>
                  </a:lnTo>
                  <a:cubicBezTo>
                    <a:pt x="1858" y="1255"/>
                    <a:pt x="2020" y="1015"/>
                    <a:pt x="2175" y="765"/>
                  </a:cubicBezTo>
                  <a:cubicBezTo>
                    <a:pt x="2326" y="518"/>
                    <a:pt x="2474" y="265"/>
                    <a:pt x="2605" y="0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48"/>
            <p:cNvSpPr/>
            <p:nvPr/>
          </p:nvSpPr>
          <p:spPr>
            <a:xfrm>
              <a:off x="5522474" y="2864881"/>
              <a:ext cx="39797" cy="10333"/>
            </a:xfrm>
            <a:custGeom>
              <a:rect b="b" l="l" r="r" t="t"/>
              <a:pathLst>
                <a:path extrusionOk="0" h="262" w="1009">
                  <a:moveTo>
                    <a:pt x="350" y="0"/>
                  </a:moveTo>
                  <a:cubicBezTo>
                    <a:pt x="235" y="0"/>
                    <a:pt x="119" y="18"/>
                    <a:pt x="0" y="69"/>
                  </a:cubicBezTo>
                  <a:cubicBezTo>
                    <a:pt x="163" y="175"/>
                    <a:pt x="328" y="214"/>
                    <a:pt x="494" y="245"/>
                  </a:cubicBezTo>
                  <a:cubicBezTo>
                    <a:pt x="575" y="255"/>
                    <a:pt x="654" y="262"/>
                    <a:pt x="736" y="262"/>
                  </a:cubicBezTo>
                  <a:cubicBezTo>
                    <a:pt x="823" y="262"/>
                    <a:pt x="912" y="254"/>
                    <a:pt x="1008" y="235"/>
                  </a:cubicBezTo>
                  <a:cubicBezTo>
                    <a:pt x="945" y="164"/>
                    <a:pt x="864" y="118"/>
                    <a:pt x="779" y="82"/>
                  </a:cubicBezTo>
                  <a:cubicBezTo>
                    <a:pt x="698" y="48"/>
                    <a:pt x="613" y="27"/>
                    <a:pt x="529" y="12"/>
                  </a:cubicBezTo>
                  <a:cubicBezTo>
                    <a:pt x="470" y="5"/>
                    <a:pt x="410" y="0"/>
                    <a:pt x="350" y="0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48"/>
            <p:cNvSpPr/>
            <p:nvPr/>
          </p:nvSpPr>
          <p:spPr>
            <a:xfrm>
              <a:off x="5525787" y="2887442"/>
              <a:ext cx="48711" cy="10846"/>
            </a:xfrm>
            <a:custGeom>
              <a:rect b="b" l="l" r="r" t="t"/>
              <a:pathLst>
                <a:path extrusionOk="0" h="275" w="1235">
                  <a:moveTo>
                    <a:pt x="377" y="1"/>
                  </a:moveTo>
                  <a:cubicBezTo>
                    <a:pt x="253" y="1"/>
                    <a:pt x="128" y="14"/>
                    <a:pt x="1" y="53"/>
                  </a:cubicBezTo>
                  <a:cubicBezTo>
                    <a:pt x="199" y="170"/>
                    <a:pt x="399" y="219"/>
                    <a:pt x="604" y="250"/>
                  </a:cubicBezTo>
                  <a:cubicBezTo>
                    <a:pt x="713" y="266"/>
                    <a:pt x="820" y="275"/>
                    <a:pt x="930" y="275"/>
                  </a:cubicBezTo>
                  <a:cubicBezTo>
                    <a:pt x="1029" y="275"/>
                    <a:pt x="1129" y="267"/>
                    <a:pt x="1235" y="250"/>
                  </a:cubicBezTo>
                  <a:cubicBezTo>
                    <a:pt x="1147" y="173"/>
                    <a:pt x="1044" y="131"/>
                    <a:pt x="945" y="96"/>
                  </a:cubicBezTo>
                  <a:cubicBezTo>
                    <a:pt x="843" y="57"/>
                    <a:pt x="741" y="36"/>
                    <a:pt x="639" y="18"/>
                  </a:cubicBezTo>
                  <a:cubicBezTo>
                    <a:pt x="552" y="8"/>
                    <a:pt x="465" y="1"/>
                    <a:pt x="377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8"/>
            <p:cNvSpPr/>
            <p:nvPr/>
          </p:nvSpPr>
          <p:spPr>
            <a:xfrm>
              <a:off x="5525787" y="2912724"/>
              <a:ext cx="46463" cy="10176"/>
            </a:xfrm>
            <a:custGeom>
              <a:rect b="b" l="l" r="r" t="t"/>
              <a:pathLst>
                <a:path extrusionOk="0" h="258" w="1178">
                  <a:moveTo>
                    <a:pt x="389" y="1"/>
                  </a:moveTo>
                  <a:cubicBezTo>
                    <a:pt x="262" y="1"/>
                    <a:pt x="134" y="14"/>
                    <a:pt x="1" y="58"/>
                  </a:cubicBezTo>
                  <a:cubicBezTo>
                    <a:pt x="188" y="174"/>
                    <a:pt x="381" y="216"/>
                    <a:pt x="576" y="244"/>
                  </a:cubicBezTo>
                  <a:cubicBezTo>
                    <a:pt x="650" y="252"/>
                    <a:pt x="725" y="257"/>
                    <a:pt x="800" y="257"/>
                  </a:cubicBezTo>
                  <a:cubicBezTo>
                    <a:pt x="923" y="257"/>
                    <a:pt x="1049" y="242"/>
                    <a:pt x="1178" y="198"/>
                  </a:cubicBezTo>
                  <a:cubicBezTo>
                    <a:pt x="991" y="82"/>
                    <a:pt x="801" y="40"/>
                    <a:pt x="604" y="11"/>
                  </a:cubicBezTo>
                  <a:cubicBezTo>
                    <a:pt x="532" y="5"/>
                    <a:pt x="461" y="1"/>
                    <a:pt x="389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8"/>
            <p:cNvSpPr/>
            <p:nvPr/>
          </p:nvSpPr>
          <p:spPr>
            <a:xfrm>
              <a:off x="5705247" y="2474255"/>
              <a:ext cx="50329" cy="108460"/>
            </a:xfrm>
            <a:custGeom>
              <a:rect b="b" l="l" r="r" t="t"/>
              <a:pathLst>
                <a:path extrusionOk="0" h="2750" w="1276">
                  <a:moveTo>
                    <a:pt x="0" y="1"/>
                  </a:moveTo>
                  <a:lnTo>
                    <a:pt x="0" y="1"/>
                  </a:lnTo>
                  <a:cubicBezTo>
                    <a:pt x="14" y="315"/>
                    <a:pt x="64" y="617"/>
                    <a:pt x="113" y="924"/>
                  </a:cubicBezTo>
                  <a:lnTo>
                    <a:pt x="120" y="963"/>
                  </a:lnTo>
                  <a:lnTo>
                    <a:pt x="173" y="991"/>
                  </a:lnTo>
                  <a:cubicBezTo>
                    <a:pt x="318" y="1072"/>
                    <a:pt x="461" y="1185"/>
                    <a:pt x="588" y="1305"/>
                  </a:cubicBezTo>
                  <a:cubicBezTo>
                    <a:pt x="715" y="1428"/>
                    <a:pt x="821" y="1565"/>
                    <a:pt x="910" y="1713"/>
                  </a:cubicBezTo>
                  <a:cubicBezTo>
                    <a:pt x="997" y="1865"/>
                    <a:pt x="1068" y="2027"/>
                    <a:pt x="1110" y="2203"/>
                  </a:cubicBezTo>
                  <a:cubicBezTo>
                    <a:pt x="1159" y="2375"/>
                    <a:pt x="1173" y="2559"/>
                    <a:pt x="1191" y="2749"/>
                  </a:cubicBezTo>
                  <a:cubicBezTo>
                    <a:pt x="1240" y="2566"/>
                    <a:pt x="1276" y="2372"/>
                    <a:pt x="1255" y="2178"/>
                  </a:cubicBezTo>
                  <a:cubicBezTo>
                    <a:pt x="1244" y="1985"/>
                    <a:pt x="1188" y="1791"/>
                    <a:pt x="1100" y="1611"/>
                  </a:cubicBezTo>
                  <a:cubicBezTo>
                    <a:pt x="1015" y="1435"/>
                    <a:pt x="892" y="1273"/>
                    <a:pt x="747" y="1136"/>
                  </a:cubicBezTo>
                  <a:cubicBezTo>
                    <a:pt x="614" y="1012"/>
                    <a:pt x="466" y="909"/>
                    <a:pt x="294" y="828"/>
                  </a:cubicBezTo>
                  <a:lnTo>
                    <a:pt x="294" y="828"/>
                  </a:lnTo>
                  <a:cubicBezTo>
                    <a:pt x="208" y="549"/>
                    <a:pt x="120" y="270"/>
                    <a:pt x="0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8"/>
            <p:cNvSpPr/>
            <p:nvPr/>
          </p:nvSpPr>
          <p:spPr>
            <a:xfrm>
              <a:off x="5709112" y="2481631"/>
              <a:ext cx="92887" cy="30329"/>
            </a:xfrm>
            <a:custGeom>
              <a:rect b="b" l="l" r="r" t="t"/>
              <a:pathLst>
                <a:path extrusionOk="0" h="769" w="2355">
                  <a:moveTo>
                    <a:pt x="344" y="1"/>
                  </a:moveTo>
                  <a:cubicBezTo>
                    <a:pt x="229" y="1"/>
                    <a:pt x="113" y="12"/>
                    <a:pt x="1" y="43"/>
                  </a:cubicBezTo>
                  <a:cubicBezTo>
                    <a:pt x="413" y="131"/>
                    <a:pt x="790" y="258"/>
                    <a:pt x="1174" y="391"/>
                  </a:cubicBezTo>
                  <a:cubicBezTo>
                    <a:pt x="1562" y="522"/>
                    <a:pt x="1942" y="663"/>
                    <a:pt x="2355" y="769"/>
                  </a:cubicBezTo>
                  <a:cubicBezTo>
                    <a:pt x="2192" y="632"/>
                    <a:pt x="2012" y="518"/>
                    <a:pt x="1826" y="420"/>
                  </a:cubicBezTo>
                  <a:cubicBezTo>
                    <a:pt x="1643" y="321"/>
                    <a:pt x="1449" y="240"/>
                    <a:pt x="1251" y="170"/>
                  </a:cubicBezTo>
                  <a:cubicBezTo>
                    <a:pt x="1051" y="106"/>
                    <a:pt x="846" y="46"/>
                    <a:pt x="635" y="22"/>
                  </a:cubicBezTo>
                  <a:cubicBezTo>
                    <a:pt x="539" y="9"/>
                    <a:pt x="442" y="1"/>
                    <a:pt x="344" y="1"/>
                  </a:cubicBezTo>
                  <a:close/>
                </a:path>
              </a:pathLst>
            </a:custGeom>
            <a:solidFill>
              <a:srgbClr val="DD9B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2" name="Google Shape;1422;p48"/>
          <p:cNvSpPr txBox="1"/>
          <p:nvPr/>
        </p:nvSpPr>
        <p:spPr>
          <a:xfrm>
            <a:off x="77300" y="3971100"/>
            <a:ext cx="24195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chi square</a:t>
            </a:r>
            <a:r>
              <a:rPr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 = </a:t>
            </a:r>
            <a:r>
              <a:rPr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 9.5402</a:t>
            </a:r>
            <a:endParaRPr sz="1800">
              <a:solidFill>
                <a:srgbClr val="09232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p-value</a:t>
            </a:r>
            <a:r>
              <a:rPr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 =</a:t>
            </a:r>
            <a:r>
              <a:rPr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 0.089 &gt; 0.05</a:t>
            </a:r>
            <a:endParaRPr sz="1800">
              <a:solidFill>
                <a:srgbClr val="09232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23" name="Google Shape;1423;p48"/>
          <p:cNvSpPr/>
          <p:nvPr/>
        </p:nvSpPr>
        <p:spPr>
          <a:xfrm rot="937">
            <a:off x="2496790" y="4137150"/>
            <a:ext cx="1100400" cy="372900"/>
          </a:xfrm>
          <a:prstGeom prst="rightArrow">
            <a:avLst>
              <a:gd fmla="val 63149" name="adj1"/>
              <a:gd fmla="val 75926" name="adj2"/>
            </a:avLst>
          </a:prstGeom>
          <a:solidFill>
            <a:srgbClr val="FF8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4" name="Google Shape;1424;p48"/>
          <p:cNvSpPr txBox="1"/>
          <p:nvPr/>
        </p:nvSpPr>
        <p:spPr>
          <a:xfrm>
            <a:off x="3674475" y="3971100"/>
            <a:ext cx="24870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Insufficient evidence to reject H0</a:t>
            </a:r>
            <a:endParaRPr sz="1800">
              <a:solidFill>
                <a:srgbClr val="09232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9" name="Google Shape;1429;p49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1430" name="Google Shape;1430;p49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SECOND </a:t>
              </a: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SCENARIO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431" name="Google Shape;1431;p49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9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49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49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1435" name="Google Shape;1435;p49"/>
          <p:cNvGraphicFramePr/>
          <p:nvPr/>
        </p:nvGraphicFramePr>
        <p:xfrm>
          <a:off x="952500" y="17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{527E7786-35B9-4DDF-B1B5-6F73B70B8371}</a:tableStyleId>
              </a:tblPr>
              <a:tblGrid>
                <a:gridCol w="3619500"/>
                <a:gridCol w="3619500"/>
              </a:tblGrid>
              <a:tr h="33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HYPOTHESIS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SIGNIFICANCE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Ho = No relationship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H = Relationship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𝝰 = 0.05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chi square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c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8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c = 3.8143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p.value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CONCLUSION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P(C≥c) = 0.089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p.value: </a:t>
                      </a: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0.089</a:t>
                      </a: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 &gt; 0.05 -&gt; The null hypothesis is not rejected.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36" name="Google Shape;143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825" y="3251050"/>
            <a:ext cx="2850500" cy="6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50"/>
          <p:cNvSpPr txBox="1"/>
          <p:nvPr>
            <p:ph idx="1" type="subTitle"/>
          </p:nvPr>
        </p:nvSpPr>
        <p:spPr>
          <a:xfrm>
            <a:off x="3027000" y="1845650"/>
            <a:ext cx="5797500" cy="861900"/>
          </a:xfrm>
          <a:prstGeom prst="rect">
            <a:avLst/>
          </a:prstGeom>
          <a:solidFill>
            <a:schemeClr val="accent6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There is a relationship between the time of the month of and the quantity of products bought.</a:t>
            </a:r>
            <a:endParaRPr sz="2200"/>
          </a:p>
        </p:txBody>
      </p:sp>
      <p:sp>
        <p:nvSpPr>
          <p:cNvPr id="1442" name="Google Shape;1442;p50"/>
          <p:cNvSpPr txBox="1"/>
          <p:nvPr/>
        </p:nvSpPr>
        <p:spPr>
          <a:xfrm>
            <a:off x="3696425" y="28399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H0:</a:t>
            </a:r>
            <a:r>
              <a:rPr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No relationship</a:t>
            </a:r>
            <a:endParaRPr sz="2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HA:</a:t>
            </a:r>
            <a:r>
              <a:rPr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Relationship</a:t>
            </a:r>
            <a:endParaRPr sz="1200"/>
          </a:p>
        </p:txBody>
      </p:sp>
      <p:sp>
        <p:nvSpPr>
          <p:cNvPr id="1443" name="Google Shape;1443;p50"/>
          <p:cNvSpPr txBox="1"/>
          <p:nvPr>
            <p:ph idx="1" type="subTitle"/>
          </p:nvPr>
        </p:nvSpPr>
        <p:spPr>
          <a:xfrm>
            <a:off x="2221250" y="3752325"/>
            <a:ext cx="5797500" cy="39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Num. and cat. variable -&gt; ANOVA test</a:t>
            </a:r>
            <a:endParaRPr sz="2000"/>
          </a:p>
        </p:txBody>
      </p:sp>
      <p:grpSp>
        <p:nvGrpSpPr>
          <p:cNvPr id="1444" name="Google Shape;1444;p50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1445" name="Google Shape;1445;p50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THIRD</a:t>
              </a: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 SCENARIO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446" name="Google Shape;1446;p50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50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50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50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0" name="Google Shape;1450;p50"/>
          <p:cNvGrpSpPr/>
          <p:nvPr/>
        </p:nvGrpSpPr>
        <p:grpSpPr>
          <a:xfrm>
            <a:off x="520642" y="1145251"/>
            <a:ext cx="1757756" cy="3787553"/>
            <a:chOff x="1128542" y="932451"/>
            <a:chExt cx="1757756" cy="3787553"/>
          </a:xfrm>
        </p:grpSpPr>
        <p:sp>
          <p:nvSpPr>
            <p:cNvPr id="1451" name="Google Shape;1451;p50"/>
            <p:cNvSpPr/>
            <p:nvPr/>
          </p:nvSpPr>
          <p:spPr>
            <a:xfrm flipH="1">
              <a:off x="1189778" y="4453604"/>
              <a:ext cx="1696520" cy="266400"/>
            </a:xfrm>
            <a:custGeom>
              <a:rect b="b" l="l" r="r" t="t"/>
              <a:pathLst>
                <a:path extrusionOk="0" h="5050" w="32160">
                  <a:moveTo>
                    <a:pt x="16082" y="1"/>
                  </a:moveTo>
                  <a:cubicBezTo>
                    <a:pt x="7202" y="1"/>
                    <a:pt x="0" y="1130"/>
                    <a:pt x="0" y="2523"/>
                  </a:cubicBezTo>
                  <a:cubicBezTo>
                    <a:pt x="0" y="3920"/>
                    <a:pt x="7202" y="5049"/>
                    <a:pt x="16082" y="5049"/>
                  </a:cubicBezTo>
                  <a:cubicBezTo>
                    <a:pt x="24962" y="5049"/>
                    <a:pt x="32160" y="3920"/>
                    <a:pt x="32160" y="2523"/>
                  </a:cubicBezTo>
                  <a:cubicBezTo>
                    <a:pt x="32160" y="1130"/>
                    <a:pt x="24962" y="1"/>
                    <a:pt x="16082" y="1"/>
                  </a:cubicBezTo>
                  <a:close/>
                </a:path>
              </a:pathLst>
            </a:custGeom>
            <a:solidFill>
              <a:srgbClr val="092329">
                <a:alpha val="12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50"/>
            <p:cNvSpPr/>
            <p:nvPr/>
          </p:nvSpPr>
          <p:spPr>
            <a:xfrm flipH="1">
              <a:off x="1741895" y="4269024"/>
              <a:ext cx="69792" cy="169652"/>
            </a:xfrm>
            <a:custGeom>
              <a:rect b="b" l="l" r="r" t="t"/>
              <a:pathLst>
                <a:path extrusionOk="0" h="3216" w="1323">
                  <a:moveTo>
                    <a:pt x="1323" y="0"/>
                  </a:moveTo>
                  <a:lnTo>
                    <a:pt x="1" y="173"/>
                  </a:lnTo>
                  <a:lnTo>
                    <a:pt x="1" y="3216"/>
                  </a:lnTo>
                  <a:lnTo>
                    <a:pt x="1279" y="3216"/>
                  </a:lnTo>
                  <a:lnTo>
                    <a:pt x="1323" y="0"/>
                  </a:lnTo>
                  <a:close/>
                </a:path>
              </a:pathLst>
            </a:custGeom>
            <a:solidFill>
              <a:srgbClr val="E185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50"/>
            <p:cNvSpPr/>
            <p:nvPr/>
          </p:nvSpPr>
          <p:spPr>
            <a:xfrm flipH="1">
              <a:off x="2257282" y="4242332"/>
              <a:ext cx="76702" cy="196345"/>
            </a:xfrm>
            <a:custGeom>
              <a:rect b="b" l="l" r="r" t="t"/>
              <a:pathLst>
                <a:path extrusionOk="0" h="3722" w="1454">
                  <a:moveTo>
                    <a:pt x="0" y="0"/>
                  </a:moveTo>
                  <a:lnTo>
                    <a:pt x="0" y="3315"/>
                  </a:lnTo>
                  <a:lnTo>
                    <a:pt x="1240" y="3722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rgbClr val="E185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50"/>
            <p:cNvSpPr/>
            <p:nvPr/>
          </p:nvSpPr>
          <p:spPr>
            <a:xfrm flipH="1">
              <a:off x="1369195" y="932451"/>
              <a:ext cx="862609" cy="833384"/>
            </a:xfrm>
            <a:custGeom>
              <a:rect b="b" l="l" r="r" t="t"/>
              <a:pathLst>
                <a:path extrusionOk="0" h="15798" w="16352">
                  <a:moveTo>
                    <a:pt x="8470" y="0"/>
                  </a:moveTo>
                  <a:cubicBezTo>
                    <a:pt x="8113" y="0"/>
                    <a:pt x="7756" y="45"/>
                    <a:pt x="7409" y="133"/>
                  </a:cubicBezTo>
                  <a:cubicBezTo>
                    <a:pt x="6966" y="244"/>
                    <a:pt x="6536" y="434"/>
                    <a:pt x="6212" y="749"/>
                  </a:cubicBezTo>
                  <a:cubicBezTo>
                    <a:pt x="5711" y="1235"/>
                    <a:pt x="5518" y="1949"/>
                    <a:pt x="5345" y="2623"/>
                  </a:cubicBezTo>
                  <a:cubicBezTo>
                    <a:pt x="4963" y="2166"/>
                    <a:pt x="4369" y="1883"/>
                    <a:pt x="3780" y="1883"/>
                  </a:cubicBezTo>
                  <a:cubicBezTo>
                    <a:pt x="3597" y="1883"/>
                    <a:pt x="3414" y="1911"/>
                    <a:pt x="3237" y="1969"/>
                  </a:cubicBezTo>
                  <a:cubicBezTo>
                    <a:pt x="2495" y="2213"/>
                    <a:pt x="1963" y="3035"/>
                    <a:pt x="2121" y="3800"/>
                  </a:cubicBezTo>
                  <a:cubicBezTo>
                    <a:pt x="1990" y="3804"/>
                    <a:pt x="1856" y="3811"/>
                    <a:pt x="1722" y="3816"/>
                  </a:cubicBezTo>
                  <a:cubicBezTo>
                    <a:pt x="1707" y="3967"/>
                    <a:pt x="1813" y="4115"/>
                    <a:pt x="1953" y="4172"/>
                  </a:cubicBezTo>
                  <a:lnTo>
                    <a:pt x="1953" y="4172"/>
                  </a:lnTo>
                  <a:cubicBezTo>
                    <a:pt x="1906" y="4168"/>
                    <a:pt x="1860" y="4166"/>
                    <a:pt x="1814" y="4166"/>
                  </a:cubicBezTo>
                  <a:cubicBezTo>
                    <a:pt x="1203" y="4166"/>
                    <a:pt x="599" y="4531"/>
                    <a:pt x="321" y="5079"/>
                  </a:cubicBezTo>
                  <a:cubicBezTo>
                    <a:pt x="1" y="5718"/>
                    <a:pt x="127" y="6543"/>
                    <a:pt x="605" y="7075"/>
                  </a:cubicBezTo>
                  <a:cubicBezTo>
                    <a:pt x="973" y="7489"/>
                    <a:pt x="1529" y="7717"/>
                    <a:pt x="2084" y="7717"/>
                  </a:cubicBezTo>
                  <a:cubicBezTo>
                    <a:pt x="2244" y="7717"/>
                    <a:pt x="2403" y="7698"/>
                    <a:pt x="2558" y="7660"/>
                  </a:cubicBezTo>
                  <a:lnTo>
                    <a:pt x="4626" y="11156"/>
                  </a:lnTo>
                  <a:cubicBezTo>
                    <a:pt x="4910" y="11969"/>
                    <a:pt x="5254" y="12762"/>
                    <a:pt x="5653" y="13524"/>
                  </a:cubicBezTo>
                  <a:cubicBezTo>
                    <a:pt x="5862" y="13918"/>
                    <a:pt x="6150" y="14353"/>
                    <a:pt x="6596" y="14392"/>
                  </a:cubicBezTo>
                  <a:cubicBezTo>
                    <a:pt x="6620" y="14394"/>
                    <a:pt x="6644" y="14395"/>
                    <a:pt x="6668" y="14395"/>
                  </a:cubicBezTo>
                  <a:cubicBezTo>
                    <a:pt x="6819" y="14395"/>
                    <a:pt x="6969" y="14358"/>
                    <a:pt x="7120" y="14358"/>
                  </a:cubicBezTo>
                  <a:cubicBezTo>
                    <a:pt x="7162" y="14358"/>
                    <a:pt x="7204" y="14361"/>
                    <a:pt x="7247" y="14368"/>
                  </a:cubicBezTo>
                  <a:cubicBezTo>
                    <a:pt x="7452" y="14408"/>
                    <a:pt x="7622" y="14554"/>
                    <a:pt x="7788" y="14688"/>
                  </a:cubicBezTo>
                  <a:cubicBezTo>
                    <a:pt x="8567" y="15323"/>
                    <a:pt x="9563" y="15798"/>
                    <a:pt x="10545" y="15798"/>
                  </a:cubicBezTo>
                  <a:cubicBezTo>
                    <a:pt x="10850" y="15798"/>
                    <a:pt x="11154" y="15752"/>
                    <a:pt x="11450" y="15651"/>
                  </a:cubicBezTo>
                  <a:cubicBezTo>
                    <a:pt x="11773" y="15541"/>
                    <a:pt x="12097" y="15348"/>
                    <a:pt x="12232" y="15031"/>
                  </a:cubicBezTo>
                  <a:cubicBezTo>
                    <a:pt x="12362" y="14736"/>
                    <a:pt x="12245" y="14322"/>
                    <a:pt x="11946" y="14210"/>
                  </a:cubicBezTo>
                  <a:lnTo>
                    <a:pt x="11946" y="14210"/>
                  </a:lnTo>
                  <a:cubicBezTo>
                    <a:pt x="12218" y="14294"/>
                    <a:pt x="12507" y="14371"/>
                    <a:pt x="12786" y="14371"/>
                  </a:cubicBezTo>
                  <a:cubicBezTo>
                    <a:pt x="12950" y="14371"/>
                    <a:pt x="13110" y="14345"/>
                    <a:pt x="13261" y="14277"/>
                  </a:cubicBezTo>
                  <a:cubicBezTo>
                    <a:pt x="13684" y="14088"/>
                    <a:pt x="13889" y="13417"/>
                    <a:pt x="13498" y="13161"/>
                  </a:cubicBezTo>
                  <a:lnTo>
                    <a:pt x="13498" y="13161"/>
                  </a:lnTo>
                  <a:cubicBezTo>
                    <a:pt x="13521" y="13162"/>
                    <a:pt x="13544" y="13162"/>
                    <a:pt x="13567" y="13162"/>
                  </a:cubicBezTo>
                  <a:cubicBezTo>
                    <a:pt x="14116" y="13162"/>
                    <a:pt x="14659" y="12853"/>
                    <a:pt x="14935" y="12379"/>
                  </a:cubicBezTo>
                  <a:cubicBezTo>
                    <a:pt x="15208" y="11912"/>
                    <a:pt x="15215" y="11299"/>
                    <a:pt x="14956" y="10823"/>
                  </a:cubicBezTo>
                  <a:lnTo>
                    <a:pt x="14956" y="10823"/>
                  </a:lnTo>
                  <a:cubicBezTo>
                    <a:pt x="15012" y="10887"/>
                    <a:pt x="15100" y="10923"/>
                    <a:pt x="15185" y="10923"/>
                  </a:cubicBezTo>
                  <a:cubicBezTo>
                    <a:pt x="15246" y="10923"/>
                    <a:pt x="15306" y="10905"/>
                    <a:pt x="15353" y="10864"/>
                  </a:cubicBezTo>
                  <a:cubicBezTo>
                    <a:pt x="15254" y="10635"/>
                    <a:pt x="15057" y="10450"/>
                    <a:pt x="14820" y="10375"/>
                  </a:cubicBezTo>
                  <a:lnTo>
                    <a:pt x="14820" y="10375"/>
                  </a:lnTo>
                  <a:cubicBezTo>
                    <a:pt x="14835" y="10376"/>
                    <a:pt x="14849" y="10376"/>
                    <a:pt x="14863" y="10376"/>
                  </a:cubicBezTo>
                  <a:cubicBezTo>
                    <a:pt x="15337" y="10376"/>
                    <a:pt x="15782" y="10074"/>
                    <a:pt x="16032" y="9665"/>
                  </a:cubicBezTo>
                  <a:cubicBezTo>
                    <a:pt x="16285" y="9246"/>
                    <a:pt x="16352" y="8733"/>
                    <a:pt x="16308" y="8244"/>
                  </a:cubicBezTo>
                  <a:cubicBezTo>
                    <a:pt x="16268" y="7758"/>
                    <a:pt x="16126" y="7273"/>
                    <a:pt x="15831" y="6886"/>
                  </a:cubicBezTo>
                  <a:cubicBezTo>
                    <a:pt x="15547" y="6516"/>
                    <a:pt x="15112" y="6250"/>
                    <a:pt x="14649" y="6228"/>
                  </a:cubicBezTo>
                  <a:lnTo>
                    <a:pt x="14649" y="6228"/>
                  </a:lnTo>
                  <a:cubicBezTo>
                    <a:pt x="14819" y="6228"/>
                    <a:pt x="15007" y="6192"/>
                    <a:pt x="15049" y="6037"/>
                  </a:cubicBezTo>
                  <a:cubicBezTo>
                    <a:pt x="15088" y="5904"/>
                    <a:pt x="14966" y="5761"/>
                    <a:pt x="14828" y="5725"/>
                  </a:cubicBezTo>
                  <a:cubicBezTo>
                    <a:pt x="14793" y="5718"/>
                    <a:pt x="14758" y="5714"/>
                    <a:pt x="14723" y="5714"/>
                  </a:cubicBezTo>
                  <a:cubicBezTo>
                    <a:pt x="14618" y="5714"/>
                    <a:pt x="14513" y="5744"/>
                    <a:pt x="14410" y="5773"/>
                  </a:cubicBezTo>
                  <a:cubicBezTo>
                    <a:pt x="15361" y="5315"/>
                    <a:pt x="15704" y="3993"/>
                    <a:pt x="15223" y="3054"/>
                  </a:cubicBezTo>
                  <a:cubicBezTo>
                    <a:pt x="14783" y="2195"/>
                    <a:pt x="13798" y="1703"/>
                    <a:pt x="12830" y="1703"/>
                  </a:cubicBezTo>
                  <a:cubicBezTo>
                    <a:pt x="12739" y="1703"/>
                    <a:pt x="12648" y="1707"/>
                    <a:pt x="12558" y="1716"/>
                  </a:cubicBezTo>
                  <a:cubicBezTo>
                    <a:pt x="12047" y="1766"/>
                    <a:pt x="11513" y="1981"/>
                    <a:pt x="11205" y="2382"/>
                  </a:cubicBezTo>
                  <a:lnTo>
                    <a:pt x="11205" y="2382"/>
                  </a:lnTo>
                  <a:cubicBezTo>
                    <a:pt x="11233" y="2261"/>
                    <a:pt x="11214" y="2129"/>
                    <a:pt x="11142" y="2028"/>
                  </a:cubicBezTo>
                  <a:lnTo>
                    <a:pt x="11142" y="2028"/>
                  </a:lnTo>
                  <a:cubicBezTo>
                    <a:pt x="10968" y="2135"/>
                    <a:pt x="10815" y="2272"/>
                    <a:pt x="10692" y="2434"/>
                  </a:cubicBezTo>
                  <a:cubicBezTo>
                    <a:pt x="11019" y="1925"/>
                    <a:pt x="10977" y="1207"/>
                    <a:pt x="10585" y="745"/>
                  </a:cubicBezTo>
                  <a:cubicBezTo>
                    <a:pt x="10281" y="383"/>
                    <a:pt x="9816" y="193"/>
                    <a:pt x="9354" y="94"/>
                  </a:cubicBezTo>
                  <a:cubicBezTo>
                    <a:pt x="9064" y="31"/>
                    <a:pt x="8767" y="0"/>
                    <a:pt x="84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50"/>
            <p:cNvSpPr/>
            <p:nvPr/>
          </p:nvSpPr>
          <p:spPr>
            <a:xfrm flipH="1">
              <a:off x="1799919" y="1412126"/>
              <a:ext cx="433098" cy="836866"/>
            </a:xfrm>
            <a:custGeom>
              <a:rect b="b" l="l" r="r" t="t"/>
              <a:pathLst>
                <a:path extrusionOk="0" h="15864" w="8210">
                  <a:moveTo>
                    <a:pt x="2274" y="0"/>
                  </a:moveTo>
                  <a:cubicBezTo>
                    <a:pt x="2114" y="0"/>
                    <a:pt x="1966" y="16"/>
                    <a:pt x="1836" y="51"/>
                  </a:cubicBezTo>
                  <a:cubicBezTo>
                    <a:pt x="1836" y="51"/>
                    <a:pt x="0" y="6290"/>
                    <a:pt x="3639" y="8590"/>
                  </a:cubicBezTo>
                  <a:cubicBezTo>
                    <a:pt x="5340" y="7588"/>
                    <a:pt x="6306" y="6922"/>
                    <a:pt x="6306" y="6921"/>
                  </a:cubicBezTo>
                  <a:lnTo>
                    <a:pt x="6306" y="6921"/>
                  </a:lnTo>
                  <a:lnTo>
                    <a:pt x="5774" y="10493"/>
                  </a:lnTo>
                  <a:lnTo>
                    <a:pt x="4306" y="11258"/>
                  </a:lnTo>
                  <a:lnTo>
                    <a:pt x="4906" y="15864"/>
                  </a:lnTo>
                  <a:lnTo>
                    <a:pt x="8209" y="11559"/>
                  </a:lnTo>
                  <a:lnTo>
                    <a:pt x="6974" y="10493"/>
                  </a:lnTo>
                  <a:cubicBezTo>
                    <a:pt x="6974" y="10493"/>
                    <a:pt x="7676" y="2450"/>
                    <a:pt x="7708" y="2284"/>
                  </a:cubicBezTo>
                  <a:cubicBezTo>
                    <a:pt x="7741" y="2132"/>
                    <a:pt x="4127" y="0"/>
                    <a:pt x="2274" y="0"/>
                  </a:cubicBezTo>
                  <a:close/>
                </a:path>
              </a:pathLst>
            </a:custGeom>
            <a:solidFill>
              <a:srgbClr val="E185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50"/>
            <p:cNvSpPr/>
            <p:nvPr/>
          </p:nvSpPr>
          <p:spPr>
            <a:xfrm flipH="1">
              <a:off x="1704385" y="1326562"/>
              <a:ext cx="456204" cy="384882"/>
            </a:xfrm>
            <a:custGeom>
              <a:rect b="b" l="l" r="r" t="t"/>
              <a:pathLst>
                <a:path extrusionOk="0" h="7296" w="8648">
                  <a:moveTo>
                    <a:pt x="2092" y="0"/>
                  </a:moveTo>
                  <a:cubicBezTo>
                    <a:pt x="1701" y="0"/>
                    <a:pt x="1317" y="50"/>
                    <a:pt x="952" y="153"/>
                  </a:cubicBezTo>
                  <a:cubicBezTo>
                    <a:pt x="237" y="800"/>
                    <a:pt x="1" y="3129"/>
                    <a:pt x="1" y="3129"/>
                  </a:cubicBezTo>
                  <a:cubicBezTo>
                    <a:pt x="1" y="3129"/>
                    <a:pt x="778" y="2691"/>
                    <a:pt x="1923" y="2691"/>
                  </a:cubicBezTo>
                  <a:cubicBezTo>
                    <a:pt x="3396" y="2691"/>
                    <a:pt x="5477" y="3416"/>
                    <a:pt x="7294" y="6731"/>
                  </a:cubicBezTo>
                  <a:lnTo>
                    <a:pt x="7523" y="7296"/>
                  </a:lnTo>
                  <a:cubicBezTo>
                    <a:pt x="7523" y="7296"/>
                    <a:pt x="8647" y="6254"/>
                    <a:pt x="7443" y="3602"/>
                  </a:cubicBezTo>
                  <a:cubicBezTo>
                    <a:pt x="6436" y="1373"/>
                    <a:pt x="4154" y="0"/>
                    <a:pt x="20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50"/>
            <p:cNvSpPr/>
            <p:nvPr/>
          </p:nvSpPr>
          <p:spPr>
            <a:xfrm flipH="1">
              <a:off x="1739099" y="1629729"/>
              <a:ext cx="113787" cy="128505"/>
            </a:xfrm>
            <a:custGeom>
              <a:rect b="b" l="l" r="r" t="t"/>
              <a:pathLst>
                <a:path extrusionOk="0" h="2436" w="2157">
                  <a:moveTo>
                    <a:pt x="934" y="1"/>
                  </a:moveTo>
                  <a:cubicBezTo>
                    <a:pt x="460" y="1"/>
                    <a:pt x="0" y="263"/>
                    <a:pt x="0" y="263"/>
                  </a:cubicBezTo>
                  <a:lnTo>
                    <a:pt x="0" y="2062"/>
                  </a:lnTo>
                  <a:cubicBezTo>
                    <a:pt x="306" y="2324"/>
                    <a:pt x="607" y="2435"/>
                    <a:pt x="877" y="2435"/>
                  </a:cubicBezTo>
                  <a:cubicBezTo>
                    <a:pt x="1640" y="2435"/>
                    <a:pt x="2156" y="1547"/>
                    <a:pt x="1836" y="662"/>
                  </a:cubicBezTo>
                  <a:cubicBezTo>
                    <a:pt x="1652" y="148"/>
                    <a:pt x="1289" y="1"/>
                    <a:pt x="934" y="1"/>
                  </a:cubicBezTo>
                  <a:close/>
                </a:path>
              </a:pathLst>
            </a:custGeom>
            <a:solidFill>
              <a:srgbClr val="E185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50"/>
            <p:cNvSpPr/>
            <p:nvPr/>
          </p:nvSpPr>
          <p:spPr>
            <a:xfrm flipH="1">
              <a:off x="2241717" y="2051007"/>
              <a:ext cx="496981" cy="794083"/>
            </a:xfrm>
            <a:custGeom>
              <a:rect b="b" l="l" r="r" t="t"/>
              <a:pathLst>
                <a:path extrusionOk="0" h="15053" w="9421">
                  <a:moveTo>
                    <a:pt x="2755" y="0"/>
                  </a:moveTo>
                  <a:cubicBezTo>
                    <a:pt x="2591" y="0"/>
                    <a:pt x="2369" y="266"/>
                    <a:pt x="2163" y="868"/>
                  </a:cubicBezTo>
                  <a:cubicBezTo>
                    <a:pt x="1137" y="2403"/>
                    <a:pt x="1575" y="2991"/>
                    <a:pt x="1575" y="2991"/>
                  </a:cubicBezTo>
                  <a:lnTo>
                    <a:pt x="0" y="5280"/>
                  </a:lnTo>
                  <a:lnTo>
                    <a:pt x="1871" y="6018"/>
                  </a:lnTo>
                  <a:cubicBezTo>
                    <a:pt x="1871" y="6018"/>
                    <a:pt x="6362" y="13244"/>
                    <a:pt x="8169" y="15052"/>
                  </a:cubicBezTo>
                  <a:cubicBezTo>
                    <a:pt x="9049" y="13931"/>
                    <a:pt x="9421" y="13327"/>
                    <a:pt x="9421" y="13327"/>
                  </a:cubicBezTo>
                  <a:lnTo>
                    <a:pt x="7779" y="10805"/>
                  </a:lnTo>
                  <a:lnTo>
                    <a:pt x="2897" y="5280"/>
                  </a:lnTo>
                  <a:cubicBezTo>
                    <a:pt x="2897" y="5280"/>
                    <a:pt x="2554" y="2743"/>
                    <a:pt x="2897" y="1326"/>
                  </a:cubicBezTo>
                  <a:cubicBezTo>
                    <a:pt x="3094" y="505"/>
                    <a:pt x="2980" y="0"/>
                    <a:pt x="2755" y="0"/>
                  </a:cubicBezTo>
                  <a:close/>
                </a:path>
              </a:pathLst>
            </a:custGeom>
            <a:solidFill>
              <a:srgbClr val="E185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50"/>
            <p:cNvSpPr/>
            <p:nvPr/>
          </p:nvSpPr>
          <p:spPr>
            <a:xfrm flipH="1">
              <a:off x="2632295" y="1984962"/>
              <a:ext cx="218184" cy="344632"/>
            </a:xfrm>
            <a:custGeom>
              <a:rect b="b" l="l" r="r" t="t"/>
              <a:pathLst>
                <a:path extrusionOk="0" h="6533" w="4136">
                  <a:moveTo>
                    <a:pt x="4136" y="1"/>
                  </a:moveTo>
                  <a:lnTo>
                    <a:pt x="0" y="380"/>
                  </a:lnTo>
                  <a:lnTo>
                    <a:pt x="1634" y="6532"/>
                  </a:lnTo>
                  <a:lnTo>
                    <a:pt x="4136" y="6126"/>
                  </a:lnTo>
                  <a:lnTo>
                    <a:pt x="41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50"/>
            <p:cNvSpPr/>
            <p:nvPr/>
          </p:nvSpPr>
          <p:spPr>
            <a:xfrm flipH="1">
              <a:off x="2621850" y="1957900"/>
              <a:ext cx="237175" cy="66257"/>
            </a:xfrm>
            <a:custGeom>
              <a:rect b="b" l="l" r="r" t="t"/>
              <a:pathLst>
                <a:path extrusionOk="0" h="1256" w="4496">
                  <a:moveTo>
                    <a:pt x="3753" y="0"/>
                  </a:moveTo>
                  <a:lnTo>
                    <a:pt x="569" y="344"/>
                  </a:lnTo>
                  <a:lnTo>
                    <a:pt x="509" y="628"/>
                  </a:lnTo>
                  <a:lnTo>
                    <a:pt x="0" y="893"/>
                  </a:lnTo>
                  <a:lnTo>
                    <a:pt x="0" y="1255"/>
                  </a:lnTo>
                  <a:lnTo>
                    <a:pt x="4496" y="893"/>
                  </a:lnTo>
                  <a:lnTo>
                    <a:pt x="4496" y="399"/>
                  </a:lnTo>
                  <a:lnTo>
                    <a:pt x="3840" y="399"/>
                  </a:lnTo>
                  <a:lnTo>
                    <a:pt x="37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50"/>
            <p:cNvSpPr/>
            <p:nvPr/>
          </p:nvSpPr>
          <p:spPr>
            <a:xfrm flipH="1">
              <a:off x="2681092" y="2106766"/>
              <a:ext cx="162952" cy="229632"/>
            </a:xfrm>
            <a:custGeom>
              <a:rect b="b" l="l" r="r" t="t"/>
              <a:pathLst>
                <a:path extrusionOk="0" h="4353" w="3089">
                  <a:moveTo>
                    <a:pt x="391" y="1"/>
                  </a:moveTo>
                  <a:cubicBezTo>
                    <a:pt x="391" y="1"/>
                    <a:pt x="1" y="48"/>
                    <a:pt x="391" y="956"/>
                  </a:cubicBezTo>
                  <a:cubicBezTo>
                    <a:pt x="346" y="940"/>
                    <a:pt x="307" y="932"/>
                    <a:pt x="274" y="932"/>
                  </a:cubicBezTo>
                  <a:cubicBezTo>
                    <a:pt x="73" y="932"/>
                    <a:pt x="106" y="1230"/>
                    <a:pt x="600" y="2056"/>
                  </a:cubicBezTo>
                  <a:cubicBezTo>
                    <a:pt x="573" y="2054"/>
                    <a:pt x="547" y="2052"/>
                    <a:pt x="522" y="2052"/>
                  </a:cubicBezTo>
                  <a:cubicBezTo>
                    <a:pt x="81" y="2052"/>
                    <a:pt x="149" y="2488"/>
                    <a:pt x="991" y="3216"/>
                  </a:cubicBezTo>
                  <a:cubicBezTo>
                    <a:pt x="414" y="3493"/>
                    <a:pt x="1252" y="4116"/>
                    <a:pt x="2219" y="4310"/>
                  </a:cubicBezTo>
                  <a:cubicBezTo>
                    <a:pt x="2362" y="4339"/>
                    <a:pt x="2477" y="4352"/>
                    <a:pt x="2568" y="4352"/>
                  </a:cubicBezTo>
                  <a:cubicBezTo>
                    <a:pt x="3088" y="4352"/>
                    <a:pt x="2771" y="3912"/>
                    <a:pt x="1997" y="3414"/>
                  </a:cubicBezTo>
                  <a:lnTo>
                    <a:pt x="1997" y="3414"/>
                  </a:lnTo>
                  <a:cubicBezTo>
                    <a:pt x="2057" y="3429"/>
                    <a:pt x="2114" y="3437"/>
                    <a:pt x="2166" y="3437"/>
                  </a:cubicBezTo>
                  <a:cubicBezTo>
                    <a:pt x="2471" y="3437"/>
                    <a:pt x="2599" y="3172"/>
                    <a:pt x="1946" y="2518"/>
                  </a:cubicBezTo>
                  <a:lnTo>
                    <a:pt x="1946" y="2518"/>
                  </a:lnTo>
                  <a:cubicBezTo>
                    <a:pt x="2093" y="2554"/>
                    <a:pt x="2207" y="2573"/>
                    <a:pt x="2288" y="2573"/>
                  </a:cubicBezTo>
                  <a:cubicBezTo>
                    <a:pt x="2604" y="2573"/>
                    <a:pt x="2397" y="2278"/>
                    <a:pt x="1563" y="1508"/>
                  </a:cubicBezTo>
                  <a:lnTo>
                    <a:pt x="1563" y="1508"/>
                  </a:lnTo>
                  <a:cubicBezTo>
                    <a:pt x="1688" y="1571"/>
                    <a:pt x="1869" y="1609"/>
                    <a:pt x="2035" y="1609"/>
                  </a:cubicBezTo>
                  <a:cubicBezTo>
                    <a:pt x="2361" y="1609"/>
                    <a:pt x="2632" y="1463"/>
                    <a:pt x="2321" y="1066"/>
                  </a:cubicBezTo>
                  <a:cubicBezTo>
                    <a:pt x="1851" y="466"/>
                    <a:pt x="391" y="1"/>
                    <a:pt x="391" y="1"/>
                  </a:cubicBezTo>
                  <a:close/>
                </a:path>
              </a:pathLst>
            </a:custGeom>
            <a:solidFill>
              <a:srgbClr val="E185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50"/>
            <p:cNvSpPr/>
            <p:nvPr/>
          </p:nvSpPr>
          <p:spPr>
            <a:xfrm flipH="1">
              <a:off x="1128542" y="2652224"/>
              <a:ext cx="590459" cy="575266"/>
            </a:xfrm>
            <a:custGeom>
              <a:rect b="b" l="l" r="r" t="t"/>
              <a:pathLst>
                <a:path extrusionOk="0" h="10905" w="11193">
                  <a:moveTo>
                    <a:pt x="7248" y="0"/>
                  </a:moveTo>
                  <a:cubicBezTo>
                    <a:pt x="5774" y="0"/>
                    <a:pt x="4297" y="599"/>
                    <a:pt x="3280" y="1674"/>
                  </a:cubicBezTo>
                  <a:lnTo>
                    <a:pt x="2127" y="1820"/>
                  </a:lnTo>
                  <a:cubicBezTo>
                    <a:pt x="1508" y="2001"/>
                    <a:pt x="979" y="2475"/>
                    <a:pt x="730" y="3074"/>
                  </a:cubicBezTo>
                  <a:cubicBezTo>
                    <a:pt x="533" y="2550"/>
                    <a:pt x="340" y="2025"/>
                    <a:pt x="143" y="1500"/>
                  </a:cubicBezTo>
                  <a:cubicBezTo>
                    <a:pt x="12" y="2605"/>
                    <a:pt x="1" y="3721"/>
                    <a:pt x="114" y="4827"/>
                  </a:cubicBezTo>
                  <a:cubicBezTo>
                    <a:pt x="143" y="5131"/>
                    <a:pt x="190" y="5450"/>
                    <a:pt x="371" y="5699"/>
                  </a:cubicBezTo>
                  <a:cubicBezTo>
                    <a:pt x="547" y="5943"/>
                    <a:pt x="846" y="6084"/>
                    <a:pt x="1143" y="6084"/>
                  </a:cubicBezTo>
                  <a:cubicBezTo>
                    <a:pt x="1240" y="6084"/>
                    <a:pt x="1337" y="6069"/>
                    <a:pt x="1429" y="6038"/>
                  </a:cubicBezTo>
                  <a:cubicBezTo>
                    <a:pt x="1808" y="5908"/>
                    <a:pt x="2076" y="5517"/>
                    <a:pt x="2061" y="5123"/>
                  </a:cubicBezTo>
                  <a:lnTo>
                    <a:pt x="2061" y="5123"/>
                  </a:lnTo>
                  <a:cubicBezTo>
                    <a:pt x="2613" y="6027"/>
                    <a:pt x="3165" y="6934"/>
                    <a:pt x="3714" y="7838"/>
                  </a:cubicBezTo>
                  <a:cubicBezTo>
                    <a:pt x="4389" y="8947"/>
                    <a:pt x="5115" y="10103"/>
                    <a:pt x="6256" y="10723"/>
                  </a:cubicBezTo>
                  <a:cubicBezTo>
                    <a:pt x="6434" y="10822"/>
                    <a:pt x="6644" y="10905"/>
                    <a:pt x="6844" y="10905"/>
                  </a:cubicBezTo>
                  <a:cubicBezTo>
                    <a:pt x="6945" y="10905"/>
                    <a:pt x="7044" y="10884"/>
                    <a:pt x="7136" y="10834"/>
                  </a:cubicBezTo>
                  <a:cubicBezTo>
                    <a:pt x="7436" y="10664"/>
                    <a:pt x="7495" y="10262"/>
                    <a:pt x="7495" y="9914"/>
                  </a:cubicBezTo>
                  <a:cubicBezTo>
                    <a:pt x="7487" y="8503"/>
                    <a:pt x="7000" y="7099"/>
                    <a:pt x="6132" y="5986"/>
                  </a:cubicBezTo>
                  <a:lnTo>
                    <a:pt x="6132" y="5986"/>
                  </a:lnTo>
                  <a:cubicBezTo>
                    <a:pt x="7017" y="7115"/>
                    <a:pt x="7899" y="8244"/>
                    <a:pt x="8786" y="9373"/>
                  </a:cubicBezTo>
                  <a:cubicBezTo>
                    <a:pt x="9050" y="9712"/>
                    <a:pt x="9338" y="10064"/>
                    <a:pt x="9744" y="10202"/>
                  </a:cubicBezTo>
                  <a:cubicBezTo>
                    <a:pt x="9865" y="8114"/>
                    <a:pt x="9115" y="5999"/>
                    <a:pt x="7741" y="4426"/>
                  </a:cubicBezTo>
                  <a:lnTo>
                    <a:pt x="7741" y="4426"/>
                  </a:lnTo>
                  <a:cubicBezTo>
                    <a:pt x="8800" y="5392"/>
                    <a:pt x="9956" y="6249"/>
                    <a:pt x="11192" y="6978"/>
                  </a:cubicBezTo>
                  <a:cubicBezTo>
                    <a:pt x="10761" y="5032"/>
                    <a:pt x="9372" y="3334"/>
                    <a:pt x="7573" y="2491"/>
                  </a:cubicBezTo>
                  <a:lnTo>
                    <a:pt x="7573" y="2491"/>
                  </a:lnTo>
                  <a:cubicBezTo>
                    <a:pt x="8397" y="2810"/>
                    <a:pt x="9253" y="3078"/>
                    <a:pt x="10108" y="3078"/>
                  </a:cubicBezTo>
                  <a:cubicBezTo>
                    <a:pt x="10383" y="3078"/>
                    <a:pt x="10658" y="3050"/>
                    <a:pt x="10932" y="2987"/>
                  </a:cubicBezTo>
                  <a:cubicBezTo>
                    <a:pt x="9700" y="1741"/>
                    <a:pt x="8055" y="904"/>
                    <a:pt x="6318" y="643"/>
                  </a:cubicBezTo>
                  <a:lnTo>
                    <a:pt x="6318" y="643"/>
                  </a:lnTo>
                  <a:cubicBezTo>
                    <a:pt x="6358" y="644"/>
                    <a:pt x="6397" y="644"/>
                    <a:pt x="6437" y="644"/>
                  </a:cubicBezTo>
                  <a:cubicBezTo>
                    <a:pt x="7211" y="644"/>
                    <a:pt x="7985" y="495"/>
                    <a:pt x="8706" y="206"/>
                  </a:cubicBezTo>
                  <a:cubicBezTo>
                    <a:pt x="8232" y="67"/>
                    <a:pt x="7740" y="0"/>
                    <a:pt x="72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50"/>
            <p:cNvSpPr/>
            <p:nvPr/>
          </p:nvSpPr>
          <p:spPr>
            <a:xfrm flipH="1">
              <a:off x="1348989" y="1957900"/>
              <a:ext cx="1037747" cy="1044552"/>
            </a:xfrm>
            <a:custGeom>
              <a:rect b="b" l="l" r="r" t="t"/>
              <a:pathLst>
                <a:path extrusionOk="0" h="19801" w="19672">
                  <a:moveTo>
                    <a:pt x="7947" y="0"/>
                  </a:moveTo>
                  <a:lnTo>
                    <a:pt x="6825" y="794"/>
                  </a:lnTo>
                  <a:lnTo>
                    <a:pt x="4040" y="1236"/>
                  </a:lnTo>
                  <a:cubicBezTo>
                    <a:pt x="4040" y="1236"/>
                    <a:pt x="2524" y="5778"/>
                    <a:pt x="1889" y="7195"/>
                  </a:cubicBezTo>
                  <a:cubicBezTo>
                    <a:pt x="1257" y="8612"/>
                    <a:pt x="326" y="10076"/>
                    <a:pt x="961" y="11213"/>
                  </a:cubicBezTo>
                  <a:cubicBezTo>
                    <a:pt x="400" y="10935"/>
                    <a:pt x="159" y="10816"/>
                    <a:pt x="102" y="10816"/>
                  </a:cubicBezTo>
                  <a:cubicBezTo>
                    <a:pt x="0" y="10816"/>
                    <a:pt x="488" y="11194"/>
                    <a:pt x="799" y="11718"/>
                  </a:cubicBezTo>
                  <a:cubicBezTo>
                    <a:pt x="635" y="11646"/>
                    <a:pt x="528" y="11615"/>
                    <a:pt x="464" y="11615"/>
                  </a:cubicBezTo>
                  <a:cubicBezTo>
                    <a:pt x="107" y="11615"/>
                    <a:pt x="1107" y="12570"/>
                    <a:pt x="1107" y="12570"/>
                  </a:cubicBezTo>
                  <a:lnTo>
                    <a:pt x="3747" y="16623"/>
                  </a:lnTo>
                  <a:lnTo>
                    <a:pt x="12054" y="19801"/>
                  </a:lnTo>
                  <a:cubicBezTo>
                    <a:pt x="12054" y="19801"/>
                    <a:pt x="13076" y="19701"/>
                    <a:pt x="13076" y="18012"/>
                  </a:cubicBezTo>
                  <a:cubicBezTo>
                    <a:pt x="13076" y="16324"/>
                    <a:pt x="13459" y="11970"/>
                    <a:pt x="13459" y="11970"/>
                  </a:cubicBezTo>
                  <a:cubicBezTo>
                    <a:pt x="13459" y="11970"/>
                    <a:pt x="16936" y="16233"/>
                    <a:pt x="17229" y="16402"/>
                  </a:cubicBezTo>
                  <a:cubicBezTo>
                    <a:pt x="17240" y="16409"/>
                    <a:pt x="17253" y="16412"/>
                    <a:pt x="17266" y="16412"/>
                  </a:cubicBezTo>
                  <a:cubicBezTo>
                    <a:pt x="17612" y="16412"/>
                    <a:pt x="18710" y="14488"/>
                    <a:pt x="17863" y="13597"/>
                  </a:cubicBezTo>
                  <a:lnTo>
                    <a:pt x="17863" y="13597"/>
                  </a:lnTo>
                  <a:cubicBezTo>
                    <a:pt x="18118" y="13701"/>
                    <a:pt x="18313" y="13750"/>
                    <a:pt x="18438" y="13750"/>
                  </a:cubicBezTo>
                  <a:cubicBezTo>
                    <a:pt x="18719" y="13750"/>
                    <a:pt x="18636" y="13497"/>
                    <a:pt x="18061" y="13056"/>
                  </a:cubicBezTo>
                  <a:lnTo>
                    <a:pt x="18061" y="13056"/>
                  </a:lnTo>
                  <a:cubicBezTo>
                    <a:pt x="18334" y="13134"/>
                    <a:pt x="18532" y="13169"/>
                    <a:pt x="18665" y="13169"/>
                  </a:cubicBezTo>
                  <a:cubicBezTo>
                    <a:pt x="19196" y="13169"/>
                    <a:pt x="18665" y="12605"/>
                    <a:pt x="17572" y="11970"/>
                  </a:cubicBezTo>
                  <a:cubicBezTo>
                    <a:pt x="18207" y="11812"/>
                    <a:pt x="18546" y="11935"/>
                    <a:pt x="18254" y="11347"/>
                  </a:cubicBezTo>
                  <a:cubicBezTo>
                    <a:pt x="17963" y="10763"/>
                    <a:pt x="15863" y="9590"/>
                    <a:pt x="17765" y="9492"/>
                  </a:cubicBezTo>
                  <a:cubicBezTo>
                    <a:pt x="19671" y="9393"/>
                    <a:pt x="17181" y="7096"/>
                    <a:pt x="16202" y="6595"/>
                  </a:cubicBezTo>
                  <a:cubicBezTo>
                    <a:pt x="15227" y="6094"/>
                    <a:pt x="14150" y="2617"/>
                    <a:pt x="14150" y="2617"/>
                  </a:cubicBezTo>
                  <a:lnTo>
                    <a:pt x="11123" y="1213"/>
                  </a:lnTo>
                  <a:lnTo>
                    <a:pt x="10440" y="0"/>
                  </a:lnTo>
                  <a:lnTo>
                    <a:pt x="8045" y="42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50"/>
            <p:cNvSpPr/>
            <p:nvPr/>
          </p:nvSpPr>
          <p:spPr>
            <a:xfrm flipH="1">
              <a:off x="1989197" y="1999785"/>
              <a:ext cx="72060" cy="190489"/>
            </a:xfrm>
            <a:custGeom>
              <a:rect b="b" l="l" r="r" t="t"/>
              <a:pathLst>
                <a:path extrusionOk="0" h="3611" w="1366">
                  <a:moveTo>
                    <a:pt x="655" y="0"/>
                  </a:moveTo>
                  <a:cubicBezTo>
                    <a:pt x="584" y="284"/>
                    <a:pt x="522" y="568"/>
                    <a:pt x="466" y="852"/>
                  </a:cubicBezTo>
                  <a:cubicBezTo>
                    <a:pt x="407" y="1140"/>
                    <a:pt x="347" y="1425"/>
                    <a:pt x="300" y="1709"/>
                  </a:cubicBezTo>
                  <a:cubicBezTo>
                    <a:pt x="198" y="2281"/>
                    <a:pt x="103" y="2858"/>
                    <a:pt x="24" y="3433"/>
                  </a:cubicBezTo>
                  <a:lnTo>
                    <a:pt x="1" y="3611"/>
                  </a:lnTo>
                  <a:lnTo>
                    <a:pt x="143" y="3505"/>
                  </a:lnTo>
                  <a:cubicBezTo>
                    <a:pt x="347" y="3350"/>
                    <a:pt x="553" y="3189"/>
                    <a:pt x="758" y="3031"/>
                  </a:cubicBezTo>
                  <a:cubicBezTo>
                    <a:pt x="963" y="2873"/>
                    <a:pt x="1168" y="2707"/>
                    <a:pt x="1365" y="2541"/>
                  </a:cubicBezTo>
                  <a:lnTo>
                    <a:pt x="1365" y="2541"/>
                  </a:lnTo>
                  <a:cubicBezTo>
                    <a:pt x="1141" y="2672"/>
                    <a:pt x="919" y="2810"/>
                    <a:pt x="702" y="2952"/>
                  </a:cubicBezTo>
                  <a:cubicBezTo>
                    <a:pt x="535" y="3065"/>
                    <a:pt x="368" y="3173"/>
                    <a:pt x="202" y="3283"/>
                  </a:cubicBezTo>
                  <a:lnTo>
                    <a:pt x="202" y="3283"/>
                  </a:lnTo>
                  <a:cubicBezTo>
                    <a:pt x="295" y="2769"/>
                    <a:pt x="379" y="2255"/>
                    <a:pt x="454" y="1736"/>
                  </a:cubicBezTo>
                  <a:cubicBezTo>
                    <a:pt x="498" y="1448"/>
                    <a:pt x="529" y="1160"/>
                    <a:pt x="564" y="872"/>
                  </a:cubicBezTo>
                  <a:cubicBezTo>
                    <a:pt x="604" y="584"/>
                    <a:pt x="628" y="292"/>
                    <a:pt x="655" y="0"/>
                  </a:cubicBezTo>
                  <a:close/>
                </a:path>
              </a:pathLst>
            </a:custGeom>
            <a:solidFill>
              <a:srgbClr val="D0C2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50"/>
            <p:cNvSpPr/>
            <p:nvPr/>
          </p:nvSpPr>
          <p:spPr>
            <a:xfrm flipH="1">
              <a:off x="1806358" y="2024104"/>
              <a:ext cx="100019" cy="206579"/>
            </a:xfrm>
            <a:custGeom>
              <a:rect b="b" l="l" r="r" t="t"/>
              <a:pathLst>
                <a:path extrusionOk="0" h="3916" w="1896">
                  <a:moveTo>
                    <a:pt x="1895" y="0"/>
                  </a:moveTo>
                  <a:lnTo>
                    <a:pt x="1895" y="0"/>
                  </a:lnTo>
                  <a:cubicBezTo>
                    <a:pt x="1852" y="308"/>
                    <a:pt x="1816" y="621"/>
                    <a:pt x="1784" y="932"/>
                  </a:cubicBezTo>
                  <a:cubicBezTo>
                    <a:pt x="1757" y="1244"/>
                    <a:pt x="1725" y="1556"/>
                    <a:pt x="1701" y="1867"/>
                  </a:cubicBezTo>
                  <a:cubicBezTo>
                    <a:pt x="1651" y="2436"/>
                    <a:pt x="1617" y="3003"/>
                    <a:pt x="1585" y="3571"/>
                  </a:cubicBezTo>
                  <a:lnTo>
                    <a:pt x="1585" y="3571"/>
                  </a:lnTo>
                  <a:cubicBezTo>
                    <a:pt x="1348" y="3361"/>
                    <a:pt x="1106" y="3153"/>
                    <a:pt x="865" y="2949"/>
                  </a:cubicBezTo>
                  <a:cubicBezTo>
                    <a:pt x="584" y="2708"/>
                    <a:pt x="293" y="2471"/>
                    <a:pt x="1" y="2238"/>
                  </a:cubicBezTo>
                  <a:lnTo>
                    <a:pt x="1" y="2238"/>
                  </a:lnTo>
                  <a:cubicBezTo>
                    <a:pt x="261" y="2506"/>
                    <a:pt x="522" y="2771"/>
                    <a:pt x="794" y="3031"/>
                  </a:cubicBezTo>
                  <a:cubicBezTo>
                    <a:pt x="1058" y="3292"/>
                    <a:pt x="1327" y="3548"/>
                    <a:pt x="1602" y="3801"/>
                  </a:cubicBezTo>
                  <a:lnTo>
                    <a:pt x="1725" y="3916"/>
                  </a:lnTo>
                  <a:lnTo>
                    <a:pt x="1737" y="3746"/>
                  </a:lnTo>
                  <a:cubicBezTo>
                    <a:pt x="1781" y="3122"/>
                    <a:pt x="1824" y="2499"/>
                    <a:pt x="1852" y="1876"/>
                  </a:cubicBezTo>
                  <a:cubicBezTo>
                    <a:pt x="1863" y="1563"/>
                    <a:pt x="1871" y="1252"/>
                    <a:pt x="1883" y="940"/>
                  </a:cubicBezTo>
                  <a:cubicBezTo>
                    <a:pt x="1890" y="624"/>
                    <a:pt x="1895" y="313"/>
                    <a:pt x="1895" y="0"/>
                  </a:cubicBezTo>
                  <a:close/>
                </a:path>
              </a:pathLst>
            </a:custGeom>
            <a:solidFill>
              <a:srgbClr val="D0C2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50"/>
            <p:cNvSpPr/>
            <p:nvPr/>
          </p:nvSpPr>
          <p:spPr>
            <a:xfrm flipH="1">
              <a:off x="1674848" y="2289131"/>
              <a:ext cx="21681" cy="325852"/>
            </a:xfrm>
            <a:custGeom>
              <a:rect b="b" l="l" r="r" t="t"/>
              <a:pathLst>
                <a:path extrusionOk="0" h="6177" w="411">
                  <a:moveTo>
                    <a:pt x="411" y="1"/>
                  </a:moveTo>
                  <a:lnTo>
                    <a:pt x="411" y="1"/>
                  </a:lnTo>
                  <a:cubicBezTo>
                    <a:pt x="300" y="506"/>
                    <a:pt x="225" y="1019"/>
                    <a:pt x="162" y="1535"/>
                  </a:cubicBezTo>
                  <a:cubicBezTo>
                    <a:pt x="91" y="2049"/>
                    <a:pt x="52" y="2566"/>
                    <a:pt x="28" y="3087"/>
                  </a:cubicBezTo>
                  <a:cubicBezTo>
                    <a:pt x="5" y="3604"/>
                    <a:pt x="1" y="4129"/>
                    <a:pt x="36" y="4646"/>
                  </a:cubicBezTo>
                  <a:cubicBezTo>
                    <a:pt x="76" y="5163"/>
                    <a:pt x="134" y="5691"/>
                    <a:pt x="324" y="6176"/>
                  </a:cubicBezTo>
                  <a:lnTo>
                    <a:pt x="253" y="5798"/>
                  </a:lnTo>
                  <a:lnTo>
                    <a:pt x="209" y="5411"/>
                  </a:lnTo>
                  <a:cubicBezTo>
                    <a:pt x="190" y="5154"/>
                    <a:pt x="170" y="4898"/>
                    <a:pt x="170" y="4642"/>
                  </a:cubicBezTo>
                  <a:cubicBezTo>
                    <a:pt x="162" y="4125"/>
                    <a:pt x="170" y="3612"/>
                    <a:pt x="198" y="3094"/>
                  </a:cubicBezTo>
                  <a:cubicBezTo>
                    <a:pt x="222" y="2577"/>
                    <a:pt x="257" y="2065"/>
                    <a:pt x="293" y="1548"/>
                  </a:cubicBezTo>
                  <a:lnTo>
                    <a:pt x="411" y="1"/>
                  </a:lnTo>
                  <a:close/>
                </a:path>
              </a:pathLst>
            </a:custGeom>
            <a:solidFill>
              <a:srgbClr val="D0C2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50"/>
            <p:cNvSpPr/>
            <p:nvPr/>
          </p:nvSpPr>
          <p:spPr>
            <a:xfrm flipH="1">
              <a:off x="2144868" y="2235218"/>
              <a:ext cx="98172" cy="518874"/>
            </a:xfrm>
            <a:custGeom>
              <a:rect b="b" l="l" r="r" t="t"/>
              <a:pathLst>
                <a:path extrusionOk="0" h="9836" w="1861">
                  <a:moveTo>
                    <a:pt x="1860" y="0"/>
                  </a:moveTo>
                  <a:cubicBezTo>
                    <a:pt x="1595" y="794"/>
                    <a:pt x="1414" y="1610"/>
                    <a:pt x="1216" y="2424"/>
                  </a:cubicBezTo>
                  <a:cubicBezTo>
                    <a:pt x="1027" y="3236"/>
                    <a:pt x="857" y="4054"/>
                    <a:pt x="684" y="4870"/>
                  </a:cubicBezTo>
                  <a:cubicBezTo>
                    <a:pt x="529" y="5692"/>
                    <a:pt x="372" y="6512"/>
                    <a:pt x="250" y="7337"/>
                  </a:cubicBezTo>
                  <a:cubicBezTo>
                    <a:pt x="132" y="8165"/>
                    <a:pt x="1" y="8994"/>
                    <a:pt x="25" y="9835"/>
                  </a:cubicBezTo>
                  <a:cubicBezTo>
                    <a:pt x="44" y="9417"/>
                    <a:pt x="99" y="9003"/>
                    <a:pt x="167" y="8592"/>
                  </a:cubicBezTo>
                  <a:cubicBezTo>
                    <a:pt x="230" y="8182"/>
                    <a:pt x="305" y="7771"/>
                    <a:pt x="380" y="7360"/>
                  </a:cubicBezTo>
                  <a:cubicBezTo>
                    <a:pt x="529" y="6540"/>
                    <a:pt x="684" y="5719"/>
                    <a:pt x="853" y="4906"/>
                  </a:cubicBezTo>
                  <a:cubicBezTo>
                    <a:pt x="1011" y="4085"/>
                    <a:pt x="1181" y="3268"/>
                    <a:pt x="1347" y="2451"/>
                  </a:cubicBezTo>
                  <a:lnTo>
                    <a:pt x="1595" y="1224"/>
                  </a:lnTo>
                  <a:cubicBezTo>
                    <a:pt x="1678" y="817"/>
                    <a:pt x="1753" y="403"/>
                    <a:pt x="1860" y="0"/>
                  </a:cubicBezTo>
                  <a:close/>
                </a:path>
              </a:pathLst>
            </a:custGeom>
            <a:solidFill>
              <a:srgbClr val="D0C2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50"/>
            <p:cNvSpPr/>
            <p:nvPr/>
          </p:nvSpPr>
          <p:spPr>
            <a:xfrm flipH="1">
              <a:off x="1439994" y="2579742"/>
              <a:ext cx="194287" cy="100652"/>
            </a:xfrm>
            <a:custGeom>
              <a:rect b="b" l="l" r="r" t="t"/>
              <a:pathLst>
                <a:path extrusionOk="0" h="1908" w="3683">
                  <a:moveTo>
                    <a:pt x="0" y="1"/>
                  </a:moveTo>
                  <a:lnTo>
                    <a:pt x="0" y="1"/>
                  </a:lnTo>
                  <a:cubicBezTo>
                    <a:pt x="340" y="92"/>
                    <a:pt x="659" y="218"/>
                    <a:pt x="976" y="356"/>
                  </a:cubicBezTo>
                  <a:cubicBezTo>
                    <a:pt x="1291" y="498"/>
                    <a:pt x="1599" y="660"/>
                    <a:pt x="1899" y="826"/>
                  </a:cubicBezTo>
                  <a:cubicBezTo>
                    <a:pt x="2202" y="991"/>
                    <a:pt x="2499" y="1173"/>
                    <a:pt x="2799" y="1354"/>
                  </a:cubicBezTo>
                  <a:cubicBezTo>
                    <a:pt x="3091" y="1536"/>
                    <a:pt x="3391" y="1718"/>
                    <a:pt x="3683" y="1907"/>
                  </a:cubicBezTo>
                  <a:cubicBezTo>
                    <a:pt x="3173" y="1425"/>
                    <a:pt x="2593" y="1023"/>
                    <a:pt x="1982" y="676"/>
                  </a:cubicBezTo>
                  <a:cubicBezTo>
                    <a:pt x="1674" y="510"/>
                    <a:pt x="1358" y="352"/>
                    <a:pt x="1027" y="234"/>
                  </a:cubicBezTo>
                  <a:cubicBezTo>
                    <a:pt x="695" y="111"/>
                    <a:pt x="351" y="24"/>
                    <a:pt x="0" y="1"/>
                  </a:cubicBezTo>
                  <a:close/>
                </a:path>
              </a:pathLst>
            </a:custGeom>
            <a:solidFill>
              <a:srgbClr val="D0C2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50"/>
            <p:cNvSpPr/>
            <p:nvPr/>
          </p:nvSpPr>
          <p:spPr>
            <a:xfrm flipH="1">
              <a:off x="1422902" y="2540811"/>
              <a:ext cx="218237" cy="108723"/>
            </a:xfrm>
            <a:custGeom>
              <a:rect b="b" l="l" r="r" t="t"/>
              <a:pathLst>
                <a:path extrusionOk="0" h="2061" w="4137">
                  <a:moveTo>
                    <a:pt x="0" y="1"/>
                  </a:moveTo>
                  <a:lnTo>
                    <a:pt x="0" y="1"/>
                  </a:lnTo>
                  <a:cubicBezTo>
                    <a:pt x="186" y="56"/>
                    <a:pt x="375" y="112"/>
                    <a:pt x="556" y="179"/>
                  </a:cubicBezTo>
                  <a:cubicBezTo>
                    <a:pt x="742" y="238"/>
                    <a:pt x="928" y="301"/>
                    <a:pt x="1109" y="368"/>
                  </a:cubicBezTo>
                  <a:cubicBezTo>
                    <a:pt x="1476" y="506"/>
                    <a:pt x="1840" y="644"/>
                    <a:pt x="2190" y="810"/>
                  </a:cubicBezTo>
                  <a:cubicBezTo>
                    <a:pt x="2542" y="972"/>
                    <a:pt x="2885" y="1150"/>
                    <a:pt x="3213" y="1351"/>
                  </a:cubicBezTo>
                  <a:cubicBezTo>
                    <a:pt x="3374" y="1461"/>
                    <a:pt x="3540" y="1560"/>
                    <a:pt x="3690" y="1686"/>
                  </a:cubicBezTo>
                  <a:cubicBezTo>
                    <a:pt x="3852" y="1797"/>
                    <a:pt x="3986" y="1935"/>
                    <a:pt x="4137" y="2061"/>
                  </a:cubicBezTo>
                  <a:cubicBezTo>
                    <a:pt x="3904" y="1745"/>
                    <a:pt x="3607" y="1476"/>
                    <a:pt x="3288" y="1240"/>
                  </a:cubicBezTo>
                  <a:cubicBezTo>
                    <a:pt x="2968" y="1011"/>
                    <a:pt x="2616" y="822"/>
                    <a:pt x="2261" y="652"/>
                  </a:cubicBezTo>
                  <a:cubicBezTo>
                    <a:pt x="1898" y="490"/>
                    <a:pt x="1532" y="352"/>
                    <a:pt x="1153" y="241"/>
                  </a:cubicBezTo>
                  <a:cubicBezTo>
                    <a:pt x="774" y="135"/>
                    <a:pt x="391" y="44"/>
                    <a:pt x="0" y="1"/>
                  </a:cubicBezTo>
                  <a:close/>
                </a:path>
              </a:pathLst>
            </a:custGeom>
            <a:solidFill>
              <a:srgbClr val="D0C2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50"/>
            <p:cNvSpPr/>
            <p:nvPr/>
          </p:nvSpPr>
          <p:spPr>
            <a:xfrm flipH="1">
              <a:off x="2241720" y="2549357"/>
              <a:ext cx="94321" cy="65624"/>
            </a:xfrm>
            <a:custGeom>
              <a:rect b="b" l="l" r="r" t="t"/>
              <a:pathLst>
                <a:path extrusionOk="0" h="1244" w="1788">
                  <a:moveTo>
                    <a:pt x="0" y="1"/>
                  </a:moveTo>
                  <a:lnTo>
                    <a:pt x="0" y="1"/>
                  </a:lnTo>
                  <a:cubicBezTo>
                    <a:pt x="300" y="221"/>
                    <a:pt x="607" y="407"/>
                    <a:pt x="911" y="609"/>
                  </a:cubicBezTo>
                  <a:cubicBezTo>
                    <a:pt x="1061" y="704"/>
                    <a:pt x="1212" y="806"/>
                    <a:pt x="1361" y="908"/>
                  </a:cubicBezTo>
                  <a:cubicBezTo>
                    <a:pt x="1507" y="1011"/>
                    <a:pt x="1649" y="1117"/>
                    <a:pt x="1788" y="1243"/>
                  </a:cubicBezTo>
                  <a:cubicBezTo>
                    <a:pt x="1709" y="1074"/>
                    <a:pt x="1578" y="932"/>
                    <a:pt x="1445" y="802"/>
                  </a:cubicBezTo>
                  <a:cubicBezTo>
                    <a:pt x="1310" y="675"/>
                    <a:pt x="1161" y="565"/>
                    <a:pt x="1006" y="462"/>
                  </a:cubicBezTo>
                  <a:cubicBezTo>
                    <a:pt x="848" y="364"/>
                    <a:pt x="687" y="273"/>
                    <a:pt x="521" y="194"/>
                  </a:cubicBezTo>
                  <a:cubicBezTo>
                    <a:pt x="351" y="115"/>
                    <a:pt x="181" y="48"/>
                    <a:pt x="0" y="1"/>
                  </a:cubicBezTo>
                  <a:close/>
                </a:path>
              </a:pathLst>
            </a:custGeom>
            <a:solidFill>
              <a:srgbClr val="D0C2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50"/>
            <p:cNvSpPr/>
            <p:nvPr/>
          </p:nvSpPr>
          <p:spPr>
            <a:xfrm flipH="1">
              <a:off x="2231328" y="2582063"/>
              <a:ext cx="90998" cy="100599"/>
            </a:xfrm>
            <a:custGeom>
              <a:rect b="b" l="l" r="r" t="t"/>
              <a:pathLst>
                <a:path extrusionOk="0" h="1907" w="1725">
                  <a:moveTo>
                    <a:pt x="1" y="0"/>
                  </a:moveTo>
                  <a:lnTo>
                    <a:pt x="1" y="0"/>
                  </a:lnTo>
                  <a:cubicBezTo>
                    <a:pt x="185" y="103"/>
                    <a:pt x="344" y="237"/>
                    <a:pt x="493" y="383"/>
                  </a:cubicBezTo>
                  <a:cubicBezTo>
                    <a:pt x="644" y="529"/>
                    <a:pt x="777" y="691"/>
                    <a:pt x="904" y="856"/>
                  </a:cubicBezTo>
                  <a:cubicBezTo>
                    <a:pt x="1156" y="1184"/>
                    <a:pt x="1378" y="1543"/>
                    <a:pt x="1575" y="1907"/>
                  </a:cubicBezTo>
                  <a:lnTo>
                    <a:pt x="1725" y="1820"/>
                  </a:lnTo>
                  <a:cubicBezTo>
                    <a:pt x="1496" y="1461"/>
                    <a:pt x="1247" y="1121"/>
                    <a:pt x="972" y="802"/>
                  </a:cubicBezTo>
                  <a:cubicBezTo>
                    <a:pt x="829" y="643"/>
                    <a:pt x="683" y="490"/>
                    <a:pt x="525" y="352"/>
                  </a:cubicBezTo>
                  <a:cubicBezTo>
                    <a:pt x="363" y="213"/>
                    <a:pt x="190" y="87"/>
                    <a:pt x="1" y="0"/>
                  </a:cubicBezTo>
                  <a:close/>
                </a:path>
              </a:pathLst>
            </a:custGeom>
            <a:solidFill>
              <a:srgbClr val="D0C2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50"/>
            <p:cNvSpPr/>
            <p:nvPr/>
          </p:nvSpPr>
          <p:spPr>
            <a:xfrm flipH="1">
              <a:off x="1962293" y="2181464"/>
              <a:ext cx="34236" cy="165801"/>
            </a:xfrm>
            <a:custGeom>
              <a:rect b="b" l="l" r="r" t="t"/>
              <a:pathLst>
                <a:path extrusionOk="0" h="3143" w="649">
                  <a:moveTo>
                    <a:pt x="648" y="1"/>
                  </a:moveTo>
                  <a:lnTo>
                    <a:pt x="648" y="1"/>
                  </a:lnTo>
                  <a:cubicBezTo>
                    <a:pt x="474" y="510"/>
                    <a:pt x="352" y="1031"/>
                    <a:pt x="242" y="1556"/>
                  </a:cubicBezTo>
                  <a:cubicBezTo>
                    <a:pt x="135" y="2081"/>
                    <a:pt x="44" y="2606"/>
                    <a:pt x="0" y="3143"/>
                  </a:cubicBezTo>
                  <a:cubicBezTo>
                    <a:pt x="174" y="2634"/>
                    <a:pt x="297" y="2113"/>
                    <a:pt x="407" y="1587"/>
                  </a:cubicBezTo>
                  <a:cubicBezTo>
                    <a:pt x="514" y="1066"/>
                    <a:pt x="608" y="538"/>
                    <a:pt x="648" y="1"/>
                  </a:cubicBezTo>
                  <a:close/>
                </a:path>
              </a:pathLst>
            </a:custGeom>
            <a:solidFill>
              <a:srgbClr val="D0C2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50"/>
            <p:cNvSpPr/>
            <p:nvPr/>
          </p:nvSpPr>
          <p:spPr>
            <a:xfrm flipH="1">
              <a:off x="1994208" y="2248934"/>
              <a:ext cx="28592" cy="28592"/>
            </a:xfrm>
            <a:custGeom>
              <a:rect b="b" l="l" r="r" t="t"/>
              <a:pathLst>
                <a:path extrusionOk="0" h="542" w="542">
                  <a:moveTo>
                    <a:pt x="274" y="1"/>
                  </a:moveTo>
                  <a:cubicBezTo>
                    <a:pt x="124" y="1"/>
                    <a:pt x="1" y="124"/>
                    <a:pt x="1" y="270"/>
                  </a:cubicBezTo>
                  <a:cubicBezTo>
                    <a:pt x="1" y="419"/>
                    <a:pt x="124" y="541"/>
                    <a:pt x="274" y="541"/>
                  </a:cubicBezTo>
                  <a:cubicBezTo>
                    <a:pt x="423" y="541"/>
                    <a:pt x="542" y="419"/>
                    <a:pt x="542" y="270"/>
                  </a:cubicBezTo>
                  <a:cubicBezTo>
                    <a:pt x="542" y="124"/>
                    <a:pt x="423" y="1"/>
                    <a:pt x="274" y="1"/>
                  </a:cubicBezTo>
                  <a:close/>
                </a:path>
              </a:pathLst>
            </a:custGeom>
            <a:solidFill>
              <a:srgbClr val="D0C2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50"/>
            <p:cNvSpPr/>
            <p:nvPr/>
          </p:nvSpPr>
          <p:spPr>
            <a:xfrm flipH="1">
              <a:off x="1631109" y="2004955"/>
              <a:ext cx="810120" cy="2260392"/>
            </a:xfrm>
            <a:custGeom>
              <a:rect b="b" l="l" r="r" t="t"/>
              <a:pathLst>
                <a:path extrusionOk="0" h="42849" w="15357">
                  <a:moveTo>
                    <a:pt x="14018" y="1184"/>
                  </a:moveTo>
                  <a:lnTo>
                    <a:pt x="14018" y="1184"/>
                  </a:lnTo>
                  <a:cubicBezTo>
                    <a:pt x="14022" y="1186"/>
                    <a:pt x="14024" y="1187"/>
                    <a:pt x="14024" y="1187"/>
                  </a:cubicBezTo>
                  <a:cubicBezTo>
                    <a:pt x="14024" y="1187"/>
                    <a:pt x="14022" y="1186"/>
                    <a:pt x="14018" y="1184"/>
                  </a:cubicBezTo>
                  <a:cubicBezTo>
                    <a:pt x="14018" y="1184"/>
                    <a:pt x="14018" y="1184"/>
                    <a:pt x="14018" y="1184"/>
                  </a:cubicBezTo>
                  <a:close/>
                  <a:moveTo>
                    <a:pt x="7246" y="1"/>
                  </a:moveTo>
                  <a:lnTo>
                    <a:pt x="6667" y="91"/>
                  </a:lnTo>
                  <a:lnTo>
                    <a:pt x="5834" y="6066"/>
                  </a:lnTo>
                  <a:lnTo>
                    <a:pt x="5475" y="6007"/>
                  </a:lnTo>
                  <a:lnTo>
                    <a:pt x="4196" y="13683"/>
                  </a:lnTo>
                  <a:lnTo>
                    <a:pt x="3600" y="13865"/>
                  </a:lnTo>
                  <a:cubicBezTo>
                    <a:pt x="3600" y="13865"/>
                    <a:pt x="656" y="28266"/>
                    <a:pt x="328" y="30905"/>
                  </a:cubicBezTo>
                  <a:cubicBezTo>
                    <a:pt x="1" y="33546"/>
                    <a:pt x="119" y="36482"/>
                    <a:pt x="834" y="42105"/>
                  </a:cubicBezTo>
                  <a:cubicBezTo>
                    <a:pt x="1248" y="42256"/>
                    <a:pt x="4224" y="42583"/>
                    <a:pt x="4224" y="42583"/>
                  </a:cubicBezTo>
                  <a:cubicBezTo>
                    <a:pt x="4224" y="42583"/>
                    <a:pt x="4405" y="41064"/>
                    <a:pt x="4523" y="39872"/>
                  </a:cubicBezTo>
                  <a:cubicBezTo>
                    <a:pt x="4642" y="38684"/>
                    <a:pt x="6248" y="29189"/>
                    <a:pt x="6248" y="29189"/>
                  </a:cubicBezTo>
                  <a:cubicBezTo>
                    <a:pt x="6248" y="29189"/>
                    <a:pt x="7262" y="27732"/>
                    <a:pt x="8601" y="24126"/>
                  </a:cubicBezTo>
                  <a:cubicBezTo>
                    <a:pt x="8869" y="25400"/>
                    <a:pt x="10684" y="42583"/>
                    <a:pt x="10684" y="42583"/>
                  </a:cubicBezTo>
                  <a:lnTo>
                    <a:pt x="14524" y="42848"/>
                  </a:lnTo>
                  <a:cubicBezTo>
                    <a:pt x="14524" y="42848"/>
                    <a:pt x="14761" y="36956"/>
                    <a:pt x="15057" y="33297"/>
                  </a:cubicBezTo>
                  <a:cubicBezTo>
                    <a:pt x="15357" y="29635"/>
                    <a:pt x="14942" y="15925"/>
                    <a:pt x="14942" y="15925"/>
                  </a:cubicBezTo>
                  <a:lnTo>
                    <a:pt x="12598" y="15222"/>
                  </a:lnTo>
                  <a:lnTo>
                    <a:pt x="12977" y="6840"/>
                  </a:lnTo>
                  <a:lnTo>
                    <a:pt x="12468" y="6544"/>
                  </a:lnTo>
                  <a:cubicBezTo>
                    <a:pt x="12468" y="6544"/>
                    <a:pt x="13938" y="1184"/>
                    <a:pt x="14018" y="1184"/>
                  </a:cubicBezTo>
                  <a:lnTo>
                    <a:pt x="14018" y="1184"/>
                  </a:lnTo>
                  <a:cubicBezTo>
                    <a:pt x="13950" y="1153"/>
                    <a:pt x="13348" y="873"/>
                    <a:pt x="13348" y="873"/>
                  </a:cubicBezTo>
                  <a:lnTo>
                    <a:pt x="11576" y="6544"/>
                  </a:lnTo>
                  <a:lnTo>
                    <a:pt x="6694" y="6066"/>
                  </a:lnTo>
                  <a:lnTo>
                    <a:pt x="72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50"/>
            <p:cNvSpPr/>
            <p:nvPr/>
          </p:nvSpPr>
          <p:spPr>
            <a:xfrm flipH="1">
              <a:off x="1837429" y="3308830"/>
              <a:ext cx="110411" cy="919212"/>
            </a:xfrm>
            <a:custGeom>
              <a:rect b="b" l="l" r="r" t="t"/>
              <a:pathLst>
                <a:path extrusionOk="0" h="17425" w="2093">
                  <a:moveTo>
                    <a:pt x="104" y="1"/>
                  </a:moveTo>
                  <a:lnTo>
                    <a:pt x="1" y="12"/>
                  </a:lnTo>
                  <a:lnTo>
                    <a:pt x="40" y="352"/>
                  </a:lnTo>
                  <a:lnTo>
                    <a:pt x="143" y="340"/>
                  </a:lnTo>
                  <a:lnTo>
                    <a:pt x="104" y="1"/>
                  </a:lnTo>
                  <a:close/>
                  <a:moveTo>
                    <a:pt x="183" y="683"/>
                  </a:moveTo>
                  <a:lnTo>
                    <a:pt x="80" y="695"/>
                  </a:lnTo>
                  <a:lnTo>
                    <a:pt x="119" y="1035"/>
                  </a:lnTo>
                  <a:lnTo>
                    <a:pt x="222" y="1023"/>
                  </a:lnTo>
                  <a:lnTo>
                    <a:pt x="183" y="683"/>
                  </a:lnTo>
                  <a:close/>
                  <a:moveTo>
                    <a:pt x="257" y="1366"/>
                  </a:moveTo>
                  <a:lnTo>
                    <a:pt x="159" y="1378"/>
                  </a:lnTo>
                  <a:lnTo>
                    <a:pt x="195" y="1717"/>
                  </a:lnTo>
                  <a:lnTo>
                    <a:pt x="297" y="1705"/>
                  </a:lnTo>
                  <a:lnTo>
                    <a:pt x="257" y="1366"/>
                  </a:lnTo>
                  <a:close/>
                  <a:moveTo>
                    <a:pt x="337" y="2048"/>
                  </a:moveTo>
                  <a:lnTo>
                    <a:pt x="234" y="2061"/>
                  </a:lnTo>
                  <a:lnTo>
                    <a:pt x="273" y="2400"/>
                  </a:lnTo>
                  <a:lnTo>
                    <a:pt x="376" y="2388"/>
                  </a:lnTo>
                  <a:lnTo>
                    <a:pt x="337" y="2048"/>
                  </a:lnTo>
                  <a:close/>
                  <a:moveTo>
                    <a:pt x="416" y="2731"/>
                  </a:moveTo>
                  <a:lnTo>
                    <a:pt x="313" y="2744"/>
                  </a:lnTo>
                  <a:lnTo>
                    <a:pt x="352" y="3083"/>
                  </a:lnTo>
                  <a:lnTo>
                    <a:pt x="455" y="3071"/>
                  </a:lnTo>
                  <a:lnTo>
                    <a:pt x="416" y="2731"/>
                  </a:lnTo>
                  <a:close/>
                  <a:moveTo>
                    <a:pt x="494" y="3414"/>
                  </a:moveTo>
                  <a:lnTo>
                    <a:pt x="392" y="3426"/>
                  </a:lnTo>
                  <a:lnTo>
                    <a:pt x="432" y="3766"/>
                  </a:lnTo>
                  <a:lnTo>
                    <a:pt x="534" y="3753"/>
                  </a:lnTo>
                  <a:lnTo>
                    <a:pt x="494" y="3414"/>
                  </a:lnTo>
                  <a:close/>
                  <a:moveTo>
                    <a:pt x="574" y="4097"/>
                  </a:moveTo>
                  <a:lnTo>
                    <a:pt x="470" y="4108"/>
                  </a:lnTo>
                  <a:lnTo>
                    <a:pt x="510" y="4448"/>
                  </a:lnTo>
                  <a:lnTo>
                    <a:pt x="609" y="4436"/>
                  </a:lnTo>
                  <a:lnTo>
                    <a:pt x="574" y="4097"/>
                  </a:lnTo>
                  <a:close/>
                  <a:moveTo>
                    <a:pt x="649" y="4780"/>
                  </a:moveTo>
                  <a:lnTo>
                    <a:pt x="545" y="4791"/>
                  </a:lnTo>
                  <a:lnTo>
                    <a:pt x="585" y="5131"/>
                  </a:lnTo>
                  <a:lnTo>
                    <a:pt x="687" y="5119"/>
                  </a:lnTo>
                  <a:lnTo>
                    <a:pt x="649" y="4780"/>
                  </a:lnTo>
                  <a:close/>
                  <a:moveTo>
                    <a:pt x="727" y="5463"/>
                  </a:moveTo>
                  <a:lnTo>
                    <a:pt x="625" y="5474"/>
                  </a:lnTo>
                  <a:lnTo>
                    <a:pt x="664" y="5818"/>
                  </a:lnTo>
                  <a:lnTo>
                    <a:pt x="767" y="5806"/>
                  </a:lnTo>
                  <a:lnTo>
                    <a:pt x="727" y="5463"/>
                  </a:lnTo>
                  <a:close/>
                  <a:moveTo>
                    <a:pt x="806" y="6145"/>
                  </a:moveTo>
                  <a:lnTo>
                    <a:pt x="703" y="6157"/>
                  </a:lnTo>
                  <a:lnTo>
                    <a:pt x="743" y="6500"/>
                  </a:lnTo>
                  <a:lnTo>
                    <a:pt x="846" y="6489"/>
                  </a:lnTo>
                  <a:lnTo>
                    <a:pt x="806" y="6145"/>
                  </a:lnTo>
                  <a:close/>
                  <a:moveTo>
                    <a:pt x="885" y="6828"/>
                  </a:moveTo>
                  <a:lnTo>
                    <a:pt x="782" y="6840"/>
                  </a:lnTo>
                  <a:lnTo>
                    <a:pt x="822" y="7183"/>
                  </a:lnTo>
                  <a:lnTo>
                    <a:pt x="924" y="7171"/>
                  </a:lnTo>
                  <a:lnTo>
                    <a:pt x="885" y="6828"/>
                  </a:lnTo>
                  <a:close/>
                  <a:moveTo>
                    <a:pt x="960" y="7511"/>
                  </a:moveTo>
                  <a:lnTo>
                    <a:pt x="862" y="7523"/>
                  </a:lnTo>
                  <a:lnTo>
                    <a:pt x="897" y="7866"/>
                  </a:lnTo>
                  <a:lnTo>
                    <a:pt x="1000" y="7854"/>
                  </a:lnTo>
                  <a:lnTo>
                    <a:pt x="960" y="7511"/>
                  </a:lnTo>
                  <a:close/>
                  <a:moveTo>
                    <a:pt x="1039" y="8193"/>
                  </a:moveTo>
                  <a:lnTo>
                    <a:pt x="936" y="8205"/>
                  </a:lnTo>
                  <a:lnTo>
                    <a:pt x="976" y="8549"/>
                  </a:lnTo>
                  <a:lnTo>
                    <a:pt x="1079" y="8536"/>
                  </a:lnTo>
                  <a:lnTo>
                    <a:pt x="1039" y="8193"/>
                  </a:lnTo>
                  <a:close/>
                  <a:moveTo>
                    <a:pt x="1118" y="8876"/>
                  </a:moveTo>
                  <a:lnTo>
                    <a:pt x="1015" y="8888"/>
                  </a:lnTo>
                  <a:lnTo>
                    <a:pt x="1055" y="9232"/>
                  </a:lnTo>
                  <a:lnTo>
                    <a:pt x="1157" y="9219"/>
                  </a:lnTo>
                  <a:lnTo>
                    <a:pt x="1118" y="8876"/>
                  </a:lnTo>
                  <a:close/>
                  <a:moveTo>
                    <a:pt x="1197" y="9559"/>
                  </a:moveTo>
                  <a:lnTo>
                    <a:pt x="1095" y="9571"/>
                  </a:lnTo>
                  <a:lnTo>
                    <a:pt x="1133" y="9914"/>
                  </a:lnTo>
                  <a:lnTo>
                    <a:pt x="1237" y="9902"/>
                  </a:lnTo>
                  <a:lnTo>
                    <a:pt x="1197" y="9559"/>
                  </a:lnTo>
                  <a:close/>
                  <a:moveTo>
                    <a:pt x="1276" y="10241"/>
                  </a:moveTo>
                  <a:lnTo>
                    <a:pt x="1173" y="10254"/>
                  </a:lnTo>
                  <a:lnTo>
                    <a:pt x="1213" y="10596"/>
                  </a:lnTo>
                  <a:lnTo>
                    <a:pt x="1312" y="10585"/>
                  </a:lnTo>
                  <a:lnTo>
                    <a:pt x="1276" y="10241"/>
                  </a:lnTo>
                  <a:close/>
                  <a:moveTo>
                    <a:pt x="1350" y="10924"/>
                  </a:moveTo>
                  <a:lnTo>
                    <a:pt x="1248" y="10936"/>
                  </a:lnTo>
                  <a:lnTo>
                    <a:pt x="1288" y="11279"/>
                  </a:lnTo>
                  <a:lnTo>
                    <a:pt x="1390" y="11268"/>
                  </a:lnTo>
                  <a:lnTo>
                    <a:pt x="1350" y="10924"/>
                  </a:lnTo>
                  <a:close/>
                  <a:moveTo>
                    <a:pt x="1430" y="11607"/>
                  </a:moveTo>
                  <a:lnTo>
                    <a:pt x="1327" y="11619"/>
                  </a:lnTo>
                  <a:lnTo>
                    <a:pt x="1366" y="11962"/>
                  </a:lnTo>
                  <a:lnTo>
                    <a:pt x="1469" y="11951"/>
                  </a:lnTo>
                  <a:lnTo>
                    <a:pt x="1430" y="11607"/>
                  </a:lnTo>
                  <a:close/>
                  <a:moveTo>
                    <a:pt x="1509" y="12290"/>
                  </a:moveTo>
                  <a:lnTo>
                    <a:pt x="1406" y="12301"/>
                  </a:lnTo>
                  <a:lnTo>
                    <a:pt x="1445" y="12645"/>
                  </a:lnTo>
                  <a:lnTo>
                    <a:pt x="1548" y="12633"/>
                  </a:lnTo>
                  <a:lnTo>
                    <a:pt x="1509" y="12290"/>
                  </a:lnTo>
                  <a:close/>
                  <a:moveTo>
                    <a:pt x="1587" y="12977"/>
                  </a:moveTo>
                  <a:lnTo>
                    <a:pt x="1485" y="12984"/>
                  </a:lnTo>
                  <a:lnTo>
                    <a:pt x="1525" y="13328"/>
                  </a:lnTo>
                  <a:lnTo>
                    <a:pt x="1627" y="13316"/>
                  </a:lnTo>
                  <a:lnTo>
                    <a:pt x="1587" y="12977"/>
                  </a:lnTo>
                  <a:close/>
                  <a:moveTo>
                    <a:pt x="1663" y="13660"/>
                  </a:moveTo>
                  <a:lnTo>
                    <a:pt x="1563" y="13671"/>
                  </a:lnTo>
                  <a:lnTo>
                    <a:pt x="1599" y="14011"/>
                  </a:lnTo>
                  <a:lnTo>
                    <a:pt x="1702" y="13999"/>
                  </a:lnTo>
                  <a:lnTo>
                    <a:pt x="1663" y="13660"/>
                  </a:lnTo>
                  <a:close/>
                  <a:moveTo>
                    <a:pt x="1742" y="14342"/>
                  </a:moveTo>
                  <a:lnTo>
                    <a:pt x="1639" y="14354"/>
                  </a:lnTo>
                  <a:lnTo>
                    <a:pt x="1678" y="14693"/>
                  </a:lnTo>
                  <a:lnTo>
                    <a:pt x="1781" y="14681"/>
                  </a:lnTo>
                  <a:lnTo>
                    <a:pt x="1742" y="14342"/>
                  </a:lnTo>
                  <a:close/>
                  <a:moveTo>
                    <a:pt x="1820" y="15024"/>
                  </a:moveTo>
                  <a:lnTo>
                    <a:pt x="1718" y="15037"/>
                  </a:lnTo>
                  <a:lnTo>
                    <a:pt x="1758" y="15376"/>
                  </a:lnTo>
                  <a:lnTo>
                    <a:pt x="1860" y="15364"/>
                  </a:lnTo>
                  <a:lnTo>
                    <a:pt x="1820" y="15024"/>
                  </a:lnTo>
                  <a:close/>
                  <a:moveTo>
                    <a:pt x="1900" y="15707"/>
                  </a:moveTo>
                  <a:lnTo>
                    <a:pt x="1796" y="15720"/>
                  </a:lnTo>
                  <a:lnTo>
                    <a:pt x="1836" y="16059"/>
                  </a:lnTo>
                  <a:lnTo>
                    <a:pt x="1939" y="16047"/>
                  </a:lnTo>
                  <a:lnTo>
                    <a:pt x="1900" y="15707"/>
                  </a:lnTo>
                  <a:close/>
                  <a:moveTo>
                    <a:pt x="1978" y="16390"/>
                  </a:moveTo>
                  <a:lnTo>
                    <a:pt x="1876" y="16402"/>
                  </a:lnTo>
                  <a:lnTo>
                    <a:pt x="1915" y="16742"/>
                  </a:lnTo>
                  <a:lnTo>
                    <a:pt x="2013" y="16729"/>
                  </a:lnTo>
                  <a:lnTo>
                    <a:pt x="1978" y="16390"/>
                  </a:lnTo>
                  <a:close/>
                  <a:moveTo>
                    <a:pt x="2053" y="17073"/>
                  </a:moveTo>
                  <a:lnTo>
                    <a:pt x="1951" y="17084"/>
                  </a:lnTo>
                  <a:lnTo>
                    <a:pt x="1990" y="17424"/>
                  </a:lnTo>
                  <a:lnTo>
                    <a:pt x="2093" y="17412"/>
                  </a:lnTo>
                  <a:lnTo>
                    <a:pt x="2053" y="17073"/>
                  </a:lnTo>
                  <a:close/>
                </a:path>
              </a:pathLst>
            </a:custGeom>
            <a:solidFill>
              <a:srgbClr val="87D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50"/>
            <p:cNvSpPr/>
            <p:nvPr/>
          </p:nvSpPr>
          <p:spPr>
            <a:xfrm flipH="1">
              <a:off x="1967303" y="3157695"/>
              <a:ext cx="292829" cy="1083642"/>
            </a:xfrm>
            <a:custGeom>
              <a:rect b="b" l="l" r="r" t="t"/>
              <a:pathLst>
                <a:path extrusionOk="0" h="20542" w="5551">
                  <a:moveTo>
                    <a:pt x="5507" y="0"/>
                  </a:moveTo>
                  <a:cubicBezTo>
                    <a:pt x="5471" y="17"/>
                    <a:pt x="5408" y="59"/>
                    <a:pt x="5254" y="265"/>
                  </a:cubicBezTo>
                  <a:lnTo>
                    <a:pt x="5337" y="328"/>
                  </a:lnTo>
                  <a:cubicBezTo>
                    <a:pt x="5479" y="139"/>
                    <a:pt x="5534" y="103"/>
                    <a:pt x="5550" y="95"/>
                  </a:cubicBezTo>
                  <a:lnTo>
                    <a:pt x="5507" y="0"/>
                  </a:lnTo>
                  <a:close/>
                  <a:moveTo>
                    <a:pt x="5053" y="553"/>
                  </a:moveTo>
                  <a:cubicBezTo>
                    <a:pt x="4993" y="640"/>
                    <a:pt x="4931" y="734"/>
                    <a:pt x="4864" y="841"/>
                  </a:cubicBezTo>
                  <a:lnTo>
                    <a:pt x="4950" y="896"/>
                  </a:lnTo>
                  <a:cubicBezTo>
                    <a:pt x="5017" y="793"/>
                    <a:pt x="5081" y="695"/>
                    <a:pt x="5139" y="608"/>
                  </a:cubicBezTo>
                  <a:lnTo>
                    <a:pt x="5053" y="553"/>
                  </a:lnTo>
                  <a:close/>
                  <a:moveTo>
                    <a:pt x="4682" y="1133"/>
                  </a:moveTo>
                  <a:cubicBezTo>
                    <a:pt x="4623" y="1228"/>
                    <a:pt x="4563" y="1326"/>
                    <a:pt x="4500" y="1429"/>
                  </a:cubicBezTo>
                  <a:lnTo>
                    <a:pt x="4587" y="1480"/>
                  </a:lnTo>
                  <a:cubicBezTo>
                    <a:pt x="4651" y="1381"/>
                    <a:pt x="4709" y="1283"/>
                    <a:pt x="4769" y="1188"/>
                  </a:cubicBezTo>
                  <a:lnTo>
                    <a:pt x="4682" y="1133"/>
                  </a:lnTo>
                  <a:close/>
                  <a:moveTo>
                    <a:pt x="4323" y="1725"/>
                  </a:moveTo>
                  <a:cubicBezTo>
                    <a:pt x="4268" y="1820"/>
                    <a:pt x="4208" y="1915"/>
                    <a:pt x="4145" y="2021"/>
                  </a:cubicBezTo>
                  <a:lnTo>
                    <a:pt x="4192" y="2044"/>
                  </a:lnTo>
                  <a:lnTo>
                    <a:pt x="4239" y="2064"/>
                  </a:lnTo>
                  <a:cubicBezTo>
                    <a:pt x="4299" y="1966"/>
                    <a:pt x="4354" y="1871"/>
                    <a:pt x="4410" y="1776"/>
                  </a:cubicBezTo>
                  <a:lnTo>
                    <a:pt x="4323" y="1725"/>
                  </a:lnTo>
                  <a:close/>
                  <a:moveTo>
                    <a:pt x="3971" y="2317"/>
                  </a:moveTo>
                  <a:lnTo>
                    <a:pt x="3798" y="2616"/>
                  </a:lnTo>
                  <a:lnTo>
                    <a:pt x="3889" y="2669"/>
                  </a:lnTo>
                  <a:lnTo>
                    <a:pt x="4062" y="2368"/>
                  </a:lnTo>
                  <a:lnTo>
                    <a:pt x="3971" y="2317"/>
                  </a:lnTo>
                  <a:close/>
                  <a:moveTo>
                    <a:pt x="3629" y="2913"/>
                  </a:moveTo>
                  <a:lnTo>
                    <a:pt x="3454" y="3213"/>
                  </a:lnTo>
                  <a:lnTo>
                    <a:pt x="3545" y="3264"/>
                  </a:lnTo>
                  <a:lnTo>
                    <a:pt x="3715" y="2964"/>
                  </a:lnTo>
                  <a:lnTo>
                    <a:pt x="3629" y="2913"/>
                  </a:lnTo>
                  <a:close/>
                  <a:moveTo>
                    <a:pt x="3285" y="3512"/>
                  </a:moveTo>
                  <a:lnTo>
                    <a:pt x="3115" y="3813"/>
                  </a:lnTo>
                  <a:lnTo>
                    <a:pt x="3206" y="3864"/>
                  </a:lnTo>
                  <a:lnTo>
                    <a:pt x="3376" y="3564"/>
                  </a:lnTo>
                  <a:lnTo>
                    <a:pt x="3285" y="3512"/>
                  </a:lnTo>
                  <a:close/>
                  <a:moveTo>
                    <a:pt x="2946" y="4113"/>
                  </a:moveTo>
                  <a:lnTo>
                    <a:pt x="2780" y="4412"/>
                  </a:lnTo>
                  <a:lnTo>
                    <a:pt x="2866" y="4463"/>
                  </a:lnTo>
                  <a:lnTo>
                    <a:pt x="3037" y="4164"/>
                  </a:lnTo>
                  <a:lnTo>
                    <a:pt x="2946" y="4113"/>
                  </a:lnTo>
                  <a:close/>
                  <a:moveTo>
                    <a:pt x="2610" y="4716"/>
                  </a:moveTo>
                  <a:lnTo>
                    <a:pt x="2445" y="5017"/>
                  </a:lnTo>
                  <a:lnTo>
                    <a:pt x="2531" y="5068"/>
                  </a:lnTo>
                  <a:lnTo>
                    <a:pt x="2700" y="4764"/>
                  </a:lnTo>
                  <a:lnTo>
                    <a:pt x="2610" y="4716"/>
                  </a:lnTo>
                  <a:close/>
                  <a:moveTo>
                    <a:pt x="2274" y="5316"/>
                  </a:moveTo>
                  <a:lnTo>
                    <a:pt x="2108" y="5620"/>
                  </a:lnTo>
                  <a:lnTo>
                    <a:pt x="2199" y="5667"/>
                  </a:lnTo>
                  <a:lnTo>
                    <a:pt x="2365" y="5368"/>
                  </a:lnTo>
                  <a:lnTo>
                    <a:pt x="2274" y="5316"/>
                  </a:lnTo>
                  <a:close/>
                  <a:moveTo>
                    <a:pt x="1943" y="5920"/>
                  </a:moveTo>
                  <a:lnTo>
                    <a:pt x="1777" y="6224"/>
                  </a:lnTo>
                  <a:lnTo>
                    <a:pt x="1868" y="6275"/>
                  </a:lnTo>
                  <a:lnTo>
                    <a:pt x="2034" y="5971"/>
                  </a:lnTo>
                  <a:lnTo>
                    <a:pt x="1943" y="5920"/>
                  </a:lnTo>
                  <a:close/>
                  <a:moveTo>
                    <a:pt x="1611" y="6528"/>
                  </a:moveTo>
                  <a:cubicBezTo>
                    <a:pt x="1540" y="6658"/>
                    <a:pt x="1509" y="6718"/>
                    <a:pt x="1497" y="6749"/>
                  </a:cubicBezTo>
                  <a:lnTo>
                    <a:pt x="1485" y="6864"/>
                  </a:lnTo>
                  <a:lnTo>
                    <a:pt x="1587" y="6875"/>
                  </a:lnTo>
                  <a:lnTo>
                    <a:pt x="1596" y="6769"/>
                  </a:lnTo>
                  <a:cubicBezTo>
                    <a:pt x="1607" y="6745"/>
                    <a:pt x="1647" y="6678"/>
                    <a:pt x="1702" y="6576"/>
                  </a:cubicBezTo>
                  <a:lnTo>
                    <a:pt x="1611" y="6528"/>
                  </a:lnTo>
                  <a:close/>
                  <a:moveTo>
                    <a:pt x="1445" y="7206"/>
                  </a:moveTo>
                  <a:lnTo>
                    <a:pt x="1410" y="7550"/>
                  </a:lnTo>
                  <a:lnTo>
                    <a:pt x="1513" y="7558"/>
                  </a:lnTo>
                  <a:lnTo>
                    <a:pt x="1549" y="7219"/>
                  </a:lnTo>
                  <a:lnTo>
                    <a:pt x="1445" y="7206"/>
                  </a:lnTo>
                  <a:close/>
                  <a:moveTo>
                    <a:pt x="1371" y="7889"/>
                  </a:moveTo>
                  <a:lnTo>
                    <a:pt x="1335" y="8233"/>
                  </a:lnTo>
                  <a:lnTo>
                    <a:pt x="1438" y="8241"/>
                  </a:lnTo>
                  <a:lnTo>
                    <a:pt x="1474" y="7902"/>
                  </a:lnTo>
                  <a:lnTo>
                    <a:pt x="1371" y="7889"/>
                  </a:lnTo>
                  <a:close/>
                  <a:moveTo>
                    <a:pt x="1299" y="8572"/>
                  </a:moveTo>
                  <a:lnTo>
                    <a:pt x="1261" y="8915"/>
                  </a:lnTo>
                  <a:lnTo>
                    <a:pt x="1363" y="8927"/>
                  </a:lnTo>
                  <a:lnTo>
                    <a:pt x="1403" y="8584"/>
                  </a:lnTo>
                  <a:lnTo>
                    <a:pt x="1299" y="8572"/>
                  </a:lnTo>
                  <a:close/>
                  <a:moveTo>
                    <a:pt x="1225" y="9255"/>
                  </a:moveTo>
                  <a:lnTo>
                    <a:pt x="1190" y="9598"/>
                  </a:lnTo>
                  <a:lnTo>
                    <a:pt x="1288" y="9610"/>
                  </a:lnTo>
                  <a:lnTo>
                    <a:pt x="1327" y="9266"/>
                  </a:lnTo>
                  <a:lnTo>
                    <a:pt x="1225" y="9255"/>
                  </a:lnTo>
                  <a:close/>
                  <a:moveTo>
                    <a:pt x="1150" y="9942"/>
                  </a:moveTo>
                  <a:lnTo>
                    <a:pt x="1114" y="10281"/>
                  </a:lnTo>
                  <a:lnTo>
                    <a:pt x="1217" y="10293"/>
                  </a:lnTo>
                  <a:lnTo>
                    <a:pt x="1252" y="9949"/>
                  </a:lnTo>
                  <a:lnTo>
                    <a:pt x="1150" y="9942"/>
                  </a:lnTo>
                  <a:close/>
                  <a:moveTo>
                    <a:pt x="1075" y="10625"/>
                  </a:moveTo>
                  <a:lnTo>
                    <a:pt x="1039" y="10964"/>
                  </a:lnTo>
                  <a:lnTo>
                    <a:pt x="1142" y="10975"/>
                  </a:lnTo>
                  <a:lnTo>
                    <a:pt x="1177" y="10636"/>
                  </a:lnTo>
                  <a:lnTo>
                    <a:pt x="1075" y="10625"/>
                  </a:lnTo>
                  <a:close/>
                  <a:moveTo>
                    <a:pt x="1004" y="11307"/>
                  </a:moveTo>
                  <a:lnTo>
                    <a:pt x="964" y="11647"/>
                  </a:lnTo>
                  <a:lnTo>
                    <a:pt x="1066" y="11658"/>
                  </a:lnTo>
                  <a:lnTo>
                    <a:pt x="1106" y="11319"/>
                  </a:lnTo>
                  <a:lnTo>
                    <a:pt x="1004" y="11307"/>
                  </a:lnTo>
                  <a:close/>
                  <a:moveTo>
                    <a:pt x="929" y="11990"/>
                  </a:moveTo>
                  <a:lnTo>
                    <a:pt x="889" y="12333"/>
                  </a:lnTo>
                  <a:lnTo>
                    <a:pt x="992" y="12341"/>
                  </a:lnTo>
                  <a:lnTo>
                    <a:pt x="1031" y="12002"/>
                  </a:lnTo>
                  <a:lnTo>
                    <a:pt x="929" y="11990"/>
                  </a:lnTo>
                  <a:close/>
                  <a:moveTo>
                    <a:pt x="853" y="12672"/>
                  </a:moveTo>
                  <a:lnTo>
                    <a:pt x="818" y="13016"/>
                  </a:lnTo>
                  <a:lnTo>
                    <a:pt x="921" y="13028"/>
                  </a:lnTo>
                  <a:lnTo>
                    <a:pt x="957" y="12685"/>
                  </a:lnTo>
                  <a:lnTo>
                    <a:pt x="853" y="12672"/>
                  </a:lnTo>
                  <a:close/>
                  <a:moveTo>
                    <a:pt x="779" y="13355"/>
                  </a:moveTo>
                  <a:lnTo>
                    <a:pt x="744" y="13698"/>
                  </a:lnTo>
                  <a:lnTo>
                    <a:pt x="846" y="13711"/>
                  </a:lnTo>
                  <a:lnTo>
                    <a:pt x="882" y="13367"/>
                  </a:lnTo>
                  <a:lnTo>
                    <a:pt x="779" y="13355"/>
                  </a:lnTo>
                  <a:close/>
                  <a:moveTo>
                    <a:pt x="708" y="14042"/>
                  </a:moveTo>
                  <a:lnTo>
                    <a:pt x="669" y="14381"/>
                  </a:lnTo>
                  <a:lnTo>
                    <a:pt x="771" y="14393"/>
                  </a:lnTo>
                  <a:lnTo>
                    <a:pt x="811" y="14050"/>
                  </a:lnTo>
                  <a:lnTo>
                    <a:pt x="708" y="14042"/>
                  </a:lnTo>
                  <a:close/>
                  <a:moveTo>
                    <a:pt x="633" y="14725"/>
                  </a:moveTo>
                  <a:lnTo>
                    <a:pt x="593" y="15064"/>
                  </a:lnTo>
                  <a:lnTo>
                    <a:pt x="696" y="15076"/>
                  </a:lnTo>
                  <a:lnTo>
                    <a:pt x="735" y="14732"/>
                  </a:lnTo>
                  <a:lnTo>
                    <a:pt x="633" y="14725"/>
                  </a:lnTo>
                  <a:close/>
                  <a:moveTo>
                    <a:pt x="558" y="15408"/>
                  </a:moveTo>
                  <a:lnTo>
                    <a:pt x="522" y="15747"/>
                  </a:lnTo>
                  <a:lnTo>
                    <a:pt x="625" y="15758"/>
                  </a:lnTo>
                  <a:lnTo>
                    <a:pt x="660" y="15419"/>
                  </a:lnTo>
                  <a:lnTo>
                    <a:pt x="558" y="15408"/>
                  </a:lnTo>
                  <a:close/>
                  <a:moveTo>
                    <a:pt x="483" y="16090"/>
                  </a:moveTo>
                  <a:lnTo>
                    <a:pt x="447" y="16434"/>
                  </a:lnTo>
                  <a:lnTo>
                    <a:pt x="550" y="16441"/>
                  </a:lnTo>
                  <a:lnTo>
                    <a:pt x="585" y="16102"/>
                  </a:lnTo>
                  <a:lnTo>
                    <a:pt x="483" y="16090"/>
                  </a:lnTo>
                  <a:close/>
                  <a:moveTo>
                    <a:pt x="412" y="16773"/>
                  </a:moveTo>
                  <a:lnTo>
                    <a:pt x="372" y="17116"/>
                  </a:lnTo>
                  <a:lnTo>
                    <a:pt x="475" y="17128"/>
                  </a:lnTo>
                  <a:lnTo>
                    <a:pt x="511" y="16785"/>
                  </a:lnTo>
                  <a:lnTo>
                    <a:pt x="412" y="16773"/>
                  </a:lnTo>
                  <a:close/>
                  <a:moveTo>
                    <a:pt x="337" y="17456"/>
                  </a:moveTo>
                  <a:lnTo>
                    <a:pt x="297" y="17799"/>
                  </a:lnTo>
                  <a:lnTo>
                    <a:pt x="400" y="17811"/>
                  </a:lnTo>
                  <a:lnTo>
                    <a:pt x="439" y="17468"/>
                  </a:lnTo>
                  <a:lnTo>
                    <a:pt x="337" y="17456"/>
                  </a:lnTo>
                  <a:close/>
                  <a:moveTo>
                    <a:pt x="261" y="18138"/>
                  </a:moveTo>
                  <a:lnTo>
                    <a:pt x="226" y="18481"/>
                  </a:lnTo>
                  <a:lnTo>
                    <a:pt x="329" y="18494"/>
                  </a:lnTo>
                  <a:lnTo>
                    <a:pt x="365" y="18150"/>
                  </a:lnTo>
                  <a:lnTo>
                    <a:pt x="261" y="18138"/>
                  </a:lnTo>
                  <a:close/>
                  <a:moveTo>
                    <a:pt x="187" y="18825"/>
                  </a:moveTo>
                  <a:lnTo>
                    <a:pt x="152" y="19164"/>
                  </a:lnTo>
                  <a:lnTo>
                    <a:pt x="254" y="19177"/>
                  </a:lnTo>
                  <a:lnTo>
                    <a:pt x="290" y="18833"/>
                  </a:lnTo>
                  <a:lnTo>
                    <a:pt x="187" y="18825"/>
                  </a:lnTo>
                  <a:close/>
                  <a:moveTo>
                    <a:pt x="116" y="19508"/>
                  </a:moveTo>
                  <a:lnTo>
                    <a:pt x="77" y="19847"/>
                  </a:lnTo>
                  <a:lnTo>
                    <a:pt x="179" y="19859"/>
                  </a:lnTo>
                  <a:lnTo>
                    <a:pt x="214" y="19519"/>
                  </a:lnTo>
                  <a:lnTo>
                    <a:pt x="116" y="19508"/>
                  </a:lnTo>
                  <a:close/>
                  <a:moveTo>
                    <a:pt x="41" y="20191"/>
                  </a:moveTo>
                  <a:lnTo>
                    <a:pt x="1" y="20534"/>
                  </a:lnTo>
                  <a:lnTo>
                    <a:pt x="104" y="20541"/>
                  </a:lnTo>
                  <a:lnTo>
                    <a:pt x="143" y="20202"/>
                  </a:lnTo>
                  <a:lnTo>
                    <a:pt x="41" y="20191"/>
                  </a:lnTo>
                  <a:close/>
                </a:path>
              </a:pathLst>
            </a:custGeom>
            <a:solidFill>
              <a:srgbClr val="87D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50"/>
            <p:cNvSpPr/>
            <p:nvPr/>
          </p:nvSpPr>
          <p:spPr>
            <a:xfrm flipH="1">
              <a:off x="1681700" y="2831845"/>
              <a:ext cx="590037" cy="110411"/>
            </a:xfrm>
            <a:custGeom>
              <a:rect b="b" l="l" r="r" t="t"/>
              <a:pathLst>
                <a:path extrusionOk="0" h="2093" w="11185">
                  <a:moveTo>
                    <a:pt x="16" y="1"/>
                  </a:moveTo>
                  <a:lnTo>
                    <a:pt x="0" y="103"/>
                  </a:lnTo>
                  <a:lnTo>
                    <a:pt x="339" y="163"/>
                  </a:lnTo>
                  <a:lnTo>
                    <a:pt x="355" y="61"/>
                  </a:lnTo>
                  <a:lnTo>
                    <a:pt x="16" y="1"/>
                  </a:lnTo>
                  <a:close/>
                  <a:moveTo>
                    <a:pt x="695" y="123"/>
                  </a:moveTo>
                  <a:lnTo>
                    <a:pt x="676" y="222"/>
                  </a:lnTo>
                  <a:lnTo>
                    <a:pt x="1015" y="285"/>
                  </a:lnTo>
                  <a:lnTo>
                    <a:pt x="1035" y="183"/>
                  </a:lnTo>
                  <a:lnTo>
                    <a:pt x="695" y="123"/>
                  </a:lnTo>
                  <a:close/>
                  <a:moveTo>
                    <a:pt x="1370" y="242"/>
                  </a:moveTo>
                  <a:lnTo>
                    <a:pt x="1354" y="345"/>
                  </a:lnTo>
                  <a:lnTo>
                    <a:pt x="1694" y="404"/>
                  </a:lnTo>
                  <a:lnTo>
                    <a:pt x="1709" y="301"/>
                  </a:lnTo>
                  <a:lnTo>
                    <a:pt x="1370" y="242"/>
                  </a:lnTo>
                  <a:close/>
                  <a:moveTo>
                    <a:pt x="2049" y="364"/>
                  </a:moveTo>
                  <a:lnTo>
                    <a:pt x="2029" y="467"/>
                  </a:lnTo>
                  <a:lnTo>
                    <a:pt x="2368" y="526"/>
                  </a:lnTo>
                  <a:lnTo>
                    <a:pt x="2388" y="423"/>
                  </a:lnTo>
                  <a:lnTo>
                    <a:pt x="2049" y="364"/>
                  </a:lnTo>
                  <a:close/>
                  <a:moveTo>
                    <a:pt x="2723" y="482"/>
                  </a:moveTo>
                  <a:lnTo>
                    <a:pt x="2707" y="585"/>
                  </a:lnTo>
                  <a:lnTo>
                    <a:pt x="3043" y="644"/>
                  </a:lnTo>
                  <a:lnTo>
                    <a:pt x="3062" y="546"/>
                  </a:lnTo>
                  <a:lnTo>
                    <a:pt x="2723" y="482"/>
                  </a:lnTo>
                  <a:close/>
                  <a:moveTo>
                    <a:pt x="3402" y="605"/>
                  </a:moveTo>
                  <a:lnTo>
                    <a:pt x="3383" y="708"/>
                  </a:lnTo>
                  <a:lnTo>
                    <a:pt x="3722" y="766"/>
                  </a:lnTo>
                  <a:lnTo>
                    <a:pt x="3738" y="664"/>
                  </a:lnTo>
                  <a:lnTo>
                    <a:pt x="3402" y="605"/>
                  </a:lnTo>
                  <a:close/>
                  <a:moveTo>
                    <a:pt x="4077" y="724"/>
                  </a:moveTo>
                  <a:lnTo>
                    <a:pt x="4062" y="826"/>
                  </a:lnTo>
                  <a:lnTo>
                    <a:pt x="4397" y="885"/>
                  </a:lnTo>
                  <a:lnTo>
                    <a:pt x="4417" y="786"/>
                  </a:lnTo>
                  <a:lnTo>
                    <a:pt x="4077" y="724"/>
                  </a:lnTo>
                  <a:close/>
                  <a:moveTo>
                    <a:pt x="4756" y="846"/>
                  </a:moveTo>
                  <a:lnTo>
                    <a:pt x="4736" y="948"/>
                  </a:lnTo>
                  <a:lnTo>
                    <a:pt x="5075" y="1008"/>
                  </a:lnTo>
                  <a:lnTo>
                    <a:pt x="5091" y="905"/>
                  </a:lnTo>
                  <a:lnTo>
                    <a:pt x="4756" y="846"/>
                  </a:lnTo>
                  <a:close/>
                  <a:moveTo>
                    <a:pt x="5430" y="968"/>
                  </a:moveTo>
                  <a:lnTo>
                    <a:pt x="5415" y="1067"/>
                  </a:lnTo>
                  <a:lnTo>
                    <a:pt x="5750" y="1130"/>
                  </a:lnTo>
                  <a:lnTo>
                    <a:pt x="5770" y="1027"/>
                  </a:lnTo>
                  <a:lnTo>
                    <a:pt x="5430" y="968"/>
                  </a:lnTo>
                  <a:close/>
                  <a:moveTo>
                    <a:pt x="6109" y="1086"/>
                  </a:moveTo>
                  <a:lnTo>
                    <a:pt x="6090" y="1189"/>
                  </a:lnTo>
                  <a:lnTo>
                    <a:pt x="6430" y="1248"/>
                  </a:lnTo>
                  <a:lnTo>
                    <a:pt x="6445" y="1145"/>
                  </a:lnTo>
                  <a:lnTo>
                    <a:pt x="6109" y="1086"/>
                  </a:lnTo>
                  <a:close/>
                  <a:moveTo>
                    <a:pt x="6785" y="1209"/>
                  </a:moveTo>
                  <a:lnTo>
                    <a:pt x="6769" y="1307"/>
                  </a:lnTo>
                  <a:lnTo>
                    <a:pt x="7104" y="1371"/>
                  </a:lnTo>
                  <a:lnTo>
                    <a:pt x="7124" y="1268"/>
                  </a:lnTo>
                  <a:lnTo>
                    <a:pt x="6785" y="1209"/>
                  </a:lnTo>
                  <a:close/>
                  <a:moveTo>
                    <a:pt x="7463" y="1327"/>
                  </a:moveTo>
                  <a:lnTo>
                    <a:pt x="7443" y="1429"/>
                  </a:lnTo>
                  <a:lnTo>
                    <a:pt x="7783" y="1489"/>
                  </a:lnTo>
                  <a:lnTo>
                    <a:pt x="7798" y="1387"/>
                  </a:lnTo>
                  <a:lnTo>
                    <a:pt x="7463" y="1327"/>
                  </a:lnTo>
                  <a:close/>
                  <a:moveTo>
                    <a:pt x="8138" y="1449"/>
                  </a:moveTo>
                  <a:lnTo>
                    <a:pt x="8118" y="1548"/>
                  </a:lnTo>
                  <a:lnTo>
                    <a:pt x="8457" y="1611"/>
                  </a:lnTo>
                  <a:lnTo>
                    <a:pt x="8477" y="1509"/>
                  </a:lnTo>
                  <a:lnTo>
                    <a:pt x="8138" y="1449"/>
                  </a:lnTo>
                  <a:close/>
                  <a:moveTo>
                    <a:pt x="8816" y="1568"/>
                  </a:moveTo>
                  <a:lnTo>
                    <a:pt x="8797" y="1671"/>
                  </a:lnTo>
                  <a:lnTo>
                    <a:pt x="9137" y="1730"/>
                  </a:lnTo>
                  <a:lnTo>
                    <a:pt x="9153" y="1631"/>
                  </a:lnTo>
                  <a:lnTo>
                    <a:pt x="8816" y="1568"/>
                  </a:lnTo>
                  <a:close/>
                  <a:moveTo>
                    <a:pt x="9492" y="1690"/>
                  </a:moveTo>
                  <a:lnTo>
                    <a:pt x="9472" y="1793"/>
                  </a:lnTo>
                  <a:lnTo>
                    <a:pt x="9811" y="1852"/>
                  </a:lnTo>
                  <a:lnTo>
                    <a:pt x="9831" y="1749"/>
                  </a:lnTo>
                  <a:lnTo>
                    <a:pt x="9492" y="1690"/>
                  </a:lnTo>
                  <a:close/>
                  <a:moveTo>
                    <a:pt x="10166" y="1808"/>
                  </a:moveTo>
                  <a:lnTo>
                    <a:pt x="10151" y="1911"/>
                  </a:lnTo>
                  <a:lnTo>
                    <a:pt x="10490" y="1970"/>
                  </a:lnTo>
                  <a:lnTo>
                    <a:pt x="10506" y="1872"/>
                  </a:lnTo>
                  <a:lnTo>
                    <a:pt x="10166" y="1808"/>
                  </a:lnTo>
                  <a:close/>
                  <a:moveTo>
                    <a:pt x="10845" y="1931"/>
                  </a:moveTo>
                  <a:lnTo>
                    <a:pt x="10825" y="2034"/>
                  </a:lnTo>
                  <a:lnTo>
                    <a:pt x="11165" y="2092"/>
                  </a:lnTo>
                  <a:lnTo>
                    <a:pt x="11184" y="1990"/>
                  </a:lnTo>
                  <a:lnTo>
                    <a:pt x="10845" y="1931"/>
                  </a:lnTo>
                  <a:close/>
                </a:path>
              </a:pathLst>
            </a:custGeom>
            <a:solidFill>
              <a:srgbClr val="87D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50"/>
            <p:cNvSpPr/>
            <p:nvPr/>
          </p:nvSpPr>
          <p:spPr>
            <a:xfrm flipH="1">
              <a:off x="1753708" y="2865606"/>
              <a:ext cx="518030" cy="101443"/>
            </a:xfrm>
            <a:custGeom>
              <a:rect b="b" l="l" r="r" t="t"/>
              <a:pathLst>
                <a:path extrusionOk="0" h="1923" w="9820">
                  <a:moveTo>
                    <a:pt x="20" y="0"/>
                  </a:moveTo>
                  <a:lnTo>
                    <a:pt x="0" y="103"/>
                  </a:lnTo>
                  <a:lnTo>
                    <a:pt x="336" y="162"/>
                  </a:lnTo>
                  <a:lnTo>
                    <a:pt x="355" y="64"/>
                  </a:lnTo>
                  <a:lnTo>
                    <a:pt x="20" y="0"/>
                  </a:lnTo>
                  <a:close/>
                  <a:moveTo>
                    <a:pt x="695" y="126"/>
                  </a:moveTo>
                  <a:lnTo>
                    <a:pt x="676" y="226"/>
                  </a:lnTo>
                  <a:lnTo>
                    <a:pt x="1015" y="288"/>
                  </a:lnTo>
                  <a:lnTo>
                    <a:pt x="1031" y="190"/>
                  </a:lnTo>
                  <a:lnTo>
                    <a:pt x="695" y="126"/>
                  </a:lnTo>
                  <a:close/>
                  <a:moveTo>
                    <a:pt x="1370" y="249"/>
                  </a:moveTo>
                  <a:lnTo>
                    <a:pt x="1350" y="352"/>
                  </a:lnTo>
                  <a:lnTo>
                    <a:pt x="1689" y="415"/>
                  </a:lnTo>
                  <a:lnTo>
                    <a:pt x="1709" y="312"/>
                  </a:lnTo>
                  <a:lnTo>
                    <a:pt x="1370" y="249"/>
                  </a:lnTo>
                  <a:close/>
                  <a:moveTo>
                    <a:pt x="2044" y="375"/>
                  </a:moveTo>
                  <a:lnTo>
                    <a:pt x="2025" y="478"/>
                  </a:lnTo>
                  <a:lnTo>
                    <a:pt x="2364" y="541"/>
                  </a:lnTo>
                  <a:lnTo>
                    <a:pt x="2384" y="439"/>
                  </a:lnTo>
                  <a:lnTo>
                    <a:pt x="2044" y="375"/>
                  </a:lnTo>
                  <a:close/>
                  <a:moveTo>
                    <a:pt x="2720" y="501"/>
                  </a:moveTo>
                  <a:lnTo>
                    <a:pt x="2703" y="605"/>
                  </a:lnTo>
                  <a:lnTo>
                    <a:pt x="3039" y="667"/>
                  </a:lnTo>
                  <a:lnTo>
                    <a:pt x="3059" y="565"/>
                  </a:lnTo>
                  <a:lnTo>
                    <a:pt x="2720" y="501"/>
                  </a:lnTo>
                  <a:close/>
                  <a:moveTo>
                    <a:pt x="3399" y="628"/>
                  </a:moveTo>
                  <a:lnTo>
                    <a:pt x="3379" y="731"/>
                  </a:lnTo>
                  <a:lnTo>
                    <a:pt x="3718" y="789"/>
                  </a:lnTo>
                  <a:lnTo>
                    <a:pt x="3734" y="691"/>
                  </a:lnTo>
                  <a:lnTo>
                    <a:pt x="3399" y="628"/>
                  </a:lnTo>
                  <a:close/>
                  <a:moveTo>
                    <a:pt x="4073" y="754"/>
                  </a:moveTo>
                  <a:lnTo>
                    <a:pt x="4053" y="853"/>
                  </a:lnTo>
                  <a:lnTo>
                    <a:pt x="4393" y="916"/>
                  </a:lnTo>
                  <a:lnTo>
                    <a:pt x="4412" y="818"/>
                  </a:lnTo>
                  <a:lnTo>
                    <a:pt x="4073" y="754"/>
                  </a:lnTo>
                  <a:close/>
                  <a:moveTo>
                    <a:pt x="4748" y="876"/>
                  </a:moveTo>
                  <a:lnTo>
                    <a:pt x="4728" y="979"/>
                  </a:lnTo>
                  <a:lnTo>
                    <a:pt x="5068" y="1042"/>
                  </a:lnTo>
                  <a:lnTo>
                    <a:pt x="5087" y="940"/>
                  </a:lnTo>
                  <a:lnTo>
                    <a:pt x="4748" y="876"/>
                  </a:lnTo>
                  <a:close/>
                  <a:moveTo>
                    <a:pt x="5423" y="1002"/>
                  </a:moveTo>
                  <a:lnTo>
                    <a:pt x="5407" y="1106"/>
                  </a:lnTo>
                  <a:lnTo>
                    <a:pt x="5743" y="1168"/>
                  </a:lnTo>
                  <a:lnTo>
                    <a:pt x="5762" y="1066"/>
                  </a:lnTo>
                  <a:lnTo>
                    <a:pt x="5423" y="1002"/>
                  </a:lnTo>
                  <a:close/>
                  <a:moveTo>
                    <a:pt x="6102" y="1129"/>
                  </a:moveTo>
                  <a:lnTo>
                    <a:pt x="6082" y="1232"/>
                  </a:lnTo>
                  <a:lnTo>
                    <a:pt x="6421" y="1295"/>
                  </a:lnTo>
                  <a:lnTo>
                    <a:pt x="6437" y="1192"/>
                  </a:lnTo>
                  <a:lnTo>
                    <a:pt x="6102" y="1129"/>
                  </a:lnTo>
                  <a:close/>
                  <a:moveTo>
                    <a:pt x="6776" y="1255"/>
                  </a:moveTo>
                  <a:lnTo>
                    <a:pt x="6756" y="1354"/>
                  </a:lnTo>
                  <a:lnTo>
                    <a:pt x="7096" y="1417"/>
                  </a:lnTo>
                  <a:lnTo>
                    <a:pt x="7116" y="1319"/>
                  </a:lnTo>
                  <a:lnTo>
                    <a:pt x="6776" y="1255"/>
                  </a:lnTo>
                  <a:close/>
                  <a:moveTo>
                    <a:pt x="7452" y="1381"/>
                  </a:moveTo>
                  <a:lnTo>
                    <a:pt x="7432" y="1481"/>
                  </a:lnTo>
                  <a:lnTo>
                    <a:pt x="7771" y="1543"/>
                  </a:lnTo>
                  <a:lnTo>
                    <a:pt x="7791" y="1445"/>
                  </a:lnTo>
                  <a:lnTo>
                    <a:pt x="7452" y="1381"/>
                  </a:lnTo>
                  <a:close/>
                  <a:moveTo>
                    <a:pt x="8126" y="1504"/>
                  </a:moveTo>
                  <a:lnTo>
                    <a:pt x="8111" y="1607"/>
                  </a:lnTo>
                  <a:lnTo>
                    <a:pt x="8446" y="1670"/>
                  </a:lnTo>
                  <a:lnTo>
                    <a:pt x="8466" y="1567"/>
                  </a:lnTo>
                  <a:lnTo>
                    <a:pt x="8126" y="1504"/>
                  </a:lnTo>
                  <a:close/>
                  <a:moveTo>
                    <a:pt x="8805" y="1630"/>
                  </a:moveTo>
                  <a:lnTo>
                    <a:pt x="8785" y="1733"/>
                  </a:lnTo>
                  <a:lnTo>
                    <a:pt x="9124" y="1796"/>
                  </a:lnTo>
                  <a:lnTo>
                    <a:pt x="9140" y="1694"/>
                  </a:lnTo>
                  <a:lnTo>
                    <a:pt x="8805" y="1630"/>
                  </a:lnTo>
                  <a:close/>
                  <a:moveTo>
                    <a:pt x="9479" y="1756"/>
                  </a:moveTo>
                  <a:lnTo>
                    <a:pt x="9460" y="1860"/>
                  </a:lnTo>
                  <a:lnTo>
                    <a:pt x="9800" y="1922"/>
                  </a:lnTo>
                  <a:lnTo>
                    <a:pt x="9819" y="1820"/>
                  </a:lnTo>
                  <a:lnTo>
                    <a:pt x="9479" y="1756"/>
                  </a:lnTo>
                  <a:close/>
                </a:path>
              </a:pathLst>
            </a:custGeom>
            <a:solidFill>
              <a:srgbClr val="87D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50"/>
            <p:cNvSpPr/>
            <p:nvPr/>
          </p:nvSpPr>
          <p:spPr>
            <a:xfrm flipH="1">
              <a:off x="2105357" y="2365358"/>
              <a:ext cx="13610" cy="12291"/>
            </a:xfrm>
            <a:custGeom>
              <a:rect b="b" l="l" r="r" t="t"/>
              <a:pathLst>
                <a:path extrusionOk="0" h="233" w="258">
                  <a:moveTo>
                    <a:pt x="37" y="0"/>
                  </a:moveTo>
                  <a:lnTo>
                    <a:pt x="1" y="217"/>
                  </a:lnTo>
                  <a:lnTo>
                    <a:pt x="104" y="232"/>
                  </a:lnTo>
                  <a:lnTo>
                    <a:pt x="124" y="110"/>
                  </a:lnTo>
                  <a:lnTo>
                    <a:pt x="250" y="119"/>
                  </a:lnTo>
                  <a:lnTo>
                    <a:pt x="257" y="1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87D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50"/>
            <p:cNvSpPr/>
            <p:nvPr/>
          </p:nvSpPr>
          <p:spPr>
            <a:xfrm flipH="1">
              <a:off x="2116804" y="2395057"/>
              <a:ext cx="59610" cy="312822"/>
            </a:xfrm>
            <a:custGeom>
              <a:rect b="b" l="l" r="r" t="t"/>
              <a:pathLst>
                <a:path extrusionOk="0" h="5930" w="1130">
                  <a:moveTo>
                    <a:pt x="1031" y="1"/>
                  </a:moveTo>
                  <a:lnTo>
                    <a:pt x="967" y="349"/>
                  </a:lnTo>
                  <a:lnTo>
                    <a:pt x="1071" y="365"/>
                  </a:lnTo>
                  <a:lnTo>
                    <a:pt x="1129" y="17"/>
                  </a:lnTo>
                  <a:lnTo>
                    <a:pt x="1031" y="1"/>
                  </a:lnTo>
                  <a:close/>
                  <a:moveTo>
                    <a:pt x="909" y="696"/>
                  </a:moveTo>
                  <a:lnTo>
                    <a:pt x="849" y="1043"/>
                  </a:lnTo>
                  <a:lnTo>
                    <a:pt x="948" y="1059"/>
                  </a:lnTo>
                  <a:lnTo>
                    <a:pt x="1011" y="711"/>
                  </a:lnTo>
                  <a:lnTo>
                    <a:pt x="909" y="696"/>
                  </a:lnTo>
                  <a:close/>
                  <a:moveTo>
                    <a:pt x="787" y="1390"/>
                  </a:moveTo>
                  <a:lnTo>
                    <a:pt x="727" y="1738"/>
                  </a:lnTo>
                  <a:lnTo>
                    <a:pt x="829" y="1758"/>
                  </a:lnTo>
                  <a:lnTo>
                    <a:pt x="889" y="1410"/>
                  </a:lnTo>
                  <a:lnTo>
                    <a:pt x="787" y="1390"/>
                  </a:lnTo>
                  <a:close/>
                  <a:moveTo>
                    <a:pt x="663" y="2085"/>
                  </a:moveTo>
                  <a:lnTo>
                    <a:pt x="605" y="2432"/>
                  </a:lnTo>
                  <a:lnTo>
                    <a:pt x="707" y="2452"/>
                  </a:lnTo>
                  <a:lnTo>
                    <a:pt x="767" y="2105"/>
                  </a:lnTo>
                  <a:lnTo>
                    <a:pt x="663" y="2085"/>
                  </a:lnTo>
                  <a:close/>
                  <a:moveTo>
                    <a:pt x="545" y="2780"/>
                  </a:moveTo>
                  <a:lnTo>
                    <a:pt x="483" y="3127"/>
                  </a:lnTo>
                  <a:lnTo>
                    <a:pt x="585" y="3146"/>
                  </a:lnTo>
                  <a:lnTo>
                    <a:pt x="648" y="2800"/>
                  </a:lnTo>
                  <a:lnTo>
                    <a:pt x="545" y="2780"/>
                  </a:lnTo>
                  <a:close/>
                  <a:moveTo>
                    <a:pt x="423" y="3478"/>
                  </a:moveTo>
                  <a:lnTo>
                    <a:pt x="364" y="3826"/>
                  </a:lnTo>
                  <a:lnTo>
                    <a:pt x="466" y="3842"/>
                  </a:lnTo>
                  <a:lnTo>
                    <a:pt x="526" y="3494"/>
                  </a:lnTo>
                  <a:lnTo>
                    <a:pt x="423" y="3478"/>
                  </a:lnTo>
                  <a:close/>
                  <a:moveTo>
                    <a:pt x="301" y="4173"/>
                  </a:moveTo>
                  <a:lnTo>
                    <a:pt x="242" y="4520"/>
                  </a:lnTo>
                  <a:lnTo>
                    <a:pt x="344" y="4536"/>
                  </a:lnTo>
                  <a:lnTo>
                    <a:pt x="403" y="4188"/>
                  </a:lnTo>
                  <a:lnTo>
                    <a:pt x="301" y="4173"/>
                  </a:lnTo>
                  <a:close/>
                  <a:moveTo>
                    <a:pt x="182" y="4867"/>
                  </a:moveTo>
                  <a:lnTo>
                    <a:pt x="119" y="5215"/>
                  </a:lnTo>
                  <a:lnTo>
                    <a:pt x="222" y="5230"/>
                  </a:lnTo>
                  <a:lnTo>
                    <a:pt x="281" y="4884"/>
                  </a:lnTo>
                  <a:lnTo>
                    <a:pt x="182" y="4867"/>
                  </a:lnTo>
                  <a:close/>
                  <a:moveTo>
                    <a:pt x="60" y="5562"/>
                  </a:moveTo>
                  <a:lnTo>
                    <a:pt x="0" y="5909"/>
                  </a:lnTo>
                  <a:lnTo>
                    <a:pt x="100" y="5929"/>
                  </a:lnTo>
                  <a:lnTo>
                    <a:pt x="162" y="5582"/>
                  </a:lnTo>
                  <a:lnTo>
                    <a:pt x="60" y="5562"/>
                  </a:lnTo>
                  <a:close/>
                </a:path>
              </a:pathLst>
            </a:custGeom>
            <a:solidFill>
              <a:srgbClr val="87D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50"/>
            <p:cNvSpPr/>
            <p:nvPr/>
          </p:nvSpPr>
          <p:spPr>
            <a:xfrm flipH="1">
              <a:off x="2169082" y="2725074"/>
              <a:ext cx="12555" cy="13557"/>
            </a:xfrm>
            <a:custGeom>
              <a:rect b="b" l="l" r="r" t="t"/>
              <a:pathLst>
                <a:path extrusionOk="0" h="257" w="238">
                  <a:moveTo>
                    <a:pt x="37" y="1"/>
                  </a:moveTo>
                  <a:lnTo>
                    <a:pt x="1" y="222"/>
                  </a:lnTo>
                  <a:lnTo>
                    <a:pt x="223" y="257"/>
                  </a:lnTo>
                  <a:lnTo>
                    <a:pt x="238" y="158"/>
                  </a:lnTo>
                  <a:lnTo>
                    <a:pt x="119" y="138"/>
                  </a:lnTo>
                  <a:lnTo>
                    <a:pt x="139" y="20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87D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50"/>
            <p:cNvSpPr/>
            <p:nvPr/>
          </p:nvSpPr>
          <p:spPr>
            <a:xfrm flipH="1">
              <a:off x="1859266" y="2736100"/>
              <a:ext cx="293620" cy="53544"/>
            </a:xfrm>
            <a:custGeom>
              <a:rect b="b" l="l" r="r" t="t"/>
              <a:pathLst>
                <a:path extrusionOk="0" h="1015" w="5566">
                  <a:moveTo>
                    <a:pt x="20" y="0"/>
                  </a:moveTo>
                  <a:lnTo>
                    <a:pt x="1" y="104"/>
                  </a:lnTo>
                  <a:lnTo>
                    <a:pt x="328" y="158"/>
                  </a:lnTo>
                  <a:lnTo>
                    <a:pt x="344" y="56"/>
                  </a:lnTo>
                  <a:lnTo>
                    <a:pt x="20" y="0"/>
                  </a:lnTo>
                  <a:close/>
                  <a:moveTo>
                    <a:pt x="672" y="107"/>
                  </a:moveTo>
                  <a:lnTo>
                    <a:pt x="656" y="210"/>
                  </a:lnTo>
                  <a:lnTo>
                    <a:pt x="980" y="266"/>
                  </a:lnTo>
                  <a:lnTo>
                    <a:pt x="999" y="162"/>
                  </a:lnTo>
                  <a:lnTo>
                    <a:pt x="672" y="107"/>
                  </a:lnTo>
                  <a:close/>
                  <a:moveTo>
                    <a:pt x="1323" y="218"/>
                  </a:moveTo>
                  <a:lnTo>
                    <a:pt x="1307" y="317"/>
                  </a:lnTo>
                  <a:lnTo>
                    <a:pt x="1634" y="372"/>
                  </a:lnTo>
                  <a:lnTo>
                    <a:pt x="1650" y="269"/>
                  </a:lnTo>
                  <a:lnTo>
                    <a:pt x="1323" y="218"/>
                  </a:lnTo>
                  <a:close/>
                  <a:moveTo>
                    <a:pt x="1978" y="324"/>
                  </a:moveTo>
                  <a:lnTo>
                    <a:pt x="1958" y="423"/>
                  </a:lnTo>
                  <a:lnTo>
                    <a:pt x="2286" y="479"/>
                  </a:lnTo>
                  <a:lnTo>
                    <a:pt x="2301" y="375"/>
                  </a:lnTo>
                  <a:lnTo>
                    <a:pt x="1978" y="324"/>
                  </a:lnTo>
                  <a:close/>
                  <a:moveTo>
                    <a:pt x="2629" y="431"/>
                  </a:moveTo>
                  <a:lnTo>
                    <a:pt x="2614" y="534"/>
                  </a:lnTo>
                  <a:lnTo>
                    <a:pt x="2937" y="585"/>
                  </a:lnTo>
                  <a:lnTo>
                    <a:pt x="2957" y="486"/>
                  </a:lnTo>
                  <a:lnTo>
                    <a:pt x="2629" y="431"/>
                  </a:lnTo>
                  <a:close/>
                  <a:moveTo>
                    <a:pt x="3281" y="537"/>
                  </a:moveTo>
                  <a:lnTo>
                    <a:pt x="3264" y="640"/>
                  </a:lnTo>
                  <a:lnTo>
                    <a:pt x="3592" y="692"/>
                  </a:lnTo>
                  <a:lnTo>
                    <a:pt x="3608" y="592"/>
                  </a:lnTo>
                  <a:lnTo>
                    <a:pt x="3281" y="537"/>
                  </a:lnTo>
                  <a:close/>
                  <a:moveTo>
                    <a:pt x="3935" y="644"/>
                  </a:moveTo>
                  <a:lnTo>
                    <a:pt x="3916" y="747"/>
                  </a:lnTo>
                  <a:lnTo>
                    <a:pt x="4243" y="802"/>
                  </a:lnTo>
                  <a:lnTo>
                    <a:pt x="4259" y="699"/>
                  </a:lnTo>
                  <a:lnTo>
                    <a:pt x="3935" y="644"/>
                  </a:lnTo>
                  <a:close/>
                  <a:moveTo>
                    <a:pt x="4587" y="750"/>
                  </a:moveTo>
                  <a:lnTo>
                    <a:pt x="4571" y="853"/>
                  </a:lnTo>
                  <a:lnTo>
                    <a:pt x="4895" y="909"/>
                  </a:lnTo>
                  <a:lnTo>
                    <a:pt x="4914" y="805"/>
                  </a:lnTo>
                  <a:lnTo>
                    <a:pt x="4587" y="750"/>
                  </a:lnTo>
                  <a:close/>
                  <a:moveTo>
                    <a:pt x="5237" y="861"/>
                  </a:moveTo>
                  <a:lnTo>
                    <a:pt x="5222" y="960"/>
                  </a:lnTo>
                  <a:lnTo>
                    <a:pt x="5550" y="1015"/>
                  </a:lnTo>
                  <a:lnTo>
                    <a:pt x="5565" y="912"/>
                  </a:lnTo>
                  <a:lnTo>
                    <a:pt x="5237" y="861"/>
                  </a:lnTo>
                  <a:close/>
                </a:path>
              </a:pathLst>
            </a:custGeom>
            <a:solidFill>
              <a:srgbClr val="87D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50"/>
            <p:cNvSpPr/>
            <p:nvPr/>
          </p:nvSpPr>
          <p:spPr>
            <a:xfrm flipH="1">
              <a:off x="1830097" y="2781889"/>
              <a:ext cx="12819" cy="12555"/>
            </a:xfrm>
            <a:custGeom>
              <a:rect b="b" l="l" r="r" t="t"/>
              <a:pathLst>
                <a:path extrusionOk="0" h="238" w="243">
                  <a:moveTo>
                    <a:pt x="139" y="1"/>
                  </a:moveTo>
                  <a:lnTo>
                    <a:pt x="131" y="119"/>
                  </a:lnTo>
                  <a:lnTo>
                    <a:pt x="17" y="99"/>
                  </a:lnTo>
                  <a:lnTo>
                    <a:pt x="1" y="203"/>
                  </a:lnTo>
                  <a:lnTo>
                    <a:pt x="222" y="238"/>
                  </a:lnTo>
                  <a:lnTo>
                    <a:pt x="242" y="8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87D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50"/>
            <p:cNvSpPr/>
            <p:nvPr/>
          </p:nvSpPr>
          <p:spPr>
            <a:xfrm flipH="1">
              <a:off x="1799553" y="2414681"/>
              <a:ext cx="34342" cy="349380"/>
            </a:xfrm>
            <a:custGeom>
              <a:rect b="b" l="l" r="r" t="t"/>
              <a:pathLst>
                <a:path extrusionOk="0" h="6623" w="651">
                  <a:moveTo>
                    <a:pt x="549" y="0"/>
                  </a:moveTo>
                  <a:lnTo>
                    <a:pt x="521" y="348"/>
                  </a:lnTo>
                  <a:lnTo>
                    <a:pt x="623" y="355"/>
                  </a:lnTo>
                  <a:lnTo>
                    <a:pt x="651" y="8"/>
                  </a:lnTo>
                  <a:lnTo>
                    <a:pt x="549" y="0"/>
                  </a:lnTo>
                  <a:close/>
                  <a:moveTo>
                    <a:pt x="489" y="695"/>
                  </a:moveTo>
                  <a:lnTo>
                    <a:pt x="461" y="1046"/>
                  </a:lnTo>
                  <a:lnTo>
                    <a:pt x="564" y="1054"/>
                  </a:lnTo>
                  <a:lnTo>
                    <a:pt x="592" y="707"/>
                  </a:lnTo>
                  <a:lnTo>
                    <a:pt x="489" y="695"/>
                  </a:lnTo>
                  <a:close/>
                  <a:moveTo>
                    <a:pt x="434" y="1394"/>
                  </a:moveTo>
                  <a:lnTo>
                    <a:pt x="403" y="1741"/>
                  </a:lnTo>
                  <a:lnTo>
                    <a:pt x="505" y="1749"/>
                  </a:lnTo>
                  <a:lnTo>
                    <a:pt x="536" y="1401"/>
                  </a:lnTo>
                  <a:lnTo>
                    <a:pt x="434" y="1394"/>
                  </a:lnTo>
                  <a:close/>
                  <a:moveTo>
                    <a:pt x="374" y="2088"/>
                  </a:moveTo>
                  <a:lnTo>
                    <a:pt x="347" y="2439"/>
                  </a:lnTo>
                  <a:lnTo>
                    <a:pt x="450" y="2447"/>
                  </a:lnTo>
                  <a:lnTo>
                    <a:pt x="478" y="2096"/>
                  </a:lnTo>
                  <a:lnTo>
                    <a:pt x="374" y="2088"/>
                  </a:lnTo>
                  <a:close/>
                  <a:moveTo>
                    <a:pt x="316" y="2787"/>
                  </a:moveTo>
                  <a:lnTo>
                    <a:pt x="288" y="3133"/>
                  </a:lnTo>
                  <a:lnTo>
                    <a:pt x="390" y="3142"/>
                  </a:lnTo>
                  <a:lnTo>
                    <a:pt x="418" y="2794"/>
                  </a:lnTo>
                  <a:lnTo>
                    <a:pt x="316" y="2787"/>
                  </a:lnTo>
                  <a:close/>
                  <a:moveTo>
                    <a:pt x="261" y="3481"/>
                  </a:moveTo>
                  <a:lnTo>
                    <a:pt x="228" y="3829"/>
                  </a:lnTo>
                  <a:lnTo>
                    <a:pt x="332" y="3840"/>
                  </a:lnTo>
                  <a:lnTo>
                    <a:pt x="363" y="3489"/>
                  </a:lnTo>
                  <a:lnTo>
                    <a:pt x="261" y="3481"/>
                  </a:lnTo>
                  <a:close/>
                  <a:moveTo>
                    <a:pt x="201" y="4180"/>
                  </a:moveTo>
                  <a:lnTo>
                    <a:pt x="174" y="4527"/>
                  </a:lnTo>
                  <a:lnTo>
                    <a:pt x="276" y="4535"/>
                  </a:lnTo>
                  <a:lnTo>
                    <a:pt x="303" y="4188"/>
                  </a:lnTo>
                  <a:lnTo>
                    <a:pt x="201" y="4180"/>
                  </a:lnTo>
                  <a:close/>
                  <a:moveTo>
                    <a:pt x="142" y="4874"/>
                  </a:moveTo>
                  <a:lnTo>
                    <a:pt x="114" y="5222"/>
                  </a:lnTo>
                  <a:lnTo>
                    <a:pt x="217" y="5229"/>
                  </a:lnTo>
                  <a:lnTo>
                    <a:pt x="245" y="4882"/>
                  </a:lnTo>
                  <a:lnTo>
                    <a:pt x="142" y="4874"/>
                  </a:lnTo>
                  <a:close/>
                  <a:moveTo>
                    <a:pt x="86" y="5569"/>
                  </a:moveTo>
                  <a:lnTo>
                    <a:pt x="55" y="5920"/>
                  </a:lnTo>
                  <a:lnTo>
                    <a:pt x="157" y="5928"/>
                  </a:lnTo>
                  <a:lnTo>
                    <a:pt x="190" y="5581"/>
                  </a:lnTo>
                  <a:lnTo>
                    <a:pt x="86" y="5569"/>
                  </a:lnTo>
                  <a:close/>
                  <a:moveTo>
                    <a:pt x="28" y="6268"/>
                  </a:moveTo>
                  <a:lnTo>
                    <a:pt x="0" y="6614"/>
                  </a:lnTo>
                  <a:lnTo>
                    <a:pt x="102" y="6623"/>
                  </a:lnTo>
                  <a:lnTo>
                    <a:pt x="130" y="6275"/>
                  </a:lnTo>
                  <a:lnTo>
                    <a:pt x="28" y="6268"/>
                  </a:lnTo>
                  <a:close/>
                </a:path>
              </a:pathLst>
            </a:custGeom>
            <a:solidFill>
              <a:srgbClr val="87D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50"/>
            <p:cNvSpPr/>
            <p:nvPr/>
          </p:nvSpPr>
          <p:spPr>
            <a:xfrm flipH="1">
              <a:off x="1797021" y="2384296"/>
              <a:ext cx="12133" cy="12555"/>
            </a:xfrm>
            <a:custGeom>
              <a:rect b="b" l="l" r="r" t="t"/>
              <a:pathLst>
                <a:path extrusionOk="0" h="238" w="230">
                  <a:moveTo>
                    <a:pt x="5" y="0"/>
                  </a:moveTo>
                  <a:lnTo>
                    <a:pt x="0" y="103"/>
                  </a:lnTo>
                  <a:lnTo>
                    <a:pt x="118" y="110"/>
                  </a:lnTo>
                  <a:lnTo>
                    <a:pt x="107" y="229"/>
                  </a:lnTo>
                  <a:lnTo>
                    <a:pt x="209" y="237"/>
                  </a:lnTo>
                  <a:lnTo>
                    <a:pt x="229" y="1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7D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50"/>
            <p:cNvSpPr/>
            <p:nvPr/>
          </p:nvSpPr>
          <p:spPr>
            <a:xfrm flipH="1">
              <a:off x="1826138" y="2367204"/>
              <a:ext cx="262180" cy="21470"/>
            </a:xfrm>
            <a:custGeom>
              <a:rect b="b" l="l" r="r" t="t"/>
              <a:pathLst>
                <a:path extrusionOk="0" h="407" w="4970">
                  <a:moveTo>
                    <a:pt x="4" y="0"/>
                  </a:moveTo>
                  <a:lnTo>
                    <a:pt x="0" y="103"/>
                  </a:lnTo>
                  <a:lnTo>
                    <a:pt x="328" y="123"/>
                  </a:lnTo>
                  <a:lnTo>
                    <a:pt x="336" y="20"/>
                  </a:lnTo>
                  <a:lnTo>
                    <a:pt x="4" y="0"/>
                  </a:lnTo>
                  <a:close/>
                  <a:moveTo>
                    <a:pt x="667" y="40"/>
                  </a:moveTo>
                  <a:lnTo>
                    <a:pt x="659" y="143"/>
                  </a:lnTo>
                  <a:lnTo>
                    <a:pt x="991" y="162"/>
                  </a:lnTo>
                  <a:lnTo>
                    <a:pt x="999" y="60"/>
                  </a:lnTo>
                  <a:lnTo>
                    <a:pt x="667" y="40"/>
                  </a:lnTo>
                  <a:close/>
                  <a:moveTo>
                    <a:pt x="1330" y="79"/>
                  </a:moveTo>
                  <a:lnTo>
                    <a:pt x="1323" y="182"/>
                  </a:lnTo>
                  <a:lnTo>
                    <a:pt x="1654" y="202"/>
                  </a:lnTo>
                  <a:lnTo>
                    <a:pt x="1658" y="99"/>
                  </a:lnTo>
                  <a:lnTo>
                    <a:pt x="1330" y="79"/>
                  </a:lnTo>
                  <a:close/>
                  <a:moveTo>
                    <a:pt x="1989" y="123"/>
                  </a:moveTo>
                  <a:lnTo>
                    <a:pt x="1986" y="226"/>
                  </a:lnTo>
                  <a:lnTo>
                    <a:pt x="2313" y="245"/>
                  </a:lnTo>
                  <a:lnTo>
                    <a:pt x="2321" y="143"/>
                  </a:lnTo>
                  <a:lnTo>
                    <a:pt x="1989" y="123"/>
                  </a:lnTo>
                  <a:close/>
                  <a:moveTo>
                    <a:pt x="2652" y="162"/>
                  </a:moveTo>
                  <a:lnTo>
                    <a:pt x="2645" y="265"/>
                  </a:lnTo>
                  <a:lnTo>
                    <a:pt x="2976" y="285"/>
                  </a:lnTo>
                  <a:lnTo>
                    <a:pt x="2984" y="182"/>
                  </a:lnTo>
                  <a:lnTo>
                    <a:pt x="2652" y="162"/>
                  </a:lnTo>
                  <a:close/>
                  <a:moveTo>
                    <a:pt x="3315" y="202"/>
                  </a:moveTo>
                  <a:lnTo>
                    <a:pt x="3308" y="304"/>
                  </a:lnTo>
                  <a:lnTo>
                    <a:pt x="3639" y="324"/>
                  </a:lnTo>
                  <a:lnTo>
                    <a:pt x="3643" y="221"/>
                  </a:lnTo>
                  <a:lnTo>
                    <a:pt x="3315" y="202"/>
                  </a:lnTo>
                  <a:close/>
                  <a:moveTo>
                    <a:pt x="3975" y="241"/>
                  </a:moveTo>
                  <a:lnTo>
                    <a:pt x="3971" y="344"/>
                  </a:lnTo>
                  <a:lnTo>
                    <a:pt x="4298" y="363"/>
                  </a:lnTo>
                  <a:lnTo>
                    <a:pt x="4306" y="261"/>
                  </a:lnTo>
                  <a:lnTo>
                    <a:pt x="3975" y="241"/>
                  </a:lnTo>
                  <a:close/>
                  <a:moveTo>
                    <a:pt x="4638" y="285"/>
                  </a:moveTo>
                  <a:lnTo>
                    <a:pt x="4629" y="387"/>
                  </a:lnTo>
                  <a:lnTo>
                    <a:pt x="4961" y="407"/>
                  </a:lnTo>
                  <a:lnTo>
                    <a:pt x="4969" y="304"/>
                  </a:lnTo>
                  <a:lnTo>
                    <a:pt x="4638" y="285"/>
                  </a:lnTo>
                  <a:close/>
                </a:path>
              </a:pathLst>
            </a:custGeom>
            <a:solidFill>
              <a:srgbClr val="87D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50"/>
            <p:cNvSpPr/>
            <p:nvPr/>
          </p:nvSpPr>
          <p:spPr>
            <a:xfrm flipH="1">
              <a:off x="1605741" y="2791278"/>
              <a:ext cx="174927" cy="174927"/>
            </a:xfrm>
            <a:custGeom>
              <a:rect b="b" l="l" r="r" t="t"/>
              <a:pathLst>
                <a:path extrusionOk="0" h="3316" w="3316">
                  <a:moveTo>
                    <a:pt x="1658" y="1"/>
                  </a:moveTo>
                  <a:cubicBezTo>
                    <a:pt x="743" y="1"/>
                    <a:pt x="1" y="743"/>
                    <a:pt x="1" y="1658"/>
                  </a:cubicBezTo>
                  <a:cubicBezTo>
                    <a:pt x="1" y="2573"/>
                    <a:pt x="743" y="3316"/>
                    <a:pt x="1658" y="3316"/>
                  </a:cubicBezTo>
                  <a:cubicBezTo>
                    <a:pt x="2574" y="3316"/>
                    <a:pt x="3316" y="2573"/>
                    <a:pt x="3316" y="1658"/>
                  </a:cubicBezTo>
                  <a:cubicBezTo>
                    <a:pt x="3316" y="743"/>
                    <a:pt x="2574" y="1"/>
                    <a:pt x="16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50"/>
            <p:cNvSpPr/>
            <p:nvPr/>
          </p:nvSpPr>
          <p:spPr>
            <a:xfrm flipH="1">
              <a:off x="1729181" y="2811693"/>
              <a:ext cx="154670" cy="154512"/>
            </a:xfrm>
            <a:custGeom>
              <a:rect b="b" l="l" r="r" t="t"/>
              <a:pathLst>
                <a:path extrusionOk="0" h="2929" w="2932">
                  <a:moveTo>
                    <a:pt x="1468" y="0"/>
                  </a:moveTo>
                  <a:cubicBezTo>
                    <a:pt x="658" y="0"/>
                    <a:pt x="0" y="656"/>
                    <a:pt x="0" y="1465"/>
                  </a:cubicBezTo>
                  <a:cubicBezTo>
                    <a:pt x="0" y="2274"/>
                    <a:pt x="658" y="2929"/>
                    <a:pt x="1468" y="2929"/>
                  </a:cubicBezTo>
                  <a:cubicBezTo>
                    <a:pt x="2277" y="2929"/>
                    <a:pt x="2931" y="2274"/>
                    <a:pt x="2931" y="1465"/>
                  </a:cubicBezTo>
                  <a:cubicBezTo>
                    <a:pt x="2931" y="656"/>
                    <a:pt x="2277" y="0"/>
                    <a:pt x="14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50"/>
            <p:cNvSpPr/>
            <p:nvPr/>
          </p:nvSpPr>
          <p:spPr>
            <a:xfrm flipH="1">
              <a:off x="1887384" y="2741322"/>
              <a:ext cx="157624" cy="166803"/>
            </a:xfrm>
            <a:custGeom>
              <a:rect b="b" l="l" r="r" t="t"/>
              <a:pathLst>
                <a:path extrusionOk="0" h="3162" w="2988">
                  <a:moveTo>
                    <a:pt x="332" y="1"/>
                  </a:moveTo>
                  <a:lnTo>
                    <a:pt x="0" y="289"/>
                  </a:lnTo>
                  <a:lnTo>
                    <a:pt x="1057" y="948"/>
                  </a:lnTo>
                  <a:cubicBezTo>
                    <a:pt x="1057" y="948"/>
                    <a:pt x="1125" y="2775"/>
                    <a:pt x="1057" y="3161"/>
                  </a:cubicBezTo>
                  <a:lnTo>
                    <a:pt x="2988" y="2779"/>
                  </a:lnTo>
                  <a:cubicBezTo>
                    <a:pt x="2988" y="2779"/>
                    <a:pt x="2534" y="415"/>
                    <a:pt x="3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50"/>
            <p:cNvSpPr/>
            <p:nvPr/>
          </p:nvSpPr>
          <p:spPr>
            <a:xfrm flipH="1">
              <a:off x="1305471" y="2868191"/>
              <a:ext cx="775356" cy="583865"/>
            </a:xfrm>
            <a:custGeom>
              <a:rect b="b" l="l" r="r" t="t"/>
              <a:pathLst>
                <a:path extrusionOk="0" h="11068" w="14698">
                  <a:moveTo>
                    <a:pt x="4433" y="0"/>
                  </a:moveTo>
                  <a:cubicBezTo>
                    <a:pt x="2693" y="0"/>
                    <a:pt x="1417" y="117"/>
                    <a:pt x="1417" y="117"/>
                  </a:cubicBezTo>
                  <a:lnTo>
                    <a:pt x="0" y="7568"/>
                  </a:lnTo>
                  <a:cubicBezTo>
                    <a:pt x="0" y="7568"/>
                    <a:pt x="3710" y="10343"/>
                    <a:pt x="8406" y="11002"/>
                  </a:cubicBezTo>
                  <a:cubicBezTo>
                    <a:pt x="8717" y="11046"/>
                    <a:pt x="9015" y="11067"/>
                    <a:pt x="9300" y="11067"/>
                  </a:cubicBezTo>
                  <a:cubicBezTo>
                    <a:pt x="13323" y="11067"/>
                    <a:pt x="14697" y="6783"/>
                    <a:pt x="10857" y="756"/>
                  </a:cubicBezTo>
                  <a:cubicBezTo>
                    <a:pt x="8885" y="145"/>
                    <a:pt x="6371" y="0"/>
                    <a:pt x="44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50"/>
            <p:cNvSpPr/>
            <p:nvPr/>
          </p:nvSpPr>
          <p:spPr>
            <a:xfrm flipH="1">
              <a:off x="1717469" y="2044730"/>
              <a:ext cx="232217" cy="843196"/>
            </a:xfrm>
            <a:custGeom>
              <a:rect b="b" l="l" r="r" t="t"/>
              <a:pathLst>
                <a:path extrusionOk="0" h="15984" w="4402">
                  <a:moveTo>
                    <a:pt x="3769" y="0"/>
                  </a:moveTo>
                  <a:cubicBezTo>
                    <a:pt x="3769" y="0"/>
                    <a:pt x="1571" y="3584"/>
                    <a:pt x="1097" y="4768"/>
                  </a:cubicBezTo>
                  <a:cubicBezTo>
                    <a:pt x="628" y="5948"/>
                    <a:pt x="1" y="15763"/>
                    <a:pt x="1" y="15763"/>
                  </a:cubicBezTo>
                  <a:lnTo>
                    <a:pt x="1181" y="15984"/>
                  </a:lnTo>
                  <a:lnTo>
                    <a:pt x="1618" y="5399"/>
                  </a:lnTo>
                  <a:lnTo>
                    <a:pt x="4401" y="292"/>
                  </a:lnTo>
                  <a:lnTo>
                    <a:pt x="37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50"/>
            <p:cNvSpPr/>
            <p:nvPr/>
          </p:nvSpPr>
          <p:spPr>
            <a:xfrm flipH="1">
              <a:off x="1477867" y="2196023"/>
              <a:ext cx="510328" cy="770187"/>
            </a:xfrm>
            <a:custGeom>
              <a:rect b="b" l="l" r="r" t="t"/>
              <a:pathLst>
                <a:path extrusionOk="0" h="14600" w="9674">
                  <a:moveTo>
                    <a:pt x="1374" y="1"/>
                  </a:moveTo>
                  <a:cubicBezTo>
                    <a:pt x="1088" y="1"/>
                    <a:pt x="910" y="386"/>
                    <a:pt x="979" y="1182"/>
                  </a:cubicBezTo>
                  <a:cubicBezTo>
                    <a:pt x="146" y="2827"/>
                    <a:pt x="0" y="4244"/>
                    <a:pt x="443" y="4733"/>
                  </a:cubicBezTo>
                  <a:cubicBezTo>
                    <a:pt x="880" y="5223"/>
                    <a:pt x="2565" y="5945"/>
                    <a:pt x="2565" y="5945"/>
                  </a:cubicBezTo>
                  <a:cubicBezTo>
                    <a:pt x="2565" y="5945"/>
                    <a:pt x="6694" y="13037"/>
                    <a:pt x="8552" y="14600"/>
                  </a:cubicBezTo>
                  <a:cubicBezTo>
                    <a:pt x="8552" y="14600"/>
                    <a:pt x="9674" y="12496"/>
                    <a:pt x="9674" y="11888"/>
                  </a:cubicBezTo>
                  <a:lnTo>
                    <a:pt x="3532" y="4536"/>
                  </a:lnTo>
                  <a:cubicBezTo>
                    <a:pt x="3532" y="4536"/>
                    <a:pt x="3130" y="1876"/>
                    <a:pt x="3224" y="1083"/>
                  </a:cubicBezTo>
                  <a:cubicBezTo>
                    <a:pt x="3257" y="817"/>
                    <a:pt x="3203" y="714"/>
                    <a:pt x="3114" y="714"/>
                  </a:cubicBezTo>
                  <a:cubicBezTo>
                    <a:pt x="2935" y="714"/>
                    <a:pt x="2616" y="1122"/>
                    <a:pt x="2565" y="1453"/>
                  </a:cubicBezTo>
                  <a:cubicBezTo>
                    <a:pt x="2163" y="497"/>
                    <a:pt x="1699" y="1"/>
                    <a:pt x="1374" y="1"/>
                  </a:cubicBezTo>
                  <a:close/>
                </a:path>
              </a:pathLst>
            </a:custGeom>
            <a:solidFill>
              <a:srgbClr val="E185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50"/>
            <p:cNvSpPr/>
            <p:nvPr/>
          </p:nvSpPr>
          <p:spPr>
            <a:xfrm flipH="1">
              <a:off x="1671470" y="4240011"/>
              <a:ext cx="207423" cy="58186"/>
            </a:xfrm>
            <a:custGeom>
              <a:rect b="b" l="l" r="r" t="t"/>
              <a:pathLst>
                <a:path extrusionOk="0" h="1103" w="3932">
                  <a:moveTo>
                    <a:pt x="1" y="1"/>
                  </a:moveTo>
                  <a:lnTo>
                    <a:pt x="138" y="1102"/>
                  </a:lnTo>
                  <a:cubicBezTo>
                    <a:pt x="138" y="1102"/>
                    <a:pt x="3931" y="1015"/>
                    <a:pt x="3872" y="956"/>
                  </a:cubicBezTo>
                  <a:cubicBezTo>
                    <a:pt x="3817" y="897"/>
                    <a:pt x="3872" y="230"/>
                    <a:pt x="3872" y="23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50"/>
            <p:cNvSpPr/>
            <p:nvPr/>
          </p:nvSpPr>
          <p:spPr>
            <a:xfrm flipH="1">
              <a:off x="2208855" y="4206724"/>
              <a:ext cx="190911" cy="71480"/>
            </a:xfrm>
            <a:custGeom>
              <a:rect b="b" l="l" r="r" t="t"/>
              <a:pathLst>
                <a:path extrusionOk="0" h="1355" w="3619">
                  <a:moveTo>
                    <a:pt x="1" y="1"/>
                  </a:moveTo>
                  <a:lnTo>
                    <a:pt x="114" y="1181"/>
                  </a:lnTo>
                  <a:lnTo>
                    <a:pt x="3619" y="1354"/>
                  </a:lnTo>
                  <a:lnTo>
                    <a:pt x="3619" y="632"/>
                  </a:lnTo>
                  <a:lnTo>
                    <a:pt x="3619" y="4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50"/>
            <p:cNvSpPr/>
            <p:nvPr/>
          </p:nvSpPr>
          <p:spPr>
            <a:xfrm flipH="1">
              <a:off x="2239396" y="4378907"/>
              <a:ext cx="442171" cy="180677"/>
            </a:xfrm>
            <a:custGeom>
              <a:rect b="b" l="l" r="r" t="t"/>
              <a:pathLst>
                <a:path extrusionOk="0" h="3425" w="8382">
                  <a:moveTo>
                    <a:pt x="6589" y="1"/>
                  </a:moveTo>
                  <a:lnTo>
                    <a:pt x="5864" y="1133"/>
                  </a:lnTo>
                  <a:cubicBezTo>
                    <a:pt x="5864" y="1133"/>
                    <a:pt x="2023" y="2175"/>
                    <a:pt x="957" y="2601"/>
                  </a:cubicBezTo>
                  <a:cubicBezTo>
                    <a:pt x="1" y="2986"/>
                    <a:pt x="311" y="3425"/>
                    <a:pt x="2252" y="3425"/>
                  </a:cubicBezTo>
                  <a:cubicBezTo>
                    <a:pt x="2480" y="3425"/>
                    <a:pt x="2732" y="3419"/>
                    <a:pt x="3006" y="3406"/>
                  </a:cubicBezTo>
                  <a:cubicBezTo>
                    <a:pt x="5607" y="3284"/>
                    <a:pt x="8381" y="3067"/>
                    <a:pt x="8381" y="3067"/>
                  </a:cubicBezTo>
                  <a:lnTo>
                    <a:pt x="8042" y="872"/>
                  </a:lnTo>
                  <a:lnTo>
                    <a:pt x="7150" y="912"/>
                  </a:lnTo>
                  <a:lnTo>
                    <a:pt x="65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50"/>
            <p:cNvSpPr/>
            <p:nvPr/>
          </p:nvSpPr>
          <p:spPr>
            <a:xfrm flipH="1">
              <a:off x="1543334" y="4387875"/>
              <a:ext cx="347217" cy="209216"/>
            </a:xfrm>
            <a:custGeom>
              <a:rect b="b" l="l" r="r" t="t"/>
              <a:pathLst>
                <a:path extrusionOk="0" h="3966" w="6582">
                  <a:moveTo>
                    <a:pt x="2787" y="0"/>
                  </a:moveTo>
                  <a:cubicBezTo>
                    <a:pt x="2033" y="0"/>
                    <a:pt x="1836" y="702"/>
                    <a:pt x="1836" y="702"/>
                  </a:cubicBezTo>
                  <a:lnTo>
                    <a:pt x="1496" y="343"/>
                  </a:lnTo>
                  <a:lnTo>
                    <a:pt x="1496" y="343"/>
                  </a:lnTo>
                  <a:cubicBezTo>
                    <a:pt x="344" y="2731"/>
                    <a:pt x="0" y="3457"/>
                    <a:pt x="1922" y="3682"/>
                  </a:cubicBezTo>
                  <a:cubicBezTo>
                    <a:pt x="2963" y="3804"/>
                    <a:pt x="4294" y="3966"/>
                    <a:pt x="5246" y="3966"/>
                  </a:cubicBezTo>
                  <a:cubicBezTo>
                    <a:pt x="6049" y="3966"/>
                    <a:pt x="6582" y="3851"/>
                    <a:pt x="6445" y="3501"/>
                  </a:cubicBezTo>
                  <a:cubicBezTo>
                    <a:pt x="6145" y="2731"/>
                    <a:pt x="3031" y="963"/>
                    <a:pt x="3031" y="963"/>
                  </a:cubicBezTo>
                  <a:cubicBezTo>
                    <a:pt x="3031" y="963"/>
                    <a:pt x="2774" y="963"/>
                    <a:pt x="2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50"/>
            <p:cNvSpPr/>
            <p:nvPr/>
          </p:nvSpPr>
          <p:spPr>
            <a:xfrm flipH="1">
              <a:off x="2033719" y="1605041"/>
              <a:ext cx="56076" cy="92633"/>
            </a:xfrm>
            <a:custGeom>
              <a:rect b="b" l="l" r="r" t="t"/>
              <a:pathLst>
                <a:path extrusionOk="0" h="1756" w="1063">
                  <a:moveTo>
                    <a:pt x="861" y="1"/>
                  </a:moveTo>
                  <a:cubicBezTo>
                    <a:pt x="819" y="360"/>
                    <a:pt x="796" y="722"/>
                    <a:pt x="785" y="1085"/>
                  </a:cubicBezTo>
                  <a:lnTo>
                    <a:pt x="785" y="1085"/>
                  </a:lnTo>
                  <a:cubicBezTo>
                    <a:pt x="664" y="1009"/>
                    <a:pt x="539" y="938"/>
                    <a:pt x="407" y="873"/>
                  </a:cubicBezTo>
                  <a:cubicBezTo>
                    <a:pt x="360" y="853"/>
                    <a:pt x="316" y="833"/>
                    <a:pt x="265" y="817"/>
                  </a:cubicBezTo>
                  <a:cubicBezTo>
                    <a:pt x="241" y="809"/>
                    <a:pt x="214" y="806"/>
                    <a:pt x="182" y="798"/>
                  </a:cubicBezTo>
                  <a:cubicBezTo>
                    <a:pt x="178" y="796"/>
                    <a:pt x="173" y="796"/>
                    <a:pt x="168" y="796"/>
                  </a:cubicBezTo>
                  <a:cubicBezTo>
                    <a:pt x="157" y="796"/>
                    <a:pt x="144" y="798"/>
                    <a:pt x="131" y="798"/>
                  </a:cubicBezTo>
                  <a:cubicBezTo>
                    <a:pt x="128" y="797"/>
                    <a:pt x="125" y="797"/>
                    <a:pt x="122" y="797"/>
                  </a:cubicBezTo>
                  <a:cubicBezTo>
                    <a:pt x="106" y="797"/>
                    <a:pt x="79" y="805"/>
                    <a:pt x="60" y="817"/>
                  </a:cubicBezTo>
                  <a:cubicBezTo>
                    <a:pt x="48" y="822"/>
                    <a:pt x="28" y="841"/>
                    <a:pt x="16" y="861"/>
                  </a:cubicBezTo>
                  <a:cubicBezTo>
                    <a:pt x="8" y="880"/>
                    <a:pt x="5" y="893"/>
                    <a:pt x="5" y="908"/>
                  </a:cubicBezTo>
                  <a:cubicBezTo>
                    <a:pt x="1" y="932"/>
                    <a:pt x="5" y="951"/>
                    <a:pt x="8" y="968"/>
                  </a:cubicBezTo>
                  <a:cubicBezTo>
                    <a:pt x="16" y="999"/>
                    <a:pt x="28" y="1022"/>
                    <a:pt x="40" y="1050"/>
                  </a:cubicBezTo>
                  <a:cubicBezTo>
                    <a:pt x="60" y="1097"/>
                    <a:pt x="87" y="1141"/>
                    <a:pt x="115" y="1181"/>
                  </a:cubicBezTo>
                  <a:cubicBezTo>
                    <a:pt x="225" y="1343"/>
                    <a:pt x="360" y="1485"/>
                    <a:pt x="518" y="1603"/>
                  </a:cubicBezTo>
                  <a:cubicBezTo>
                    <a:pt x="597" y="1658"/>
                    <a:pt x="684" y="1709"/>
                    <a:pt x="778" y="1737"/>
                  </a:cubicBezTo>
                  <a:cubicBezTo>
                    <a:pt x="817" y="1749"/>
                    <a:pt x="860" y="1755"/>
                    <a:pt x="903" y="1755"/>
                  </a:cubicBezTo>
                  <a:cubicBezTo>
                    <a:pt x="959" y="1755"/>
                    <a:pt x="1015" y="1744"/>
                    <a:pt x="1063" y="1717"/>
                  </a:cubicBezTo>
                  <a:lnTo>
                    <a:pt x="1063" y="1717"/>
                  </a:lnTo>
                  <a:cubicBezTo>
                    <a:pt x="1033" y="1725"/>
                    <a:pt x="1004" y="1729"/>
                    <a:pt x="976" y="1729"/>
                  </a:cubicBezTo>
                  <a:cubicBezTo>
                    <a:pt x="823" y="1729"/>
                    <a:pt x="691" y="1620"/>
                    <a:pt x="580" y="1524"/>
                  </a:cubicBezTo>
                  <a:cubicBezTo>
                    <a:pt x="451" y="1398"/>
                    <a:pt x="336" y="1252"/>
                    <a:pt x="245" y="1097"/>
                  </a:cubicBezTo>
                  <a:cubicBezTo>
                    <a:pt x="221" y="1062"/>
                    <a:pt x="202" y="1022"/>
                    <a:pt x="186" y="983"/>
                  </a:cubicBezTo>
                  <a:cubicBezTo>
                    <a:pt x="184" y="978"/>
                    <a:pt x="182" y="973"/>
                    <a:pt x="180" y="969"/>
                  </a:cubicBezTo>
                  <a:lnTo>
                    <a:pt x="180" y="969"/>
                  </a:lnTo>
                  <a:cubicBezTo>
                    <a:pt x="191" y="971"/>
                    <a:pt x="202" y="975"/>
                    <a:pt x="214" y="979"/>
                  </a:cubicBezTo>
                  <a:cubicBezTo>
                    <a:pt x="253" y="991"/>
                    <a:pt x="293" y="1011"/>
                    <a:pt x="332" y="1030"/>
                  </a:cubicBezTo>
                  <a:cubicBezTo>
                    <a:pt x="498" y="1106"/>
                    <a:pt x="660" y="1201"/>
                    <a:pt x="817" y="1295"/>
                  </a:cubicBezTo>
                  <a:lnTo>
                    <a:pt x="939" y="1370"/>
                  </a:lnTo>
                  <a:lnTo>
                    <a:pt x="939" y="1228"/>
                  </a:lnTo>
                  <a:cubicBezTo>
                    <a:pt x="928" y="817"/>
                    <a:pt x="904" y="407"/>
                    <a:pt x="861" y="1"/>
                  </a:cubicBezTo>
                  <a:close/>
                </a:path>
              </a:pathLst>
            </a:custGeom>
            <a:solidFill>
              <a:srgbClr val="C76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50"/>
            <p:cNvSpPr/>
            <p:nvPr/>
          </p:nvSpPr>
          <p:spPr>
            <a:xfrm flipH="1">
              <a:off x="1958389" y="1696830"/>
              <a:ext cx="101232" cy="51750"/>
            </a:xfrm>
            <a:custGeom>
              <a:rect b="b" l="l" r="r" t="t"/>
              <a:pathLst>
                <a:path extrusionOk="0" h="981" w="1919">
                  <a:moveTo>
                    <a:pt x="1919" y="0"/>
                  </a:moveTo>
                  <a:lnTo>
                    <a:pt x="1919" y="0"/>
                  </a:lnTo>
                  <a:cubicBezTo>
                    <a:pt x="1812" y="171"/>
                    <a:pt x="1690" y="324"/>
                    <a:pt x="1556" y="459"/>
                  </a:cubicBezTo>
                  <a:cubicBezTo>
                    <a:pt x="1418" y="589"/>
                    <a:pt x="1267" y="699"/>
                    <a:pt x="1098" y="758"/>
                  </a:cubicBezTo>
                  <a:cubicBezTo>
                    <a:pt x="987" y="799"/>
                    <a:pt x="870" y="822"/>
                    <a:pt x="751" y="822"/>
                  </a:cubicBezTo>
                  <a:cubicBezTo>
                    <a:pt x="687" y="822"/>
                    <a:pt x="622" y="816"/>
                    <a:pt x="557" y="802"/>
                  </a:cubicBezTo>
                  <a:lnTo>
                    <a:pt x="486" y="794"/>
                  </a:lnTo>
                  <a:lnTo>
                    <a:pt x="420" y="774"/>
                  </a:lnTo>
                  <a:lnTo>
                    <a:pt x="281" y="734"/>
                  </a:lnTo>
                  <a:cubicBezTo>
                    <a:pt x="187" y="703"/>
                    <a:pt x="99" y="663"/>
                    <a:pt x="1" y="632"/>
                  </a:cubicBezTo>
                  <a:lnTo>
                    <a:pt x="1" y="632"/>
                  </a:lnTo>
                  <a:cubicBezTo>
                    <a:pt x="80" y="696"/>
                    <a:pt x="159" y="758"/>
                    <a:pt x="245" y="814"/>
                  </a:cubicBezTo>
                  <a:cubicBezTo>
                    <a:pt x="336" y="853"/>
                    <a:pt x="423" y="916"/>
                    <a:pt x="526" y="936"/>
                  </a:cubicBezTo>
                  <a:cubicBezTo>
                    <a:pt x="616" y="966"/>
                    <a:pt x="711" y="981"/>
                    <a:pt x="807" y="981"/>
                  </a:cubicBezTo>
                  <a:cubicBezTo>
                    <a:pt x="925" y="981"/>
                    <a:pt x="1044" y="959"/>
                    <a:pt x="1157" y="920"/>
                  </a:cubicBezTo>
                  <a:cubicBezTo>
                    <a:pt x="1358" y="845"/>
                    <a:pt x="1528" y="711"/>
                    <a:pt x="1655" y="545"/>
                  </a:cubicBezTo>
                  <a:cubicBezTo>
                    <a:pt x="1781" y="384"/>
                    <a:pt x="1875" y="198"/>
                    <a:pt x="1919" y="0"/>
                  </a:cubicBezTo>
                  <a:close/>
                </a:path>
              </a:pathLst>
            </a:custGeom>
            <a:solidFill>
              <a:srgbClr val="C76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50"/>
            <p:cNvSpPr/>
            <p:nvPr/>
          </p:nvSpPr>
          <p:spPr>
            <a:xfrm flipH="1">
              <a:off x="1780615" y="1654839"/>
              <a:ext cx="72271" cy="60771"/>
            </a:xfrm>
            <a:custGeom>
              <a:rect b="b" l="l" r="r" t="t"/>
              <a:pathLst>
                <a:path extrusionOk="0" h="1152" w="1370">
                  <a:moveTo>
                    <a:pt x="466" y="872"/>
                  </a:moveTo>
                  <a:cubicBezTo>
                    <a:pt x="467" y="873"/>
                    <a:pt x="466" y="875"/>
                    <a:pt x="464" y="879"/>
                  </a:cubicBezTo>
                  <a:lnTo>
                    <a:pt x="464" y="879"/>
                  </a:lnTo>
                  <a:cubicBezTo>
                    <a:pt x="464" y="876"/>
                    <a:pt x="465" y="874"/>
                    <a:pt x="466" y="872"/>
                  </a:cubicBezTo>
                  <a:close/>
                  <a:moveTo>
                    <a:pt x="963" y="0"/>
                  </a:moveTo>
                  <a:cubicBezTo>
                    <a:pt x="838" y="0"/>
                    <a:pt x="714" y="61"/>
                    <a:pt x="621" y="133"/>
                  </a:cubicBezTo>
                  <a:cubicBezTo>
                    <a:pt x="514" y="217"/>
                    <a:pt x="423" y="319"/>
                    <a:pt x="348" y="426"/>
                  </a:cubicBezTo>
                  <a:cubicBezTo>
                    <a:pt x="269" y="528"/>
                    <a:pt x="210" y="647"/>
                    <a:pt x="142" y="758"/>
                  </a:cubicBezTo>
                  <a:lnTo>
                    <a:pt x="76" y="876"/>
                  </a:lnTo>
                  <a:lnTo>
                    <a:pt x="213" y="880"/>
                  </a:lnTo>
                  <a:cubicBezTo>
                    <a:pt x="289" y="880"/>
                    <a:pt x="368" y="884"/>
                    <a:pt x="431" y="896"/>
                  </a:cubicBezTo>
                  <a:cubicBezTo>
                    <a:pt x="436" y="897"/>
                    <a:pt x="440" y="898"/>
                    <a:pt x="445" y="899"/>
                  </a:cubicBezTo>
                  <a:lnTo>
                    <a:pt x="445" y="899"/>
                  </a:lnTo>
                  <a:cubicBezTo>
                    <a:pt x="435" y="909"/>
                    <a:pt x="423" y="919"/>
                    <a:pt x="411" y="927"/>
                  </a:cubicBezTo>
                  <a:cubicBezTo>
                    <a:pt x="289" y="1010"/>
                    <a:pt x="142" y="1077"/>
                    <a:pt x="0" y="1152"/>
                  </a:cubicBezTo>
                  <a:cubicBezTo>
                    <a:pt x="162" y="1128"/>
                    <a:pt x="317" y="1093"/>
                    <a:pt x="470" y="1026"/>
                  </a:cubicBezTo>
                  <a:cubicBezTo>
                    <a:pt x="506" y="1002"/>
                    <a:pt x="545" y="991"/>
                    <a:pt x="588" y="920"/>
                  </a:cubicBezTo>
                  <a:cubicBezTo>
                    <a:pt x="597" y="900"/>
                    <a:pt x="601" y="867"/>
                    <a:pt x="585" y="836"/>
                  </a:cubicBezTo>
                  <a:cubicBezTo>
                    <a:pt x="573" y="816"/>
                    <a:pt x="557" y="796"/>
                    <a:pt x="545" y="789"/>
                  </a:cubicBezTo>
                  <a:cubicBezTo>
                    <a:pt x="514" y="773"/>
                    <a:pt x="494" y="765"/>
                    <a:pt x="470" y="758"/>
                  </a:cubicBezTo>
                  <a:cubicBezTo>
                    <a:pt x="430" y="745"/>
                    <a:pt x="391" y="736"/>
                    <a:pt x="352" y="730"/>
                  </a:cubicBezTo>
                  <a:lnTo>
                    <a:pt x="352" y="730"/>
                  </a:lnTo>
                  <a:cubicBezTo>
                    <a:pt x="395" y="660"/>
                    <a:pt x="439" y="590"/>
                    <a:pt x="486" y="525"/>
                  </a:cubicBezTo>
                  <a:cubicBezTo>
                    <a:pt x="553" y="422"/>
                    <a:pt x="632" y="328"/>
                    <a:pt x="715" y="248"/>
                  </a:cubicBezTo>
                  <a:cubicBezTo>
                    <a:pt x="802" y="169"/>
                    <a:pt x="900" y="110"/>
                    <a:pt x="1011" y="102"/>
                  </a:cubicBezTo>
                  <a:cubicBezTo>
                    <a:pt x="1020" y="102"/>
                    <a:pt x="1029" y="101"/>
                    <a:pt x="1039" y="101"/>
                  </a:cubicBezTo>
                  <a:cubicBezTo>
                    <a:pt x="1086" y="101"/>
                    <a:pt x="1135" y="109"/>
                    <a:pt x="1184" y="126"/>
                  </a:cubicBezTo>
                  <a:cubicBezTo>
                    <a:pt x="1244" y="142"/>
                    <a:pt x="1303" y="177"/>
                    <a:pt x="1370" y="177"/>
                  </a:cubicBezTo>
                  <a:cubicBezTo>
                    <a:pt x="1264" y="122"/>
                    <a:pt x="1165" y="15"/>
                    <a:pt x="1015" y="4"/>
                  </a:cubicBezTo>
                  <a:cubicBezTo>
                    <a:pt x="998" y="1"/>
                    <a:pt x="981" y="0"/>
                    <a:pt x="963" y="0"/>
                  </a:cubicBezTo>
                  <a:close/>
                </a:path>
              </a:pathLst>
            </a:custGeom>
            <a:solidFill>
              <a:srgbClr val="C76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50"/>
            <p:cNvSpPr/>
            <p:nvPr/>
          </p:nvSpPr>
          <p:spPr>
            <a:xfrm flipH="1">
              <a:off x="1991887" y="1584837"/>
              <a:ext cx="23158" cy="38140"/>
            </a:xfrm>
            <a:custGeom>
              <a:rect b="b" l="l" r="r" t="t"/>
              <a:pathLst>
                <a:path extrusionOk="0" h="723" w="439">
                  <a:moveTo>
                    <a:pt x="218" y="1"/>
                  </a:moveTo>
                  <a:cubicBezTo>
                    <a:pt x="99" y="1"/>
                    <a:pt x="1" y="163"/>
                    <a:pt x="1" y="360"/>
                  </a:cubicBezTo>
                  <a:cubicBezTo>
                    <a:pt x="1" y="561"/>
                    <a:pt x="99" y="723"/>
                    <a:pt x="218" y="723"/>
                  </a:cubicBezTo>
                  <a:cubicBezTo>
                    <a:pt x="340" y="723"/>
                    <a:pt x="438" y="561"/>
                    <a:pt x="438" y="360"/>
                  </a:cubicBezTo>
                  <a:cubicBezTo>
                    <a:pt x="438" y="163"/>
                    <a:pt x="340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50"/>
            <p:cNvSpPr/>
            <p:nvPr/>
          </p:nvSpPr>
          <p:spPr>
            <a:xfrm flipH="1">
              <a:off x="2059568" y="1584837"/>
              <a:ext cx="23158" cy="38140"/>
            </a:xfrm>
            <a:custGeom>
              <a:rect b="b" l="l" r="r" t="t"/>
              <a:pathLst>
                <a:path extrusionOk="0" h="723" w="439">
                  <a:moveTo>
                    <a:pt x="218" y="1"/>
                  </a:moveTo>
                  <a:cubicBezTo>
                    <a:pt x="100" y="1"/>
                    <a:pt x="0" y="163"/>
                    <a:pt x="0" y="360"/>
                  </a:cubicBezTo>
                  <a:cubicBezTo>
                    <a:pt x="0" y="561"/>
                    <a:pt x="100" y="723"/>
                    <a:pt x="218" y="723"/>
                  </a:cubicBezTo>
                  <a:cubicBezTo>
                    <a:pt x="340" y="723"/>
                    <a:pt x="439" y="561"/>
                    <a:pt x="439" y="360"/>
                  </a:cubicBezTo>
                  <a:cubicBezTo>
                    <a:pt x="439" y="163"/>
                    <a:pt x="340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50"/>
            <p:cNvSpPr/>
            <p:nvPr/>
          </p:nvSpPr>
          <p:spPr>
            <a:xfrm flipH="1">
              <a:off x="1945043" y="1531821"/>
              <a:ext cx="77071" cy="36188"/>
            </a:xfrm>
            <a:custGeom>
              <a:rect b="b" l="l" r="r" t="t"/>
              <a:pathLst>
                <a:path extrusionOk="0" h="686" w="1461">
                  <a:moveTo>
                    <a:pt x="709" y="1"/>
                  </a:moveTo>
                  <a:cubicBezTo>
                    <a:pt x="316" y="1"/>
                    <a:pt x="0" y="434"/>
                    <a:pt x="0" y="434"/>
                  </a:cubicBezTo>
                  <a:lnTo>
                    <a:pt x="1461" y="686"/>
                  </a:lnTo>
                  <a:cubicBezTo>
                    <a:pt x="1218" y="163"/>
                    <a:pt x="949" y="1"/>
                    <a:pt x="7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50"/>
            <p:cNvSpPr/>
            <p:nvPr/>
          </p:nvSpPr>
          <p:spPr>
            <a:xfrm flipH="1">
              <a:off x="2046643" y="1524594"/>
              <a:ext cx="77335" cy="39090"/>
            </a:xfrm>
            <a:custGeom>
              <a:rect b="b" l="l" r="r" t="t"/>
              <a:pathLst>
                <a:path extrusionOk="0" h="741" w="1466">
                  <a:moveTo>
                    <a:pt x="680" y="0"/>
                  </a:moveTo>
                  <a:cubicBezTo>
                    <a:pt x="433" y="0"/>
                    <a:pt x="178" y="175"/>
                    <a:pt x="1" y="740"/>
                  </a:cubicBezTo>
                  <a:lnTo>
                    <a:pt x="1465" y="464"/>
                  </a:lnTo>
                  <a:cubicBezTo>
                    <a:pt x="1465" y="464"/>
                    <a:pt x="1082" y="0"/>
                    <a:pt x="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50"/>
            <p:cNvSpPr/>
            <p:nvPr/>
          </p:nvSpPr>
          <p:spPr>
            <a:xfrm flipH="1">
              <a:off x="2191342" y="2881010"/>
              <a:ext cx="109145" cy="128505"/>
            </a:xfrm>
            <a:custGeom>
              <a:rect b="b" l="l" r="r" t="t"/>
              <a:pathLst>
                <a:path extrusionOk="0" h="2436" w="2069">
                  <a:moveTo>
                    <a:pt x="1990" y="0"/>
                  </a:moveTo>
                  <a:lnTo>
                    <a:pt x="1769" y="261"/>
                  </a:lnTo>
                  <a:lnTo>
                    <a:pt x="1848" y="328"/>
                  </a:lnTo>
                  <a:lnTo>
                    <a:pt x="2068" y="67"/>
                  </a:lnTo>
                  <a:lnTo>
                    <a:pt x="1990" y="0"/>
                  </a:lnTo>
                  <a:close/>
                  <a:moveTo>
                    <a:pt x="1547" y="526"/>
                  </a:moveTo>
                  <a:lnTo>
                    <a:pt x="1327" y="790"/>
                  </a:lnTo>
                  <a:lnTo>
                    <a:pt x="1405" y="857"/>
                  </a:lnTo>
                  <a:lnTo>
                    <a:pt x="1627" y="592"/>
                  </a:lnTo>
                  <a:lnTo>
                    <a:pt x="1547" y="526"/>
                  </a:lnTo>
                  <a:close/>
                  <a:moveTo>
                    <a:pt x="1106" y="1050"/>
                  </a:moveTo>
                  <a:lnTo>
                    <a:pt x="884" y="1315"/>
                  </a:lnTo>
                  <a:lnTo>
                    <a:pt x="964" y="1382"/>
                  </a:lnTo>
                  <a:lnTo>
                    <a:pt x="1185" y="1118"/>
                  </a:lnTo>
                  <a:lnTo>
                    <a:pt x="1106" y="1050"/>
                  </a:lnTo>
                  <a:close/>
                  <a:moveTo>
                    <a:pt x="664" y="1579"/>
                  </a:moveTo>
                  <a:lnTo>
                    <a:pt x="443" y="1839"/>
                  </a:lnTo>
                  <a:lnTo>
                    <a:pt x="522" y="1907"/>
                  </a:lnTo>
                  <a:lnTo>
                    <a:pt x="742" y="1646"/>
                  </a:lnTo>
                  <a:lnTo>
                    <a:pt x="664" y="1579"/>
                  </a:lnTo>
                  <a:close/>
                  <a:moveTo>
                    <a:pt x="221" y="2104"/>
                  </a:moveTo>
                  <a:lnTo>
                    <a:pt x="1" y="2368"/>
                  </a:lnTo>
                  <a:lnTo>
                    <a:pt x="79" y="2435"/>
                  </a:lnTo>
                  <a:lnTo>
                    <a:pt x="301" y="2171"/>
                  </a:lnTo>
                  <a:lnTo>
                    <a:pt x="221" y="2104"/>
                  </a:lnTo>
                  <a:close/>
                </a:path>
              </a:pathLst>
            </a:custGeom>
            <a:solidFill>
              <a:srgbClr val="87D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50"/>
            <p:cNvSpPr/>
            <p:nvPr/>
          </p:nvSpPr>
          <p:spPr>
            <a:xfrm flipH="1">
              <a:off x="2761539" y="2157145"/>
              <a:ext cx="61931" cy="29172"/>
            </a:xfrm>
            <a:custGeom>
              <a:rect b="b" l="l" r="r" t="t"/>
              <a:pathLst>
                <a:path extrusionOk="0" h="553" w="1174">
                  <a:moveTo>
                    <a:pt x="1" y="1"/>
                  </a:moveTo>
                  <a:cubicBezTo>
                    <a:pt x="167" y="154"/>
                    <a:pt x="356" y="261"/>
                    <a:pt x="550" y="356"/>
                  </a:cubicBezTo>
                  <a:cubicBezTo>
                    <a:pt x="747" y="447"/>
                    <a:pt x="948" y="525"/>
                    <a:pt x="1173" y="553"/>
                  </a:cubicBezTo>
                  <a:cubicBezTo>
                    <a:pt x="1008" y="399"/>
                    <a:pt x="818" y="296"/>
                    <a:pt x="625" y="201"/>
                  </a:cubicBezTo>
                  <a:cubicBezTo>
                    <a:pt x="427" y="111"/>
                    <a:pt x="226" y="32"/>
                    <a:pt x="1" y="1"/>
                  </a:cubicBezTo>
                  <a:close/>
                </a:path>
              </a:pathLst>
            </a:custGeom>
            <a:solidFill>
              <a:srgbClr val="C76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50"/>
            <p:cNvSpPr/>
            <p:nvPr/>
          </p:nvSpPr>
          <p:spPr>
            <a:xfrm flipH="1">
              <a:off x="2741388" y="2215225"/>
              <a:ext cx="71005" cy="24424"/>
            </a:xfrm>
            <a:custGeom>
              <a:rect b="b" l="l" r="r" t="t"/>
              <a:pathLst>
                <a:path extrusionOk="0" h="463" w="1346">
                  <a:moveTo>
                    <a:pt x="0" y="0"/>
                  </a:moveTo>
                  <a:lnTo>
                    <a:pt x="0" y="0"/>
                  </a:lnTo>
                  <a:cubicBezTo>
                    <a:pt x="202" y="142"/>
                    <a:pt x="423" y="233"/>
                    <a:pt x="643" y="313"/>
                  </a:cubicBezTo>
                  <a:cubicBezTo>
                    <a:pt x="869" y="388"/>
                    <a:pt x="1102" y="450"/>
                    <a:pt x="1346" y="462"/>
                  </a:cubicBezTo>
                  <a:cubicBezTo>
                    <a:pt x="1145" y="320"/>
                    <a:pt x="924" y="229"/>
                    <a:pt x="699" y="151"/>
                  </a:cubicBezTo>
                  <a:cubicBezTo>
                    <a:pt x="474" y="76"/>
                    <a:pt x="245" y="12"/>
                    <a:pt x="0" y="0"/>
                  </a:cubicBezTo>
                  <a:close/>
                </a:path>
              </a:pathLst>
            </a:custGeom>
            <a:solidFill>
              <a:srgbClr val="C76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50"/>
            <p:cNvSpPr/>
            <p:nvPr/>
          </p:nvSpPr>
          <p:spPr>
            <a:xfrm flipH="1">
              <a:off x="2738645" y="2275521"/>
              <a:ext cx="53122" cy="12344"/>
            </a:xfrm>
            <a:custGeom>
              <a:rect b="b" l="l" r="r" t="t"/>
              <a:pathLst>
                <a:path extrusionOk="0" h="234" w="1007">
                  <a:moveTo>
                    <a:pt x="202" y="1"/>
                  </a:moveTo>
                  <a:cubicBezTo>
                    <a:pt x="136" y="1"/>
                    <a:pt x="69" y="6"/>
                    <a:pt x="0" y="17"/>
                  </a:cubicBezTo>
                  <a:cubicBezTo>
                    <a:pt x="154" y="117"/>
                    <a:pt x="319" y="164"/>
                    <a:pt x="485" y="199"/>
                  </a:cubicBezTo>
                  <a:cubicBezTo>
                    <a:pt x="591" y="219"/>
                    <a:pt x="698" y="234"/>
                    <a:pt x="807" y="234"/>
                  </a:cubicBezTo>
                  <a:cubicBezTo>
                    <a:pt x="872" y="234"/>
                    <a:pt x="938" y="229"/>
                    <a:pt x="1006" y="215"/>
                  </a:cubicBezTo>
                  <a:cubicBezTo>
                    <a:pt x="853" y="117"/>
                    <a:pt x="687" y="70"/>
                    <a:pt x="517" y="34"/>
                  </a:cubicBezTo>
                  <a:cubicBezTo>
                    <a:pt x="414" y="14"/>
                    <a:pt x="310" y="1"/>
                    <a:pt x="202" y="1"/>
                  </a:cubicBezTo>
                  <a:close/>
                </a:path>
              </a:pathLst>
            </a:custGeom>
            <a:solidFill>
              <a:srgbClr val="C76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50"/>
            <p:cNvSpPr/>
            <p:nvPr/>
          </p:nvSpPr>
          <p:spPr>
            <a:xfrm flipH="1">
              <a:off x="1830572" y="2272672"/>
              <a:ext cx="22314" cy="77493"/>
            </a:xfrm>
            <a:custGeom>
              <a:rect b="b" l="l" r="r" t="t"/>
              <a:pathLst>
                <a:path extrusionOk="0" h="1469" w="423">
                  <a:moveTo>
                    <a:pt x="0" y="0"/>
                  </a:moveTo>
                  <a:lnTo>
                    <a:pt x="0" y="0"/>
                  </a:lnTo>
                  <a:cubicBezTo>
                    <a:pt x="9" y="261"/>
                    <a:pt x="64" y="510"/>
                    <a:pt x="131" y="758"/>
                  </a:cubicBezTo>
                  <a:cubicBezTo>
                    <a:pt x="202" y="1000"/>
                    <a:pt x="289" y="1240"/>
                    <a:pt x="423" y="1469"/>
                  </a:cubicBezTo>
                  <a:cubicBezTo>
                    <a:pt x="419" y="1204"/>
                    <a:pt x="364" y="956"/>
                    <a:pt x="297" y="711"/>
                  </a:cubicBezTo>
                  <a:cubicBezTo>
                    <a:pt x="222" y="466"/>
                    <a:pt x="139" y="226"/>
                    <a:pt x="0" y="0"/>
                  </a:cubicBezTo>
                  <a:close/>
                </a:path>
              </a:pathLst>
            </a:custGeom>
            <a:solidFill>
              <a:srgbClr val="C76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50"/>
            <p:cNvSpPr/>
            <p:nvPr/>
          </p:nvSpPr>
          <p:spPr>
            <a:xfrm flipH="1">
              <a:off x="1945044" y="2286862"/>
              <a:ext cx="9021" cy="42730"/>
            </a:xfrm>
            <a:custGeom>
              <a:rect b="b" l="l" r="r" t="t"/>
              <a:pathLst>
                <a:path extrusionOk="0" h="810" w="171">
                  <a:moveTo>
                    <a:pt x="84" y="0"/>
                  </a:moveTo>
                  <a:cubicBezTo>
                    <a:pt x="16" y="134"/>
                    <a:pt x="0" y="268"/>
                    <a:pt x="0" y="403"/>
                  </a:cubicBezTo>
                  <a:cubicBezTo>
                    <a:pt x="0" y="541"/>
                    <a:pt x="16" y="675"/>
                    <a:pt x="84" y="809"/>
                  </a:cubicBezTo>
                  <a:cubicBezTo>
                    <a:pt x="155" y="675"/>
                    <a:pt x="171" y="541"/>
                    <a:pt x="171" y="403"/>
                  </a:cubicBezTo>
                  <a:cubicBezTo>
                    <a:pt x="166" y="268"/>
                    <a:pt x="155" y="134"/>
                    <a:pt x="84" y="0"/>
                  </a:cubicBezTo>
                  <a:close/>
                </a:path>
              </a:pathLst>
            </a:custGeom>
            <a:solidFill>
              <a:srgbClr val="C76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50"/>
            <p:cNvSpPr/>
            <p:nvPr/>
          </p:nvSpPr>
          <p:spPr>
            <a:xfrm flipH="1">
              <a:off x="1961713" y="2331807"/>
              <a:ext cx="9021" cy="45631"/>
            </a:xfrm>
            <a:custGeom>
              <a:rect b="b" l="l" r="r" t="t"/>
              <a:pathLst>
                <a:path extrusionOk="0" h="865" w="171">
                  <a:moveTo>
                    <a:pt x="84" y="1"/>
                  </a:moveTo>
                  <a:cubicBezTo>
                    <a:pt x="17" y="143"/>
                    <a:pt x="1" y="289"/>
                    <a:pt x="1" y="431"/>
                  </a:cubicBezTo>
                  <a:cubicBezTo>
                    <a:pt x="1" y="577"/>
                    <a:pt x="17" y="719"/>
                    <a:pt x="84" y="865"/>
                  </a:cubicBezTo>
                  <a:cubicBezTo>
                    <a:pt x="155" y="719"/>
                    <a:pt x="167" y="577"/>
                    <a:pt x="170" y="431"/>
                  </a:cubicBezTo>
                  <a:cubicBezTo>
                    <a:pt x="167" y="289"/>
                    <a:pt x="155" y="143"/>
                    <a:pt x="84" y="1"/>
                  </a:cubicBezTo>
                  <a:close/>
                </a:path>
              </a:pathLst>
            </a:custGeom>
            <a:solidFill>
              <a:srgbClr val="C76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50"/>
            <p:cNvSpPr/>
            <p:nvPr/>
          </p:nvSpPr>
          <p:spPr>
            <a:xfrm flipH="1">
              <a:off x="1925314" y="2258323"/>
              <a:ext cx="13135" cy="30860"/>
            </a:xfrm>
            <a:custGeom>
              <a:rect b="b" l="l" r="r" t="t"/>
              <a:pathLst>
                <a:path extrusionOk="0" h="585" w="249">
                  <a:moveTo>
                    <a:pt x="36" y="1"/>
                  </a:moveTo>
                  <a:lnTo>
                    <a:pt x="36" y="1"/>
                  </a:lnTo>
                  <a:cubicBezTo>
                    <a:pt x="1" y="115"/>
                    <a:pt x="17" y="217"/>
                    <a:pt x="44" y="316"/>
                  </a:cubicBezTo>
                  <a:cubicBezTo>
                    <a:pt x="76" y="411"/>
                    <a:pt x="119" y="505"/>
                    <a:pt x="214" y="585"/>
                  </a:cubicBezTo>
                  <a:cubicBezTo>
                    <a:pt x="249" y="467"/>
                    <a:pt x="234" y="363"/>
                    <a:pt x="206" y="265"/>
                  </a:cubicBezTo>
                  <a:cubicBezTo>
                    <a:pt x="174" y="170"/>
                    <a:pt x="131" y="75"/>
                    <a:pt x="36" y="1"/>
                  </a:cubicBezTo>
                  <a:close/>
                </a:path>
              </a:pathLst>
            </a:custGeom>
            <a:solidFill>
              <a:srgbClr val="C76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2" name="Google Shape;1512;p50"/>
          <p:cNvGrpSpPr/>
          <p:nvPr/>
        </p:nvGrpSpPr>
        <p:grpSpPr>
          <a:xfrm>
            <a:off x="7088163" y="3403733"/>
            <a:ext cx="1696520" cy="1449376"/>
            <a:chOff x="6293188" y="3468871"/>
            <a:chExt cx="1696520" cy="1449376"/>
          </a:xfrm>
        </p:grpSpPr>
        <p:sp>
          <p:nvSpPr>
            <p:cNvPr id="1513" name="Google Shape;1513;p50"/>
            <p:cNvSpPr/>
            <p:nvPr/>
          </p:nvSpPr>
          <p:spPr>
            <a:xfrm flipH="1">
              <a:off x="6293188" y="4700201"/>
              <a:ext cx="1696520" cy="218046"/>
            </a:xfrm>
            <a:custGeom>
              <a:rect b="b" l="l" r="r" t="t"/>
              <a:pathLst>
                <a:path extrusionOk="0" h="5050" w="32160">
                  <a:moveTo>
                    <a:pt x="16082" y="1"/>
                  </a:moveTo>
                  <a:cubicBezTo>
                    <a:pt x="7202" y="1"/>
                    <a:pt x="0" y="1130"/>
                    <a:pt x="0" y="2523"/>
                  </a:cubicBezTo>
                  <a:cubicBezTo>
                    <a:pt x="0" y="3920"/>
                    <a:pt x="7202" y="5049"/>
                    <a:pt x="16082" y="5049"/>
                  </a:cubicBezTo>
                  <a:cubicBezTo>
                    <a:pt x="24962" y="5049"/>
                    <a:pt x="32160" y="3920"/>
                    <a:pt x="32160" y="2523"/>
                  </a:cubicBezTo>
                  <a:cubicBezTo>
                    <a:pt x="32160" y="1130"/>
                    <a:pt x="24962" y="1"/>
                    <a:pt x="16082" y="1"/>
                  </a:cubicBezTo>
                  <a:close/>
                </a:path>
              </a:pathLst>
            </a:custGeom>
            <a:solidFill>
              <a:srgbClr val="092329">
                <a:alpha val="12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4" name="Google Shape;1514;p50"/>
            <p:cNvGrpSpPr/>
            <p:nvPr/>
          </p:nvGrpSpPr>
          <p:grpSpPr>
            <a:xfrm>
              <a:off x="6964858" y="3468871"/>
              <a:ext cx="776072" cy="1286786"/>
              <a:chOff x="6624299" y="3082240"/>
              <a:chExt cx="1183578" cy="1962461"/>
            </a:xfrm>
          </p:grpSpPr>
          <p:grpSp>
            <p:nvGrpSpPr>
              <p:cNvPr id="1515" name="Google Shape;1515;p50"/>
              <p:cNvGrpSpPr/>
              <p:nvPr/>
            </p:nvGrpSpPr>
            <p:grpSpPr>
              <a:xfrm>
                <a:off x="6887360" y="3082240"/>
                <a:ext cx="739266" cy="1280073"/>
                <a:chOff x="6887360" y="2941940"/>
                <a:chExt cx="739266" cy="1280073"/>
              </a:xfrm>
            </p:grpSpPr>
            <p:sp>
              <p:nvSpPr>
                <p:cNvPr id="1516" name="Google Shape;1516;p50"/>
                <p:cNvSpPr/>
                <p:nvPr/>
              </p:nvSpPr>
              <p:spPr>
                <a:xfrm>
                  <a:off x="7242421" y="3003260"/>
                  <a:ext cx="200248" cy="1218753"/>
                </a:xfrm>
                <a:custGeom>
                  <a:rect b="b" l="l" r="r" t="t"/>
                  <a:pathLst>
                    <a:path extrusionOk="0" h="12422" w="2041">
                      <a:moveTo>
                        <a:pt x="115" y="1"/>
                      </a:moveTo>
                      <a:lnTo>
                        <a:pt x="1" y="45"/>
                      </a:lnTo>
                      <a:cubicBezTo>
                        <a:pt x="1796" y="4575"/>
                        <a:pt x="1919" y="12341"/>
                        <a:pt x="1919" y="12421"/>
                      </a:cubicBezTo>
                      <a:lnTo>
                        <a:pt x="2041" y="12417"/>
                      </a:lnTo>
                      <a:cubicBezTo>
                        <a:pt x="2041" y="12341"/>
                        <a:pt x="1919" y="4547"/>
                        <a:pt x="115" y="1"/>
                      </a:cubicBezTo>
                      <a:close/>
                    </a:path>
                  </a:pathLst>
                </a:custGeom>
                <a:solidFill>
                  <a:srgbClr val="09232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7" name="Google Shape;1517;p50"/>
                <p:cNvSpPr/>
                <p:nvPr/>
              </p:nvSpPr>
              <p:spPr>
                <a:xfrm>
                  <a:off x="7422846" y="3619498"/>
                  <a:ext cx="203780" cy="251659"/>
                </a:xfrm>
                <a:custGeom>
                  <a:rect b="b" l="l" r="r" t="t"/>
                  <a:pathLst>
                    <a:path extrusionOk="0" h="2565" w="2077">
                      <a:moveTo>
                        <a:pt x="1588" y="0"/>
                      </a:moveTo>
                      <a:cubicBezTo>
                        <a:pt x="1537" y="0"/>
                        <a:pt x="1458" y="28"/>
                        <a:pt x="1347" y="90"/>
                      </a:cubicBezTo>
                      <a:cubicBezTo>
                        <a:pt x="163" y="745"/>
                        <a:pt x="1" y="2565"/>
                        <a:pt x="1" y="2565"/>
                      </a:cubicBezTo>
                      <a:cubicBezTo>
                        <a:pt x="1" y="2565"/>
                        <a:pt x="2076" y="0"/>
                        <a:pt x="1588" y="0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8" name="Google Shape;1518;p50"/>
                <p:cNvSpPr/>
                <p:nvPr/>
              </p:nvSpPr>
              <p:spPr>
                <a:xfrm>
                  <a:off x="7397338" y="3419253"/>
                  <a:ext cx="202112" cy="230859"/>
                </a:xfrm>
                <a:custGeom>
                  <a:rect b="b" l="l" r="r" t="t"/>
                  <a:pathLst>
                    <a:path extrusionOk="0" h="2353" w="2060">
                      <a:moveTo>
                        <a:pt x="1678" y="0"/>
                      </a:moveTo>
                      <a:cubicBezTo>
                        <a:pt x="1637" y="0"/>
                        <a:pt x="1566" y="28"/>
                        <a:pt x="1460" y="90"/>
                      </a:cubicBezTo>
                      <a:cubicBezTo>
                        <a:pt x="383" y="722"/>
                        <a:pt x="1" y="2352"/>
                        <a:pt x="1" y="2352"/>
                      </a:cubicBezTo>
                      <a:cubicBezTo>
                        <a:pt x="1" y="2352"/>
                        <a:pt x="2060" y="0"/>
                        <a:pt x="1678" y="0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9" name="Google Shape;1519;p50"/>
                <p:cNvSpPr/>
                <p:nvPr/>
              </p:nvSpPr>
              <p:spPr>
                <a:xfrm>
                  <a:off x="7374085" y="3226169"/>
                  <a:ext cx="148150" cy="269024"/>
                </a:xfrm>
                <a:custGeom>
                  <a:rect b="b" l="l" r="r" t="t"/>
                  <a:pathLst>
                    <a:path extrusionOk="0" h="2742" w="1510">
                      <a:moveTo>
                        <a:pt x="1133" y="0"/>
                      </a:moveTo>
                      <a:cubicBezTo>
                        <a:pt x="1085" y="0"/>
                        <a:pt x="1013" y="40"/>
                        <a:pt x="912" y="129"/>
                      </a:cubicBezTo>
                      <a:cubicBezTo>
                        <a:pt x="1" y="922"/>
                        <a:pt x="4" y="2741"/>
                        <a:pt x="4" y="2741"/>
                      </a:cubicBezTo>
                      <a:cubicBezTo>
                        <a:pt x="327" y="2517"/>
                        <a:pt x="1509" y="0"/>
                        <a:pt x="1133" y="0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0" name="Google Shape;1520;p50"/>
                <p:cNvSpPr/>
                <p:nvPr/>
              </p:nvSpPr>
              <p:spPr>
                <a:xfrm>
                  <a:off x="7329151" y="3064972"/>
                  <a:ext cx="123426" cy="217614"/>
                </a:xfrm>
                <a:custGeom>
                  <a:rect b="b" l="l" r="r" t="t"/>
                  <a:pathLst>
                    <a:path extrusionOk="0" h="2218" w="1258">
                      <a:moveTo>
                        <a:pt x="893" y="1"/>
                      </a:moveTo>
                      <a:cubicBezTo>
                        <a:pt x="869" y="1"/>
                        <a:pt x="840" y="9"/>
                        <a:pt x="805" y="27"/>
                      </a:cubicBezTo>
                      <a:cubicBezTo>
                        <a:pt x="226" y="323"/>
                        <a:pt x="0" y="2217"/>
                        <a:pt x="0" y="2217"/>
                      </a:cubicBezTo>
                      <a:cubicBezTo>
                        <a:pt x="275" y="2077"/>
                        <a:pt x="1257" y="1"/>
                        <a:pt x="893" y="1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1" name="Google Shape;1521;p50"/>
                <p:cNvSpPr/>
                <p:nvPr/>
              </p:nvSpPr>
              <p:spPr>
                <a:xfrm>
                  <a:off x="7279998" y="2941940"/>
                  <a:ext cx="85947" cy="171501"/>
                </a:xfrm>
                <a:custGeom>
                  <a:rect b="b" l="l" r="r" t="t"/>
                  <a:pathLst>
                    <a:path extrusionOk="0" h="1748" w="876">
                      <a:moveTo>
                        <a:pt x="705" y="1"/>
                      </a:moveTo>
                      <a:cubicBezTo>
                        <a:pt x="668" y="1"/>
                        <a:pt x="605" y="61"/>
                        <a:pt x="514" y="204"/>
                      </a:cubicBezTo>
                      <a:cubicBezTo>
                        <a:pt x="0" y="993"/>
                        <a:pt x="64" y="1747"/>
                        <a:pt x="64" y="1747"/>
                      </a:cubicBezTo>
                      <a:cubicBezTo>
                        <a:pt x="530" y="1252"/>
                        <a:pt x="876" y="1"/>
                        <a:pt x="705" y="1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2" name="Google Shape;1522;p50"/>
                <p:cNvSpPr/>
                <p:nvPr/>
              </p:nvSpPr>
              <p:spPr>
                <a:xfrm>
                  <a:off x="7090939" y="2952144"/>
                  <a:ext cx="162474" cy="89675"/>
                </a:xfrm>
                <a:custGeom>
                  <a:rect b="b" l="l" r="r" t="t"/>
                  <a:pathLst>
                    <a:path extrusionOk="0" h="914" w="1656">
                      <a:moveTo>
                        <a:pt x="669" y="1"/>
                      </a:moveTo>
                      <a:cubicBezTo>
                        <a:pt x="0" y="1"/>
                        <a:pt x="1175" y="886"/>
                        <a:pt x="1655" y="913"/>
                      </a:cubicBezTo>
                      <a:cubicBezTo>
                        <a:pt x="1655" y="913"/>
                        <a:pt x="1410" y="25"/>
                        <a:pt x="692" y="1"/>
                      </a:cubicBezTo>
                      <a:cubicBezTo>
                        <a:pt x="684" y="1"/>
                        <a:pt x="677" y="1"/>
                        <a:pt x="669" y="1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3" name="Google Shape;1523;p50"/>
                <p:cNvSpPr/>
                <p:nvPr/>
              </p:nvSpPr>
              <p:spPr>
                <a:xfrm>
                  <a:off x="7089565" y="3107945"/>
                  <a:ext cx="219576" cy="95562"/>
                </a:xfrm>
                <a:custGeom>
                  <a:rect b="b" l="l" r="r" t="t"/>
                  <a:pathLst>
                    <a:path extrusionOk="0" h="974" w="2238">
                      <a:moveTo>
                        <a:pt x="803" y="1"/>
                      </a:moveTo>
                      <a:cubicBezTo>
                        <a:pt x="757" y="1"/>
                        <a:pt x="711" y="6"/>
                        <a:pt x="666" y="16"/>
                      </a:cubicBezTo>
                      <a:cubicBezTo>
                        <a:pt x="0" y="168"/>
                        <a:pt x="1380" y="974"/>
                        <a:pt x="2155" y="974"/>
                      </a:cubicBezTo>
                      <a:cubicBezTo>
                        <a:pt x="2183" y="974"/>
                        <a:pt x="2211" y="973"/>
                        <a:pt x="2238" y="970"/>
                      </a:cubicBezTo>
                      <a:cubicBezTo>
                        <a:pt x="2238" y="970"/>
                        <a:pt x="1464" y="1"/>
                        <a:pt x="803" y="1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4" name="Google Shape;1524;p50"/>
                <p:cNvSpPr/>
                <p:nvPr/>
              </p:nvSpPr>
              <p:spPr>
                <a:xfrm>
                  <a:off x="7126945" y="3272674"/>
                  <a:ext cx="220851" cy="117931"/>
                </a:xfrm>
                <a:custGeom>
                  <a:rect b="b" l="l" r="r" t="t"/>
                  <a:pathLst>
                    <a:path extrusionOk="0" h="1202" w="2251">
                      <a:moveTo>
                        <a:pt x="752" y="0"/>
                      </a:moveTo>
                      <a:cubicBezTo>
                        <a:pt x="0" y="0"/>
                        <a:pt x="586" y="698"/>
                        <a:pt x="2251" y="1202"/>
                      </a:cubicBezTo>
                      <a:cubicBezTo>
                        <a:pt x="2251" y="1202"/>
                        <a:pt x="1655" y="38"/>
                        <a:pt x="815" y="2"/>
                      </a:cubicBezTo>
                      <a:cubicBezTo>
                        <a:pt x="793" y="1"/>
                        <a:pt x="772" y="0"/>
                        <a:pt x="752" y="0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5" name="Google Shape;1525;p50"/>
                <p:cNvSpPr/>
                <p:nvPr/>
              </p:nvSpPr>
              <p:spPr>
                <a:xfrm>
                  <a:off x="7090350" y="3435147"/>
                  <a:ext cx="295122" cy="139025"/>
                </a:xfrm>
                <a:custGeom>
                  <a:rect b="b" l="l" r="r" t="t"/>
                  <a:pathLst>
                    <a:path extrusionOk="0" h="1417" w="3008">
                      <a:moveTo>
                        <a:pt x="1029" y="0"/>
                      </a:moveTo>
                      <a:cubicBezTo>
                        <a:pt x="1004" y="0"/>
                        <a:pt x="979" y="1"/>
                        <a:pt x="955" y="3"/>
                      </a:cubicBezTo>
                      <a:cubicBezTo>
                        <a:pt x="0" y="87"/>
                        <a:pt x="1946" y="1258"/>
                        <a:pt x="3007" y="1416"/>
                      </a:cubicBezTo>
                      <a:cubicBezTo>
                        <a:pt x="3007" y="1416"/>
                        <a:pt x="1969" y="0"/>
                        <a:pt x="1029" y="0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6" name="Google Shape;1526;p50"/>
                <p:cNvSpPr/>
                <p:nvPr/>
              </p:nvSpPr>
              <p:spPr>
                <a:xfrm>
                  <a:off x="7139209" y="3640984"/>
                  <a:ext cx="271772" cy="137652"/>
                </a:xfrm>
                <a:custGeom>
                  <a:rect b="b" l="l" r="r" t="t"/>
                  <a:pathLst>
                    <a:path extrusionOk="0" h="1403" w="2770">
                      <a:moveTo>
                        <a:pt x="720" y="1"/>
                      </a:moveTo>
                      <a:cubicBezTo>
                        <a:pt x="0" y="1"/>
                        <a:pt x="1042" y="1000"/>
                        <a:pt x="2770" y="1402"/>
                      </a:cubicBezTo>
                      <a:cubicBezTo>
                        <a:pt x="2770" y="1402"/>
                        <a:pt x="1790" y="123"/>
                        <a:pt x="843" y="9"/>
                      </a:cubicBezTo>
                      <a:cubicBezTo>
                        <a:pt x="798" y="4"/>
                        <a:pt x="756" y="1"/>
                        <a:pt x="720" y="1"/>
                      </a:cubicBezTo>
                      <a:close/>
                    </a:path>
                  </a:pathLst>
                </a:custGeom>
                <a:solidFill>
                  <a:srgbClr val="83C3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7" name="Google Shape;1527;p50"/>
                <p:cNvSpPr/>
                <p:nvPr/>
              </p:nvSpPr>
              <p:spPr>
                <a:xfrm>
                  <a:off x="6887360" y="3373925"/>
                  <a:ext cx="447393" cy="585143"/>
                </a:xfrm>
                <a:custGeom>
                  <a:rect b="b" l="l" r="r" t="t"/>
                  <a:pathLst>
                    <a:path extrusionOk="0" h="5964" w="4560">
                      <a:moveTo>
                        <a:pt x="1" y="773"/>
                      </a:moveTo>
                      <a:lnTo>
                        <a:pt x="1" y="773"/>
                      </a:lnTo>
                      <a:cubicBezTo>
                        <a:pt x="530" y="2738"/>
                        <a:pt x="3446" y="5659"/>
                        <a:pt x="3387" y="5840"/>
                      </a:cubicBezTo>
                      <a:lnTo>
                        <a:pt x="4106" y="5916"/>
                      </a:lnTo>
                      <a:lnTo>
                        <a:pt x="4106" y="5916"/>
                      </a:lnTo>
                      <a:cubicBezTo>
                        <a:pt x="3842" y="5446"/>
                        <a:pt x="1656" y="1625"/>
                        <a:pt x="1" y="773"/>
                      </a:cubicBezTo>
                      <a:close/>
                      <a:moveTo>
                        <a:pt x="4106" y="5916"/>
                      </a:moveTo>
                      <a:cubicBezTo>
                        <a:pt x="4124" y="5947"/>
                        <a:pt x="4133" y="5964"/>
                        <a:pt x="4133" y="5964"/>
                      </a:cubicBezTo>
                      <a:cubicBezTo>
                        <a:pt x="4133" y="5964"/>
                        <a:pt x="4125" y="5947"/>
                        <a:pt x="4109" y="5916"/>
                      </a:cubicBezTo>
                      <a:lnTo>
                        <a:pt x="4109" y="5916"/>
                      </a:lnTo>
                      <a:lnTo>
                        <a:pt x="4106" y="5916"/>
                      </a:lnTo>
                      <a:close/>
                      <a:moveTo>
                        <a:pt x="1461" y="0"/>
                      </a:moveTo>
                      <a:lnTo>
                        <a:pt x="1461" y="0"/>
                      </a:lnTo>
                      <a:cubicBezTo>
                        <a:pt x="1699" y="1151"/>
                        <a:pt x="3857" y="5419"/>
                        <a:pt x="4109" y="5916"/>
                      </a:cubicBezTo>
                      <a:lnTo>
                        <a:pt x="4109" y="5916"/>
                      </a:lnTo>
                      <a:lnTo>
                        <a:pt x="4559" y="5964"/>
                      </a:lnTo>
                      <a:cubicBezTo>
                        <a:pt x="4559" y="5964"/>
                        <a:pt x="3099" y="1228"/>
                        <a:pt x="1461" y="0"/>
                      </a:cubicBezTo>
                      <a:close/>
                    </a:path>
                  </a:pathLst>
                </a:custGeom>
                <a:solidFill>
                  <a:srgbClr val="57BF8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28" name="Google Shape;1528;p50"/>
              <p:cNvGrpSpPr/>
              <p:nvPr/>
            </p:nvGrpSpPr>
            <p:grpSpPr>
              <a:xfrm>
                <a:off x="6624299" y="3909024"/>
                <a:ext cx="1183578" cy="1135677"/>
                <a:chOff x="6624299" y="3768724"/>
                <a:chExt cx="1183578" cy="1135677"/>
              </a:xfrm>
            </p:grpSpPr>
            <p:sp>
              <p:nvSpPr>
                <p:cNvPr id="1529" name="Google Shape;1529;p50"/>
                <p:cNvSpPr/>
                <p:nvPr/>
              </p:nvSpPr>
              <p:spPr>
                <a:xfrm>
                  <a:off x="6624299" y="3768724"/>
                  <a:ext cx="1183578" cy="1135677"/>
                </a:xfrm>
                <a:custGeom>
                  <a:rect b="b" l="l" r="r" t="t"/>
                  <a:pathLst>
                    <a:path extrusionOk="0" h="16818" w="17528">
                      <a:moveTo>
                        <a:pt x="6461" y="1"/>
                      </a:moveTo>
                      <a:lnTo>
                        <a:pt x="6181" y="995"/>
                      </a:lnTo>
                      <a:cubicBezTo>
                        <a:pt x="3904" y="1986"/>
                        <a:pt x="379" y="8178"/>
                        <a:pt x="0" y="15230"/>
                      </a:cubicBezTo>
                      <a:cubicBezTo>
                        <a:pt x="2013" y="15905"/>
                        <a:pt x="8158" y="16552"/>
                        <a:pt x="8588" y="16552"/>
                      </a:cubicBezTo>
                      <a:cubicBezTo>
                        <a:pt x="8588" y="16552"/>
                        <a:pt x="9016" y="16817"/>
                        <a:pt x="10035" y="16817"/>
                      </a:cubicBezTo>
                      <a:cubicBezTo>
                        <a:pt x="10544" y="16817"/>
                        <a:pt x="11201" y="16751"/>
                        <a:pt x="12025" y="16552"/>
                      </a:cubicBezTo>
                      <a:cubicBezTo>
                        <a:pt x="16197" y="13758"/>
                        <a:pt x="16927" y="4369"/>
                        <a:pt x="16927" y="4369"/>
                      </a:cubicBezTo>
                      <a:lnTo>
                        <a:pt x="17527" y="3265"/>
                      </a:lnTo>
                      <a:lnTo>
                        <a:pt x="646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0" name="Google Shape;1530;p50"/>
                <p:cNvSpPr/>
                <p:nvPr/>
              </p:nvSpPr>
              <p:spPr>
                <a:xfrm>
                  <a:off x="7041621" y="3835914"/>
                  <a:ext cx="740344" cy="1068150"/>
                </a:xfrm>
                <a:custGeom>
                  <a:rect b="b" l="l" r="r" t="t"/>
                  <a:pathLst>
                    <a:path extrusionOk="0" h="15818" w="10964">
                      <a:moveTo>
                        <a:pt x="1" y="0"/>
                      </a:moveTo>
                      <a:lnTo>
                        <a:pt x="2672" y="880"/>
                      </a:lnTo>
                      <a:lnTo>
                        <a:pt x="5352" y="1753"/>
                      </a:lnTo>
                      <a:cubicBezTo>
                        <a:pt x="7079" y="2312"/>
                        <a:pt x="8810" y="2855"/>
                        <a:pt x="10537" y="3403"/>
                      </a:cubicBezTo>
                      <a:lnTo>
                        <a:pt x="10537" y="3403"/>
                      </a:lnTo>
                      <a:cubicBezTo>
                        <a:pt x="9540" y="4087"/>
                        <a:pt x="8613" y="4859"/>
                        <a:pt x="7744" y="5699"/>
                      </a:cubicBezTo>
                      <a:cubicBezTo>
                        <a:pt x="6832" y="6579"/>
                        <a:pt x="5987" y="7538"/>
                        <a:pt x="5277" y="8596"/>
                      </a:cubicBezTo>
                      <a:cubicBezTo>
                        <a:pt x="4922" y="9124"/>
                        <a:pt x="4614" y="9685"/>
                        <a:pt x="4354" y="10265"/>
                      </a:cubicBezTo>
                      <a:cubicBezTo>
                        <a:pt x="4089" y="10845"/>
                        <a:pt x="3876" y="11449"/>
                        <a:pt x="3754" y="12073"/>
                      </a:cubicBezTo>
                      <a:cubicBezTo>
                        <a:pt x="3623" y="12696"/>
                        <a:pt x="3576" y="13335"/>
                        <a:pt x="3623" y="13971"/>
                      </a:cubicBezTo>
                      <a:cubicBezTo>
                        <a:pt x="3679" y="14606"/>
                        <a:pt x="3825" y="15226"/>
                        <a:pt x="4046" y="15818"/>
                      </a:cubicBezTo>
                      <a:cubicBezTo>
                        <a:pt x="3845" y="15218"/>
                        <a:pt x="3714" y="14598"/>
                        <a:pt x="3679" y="13967"/>
                      </a:cubicBezTo>
                      <a:cubicBezTo>
                        <a:pt x="3652" y="13335"/>
                        <a:pt x="3723" y="12708"/>
                        <a:pt x="3856" y="12096"/>
                      </a:cubicBezTo>
                      <a:cubicBezTo>
                        <a:pt x="3987" y="11481"/>
                        <a:pt x="4212" y="10889"/>
                        <a:pt x="4476" y="10321"/>
                      </a:cubicBezTo>
                      <a:cubicBezTo>
                        <a:pt x="4745" y="9752"/>
                        <a:pt x="5060" y="9208"/>
                        <a:pt x="5419" y="8690"/>
                      </a:cubicBezTo>
                      <a:cubicBezTo>
                        <a:pt x="6126" y="7649"/>
                        <a:pt x="6967" y="6701"/>
                        <a:pt x="7874" y="5833"/>
                      </a:cubicBezTo>
                      <a:cubicBezTo>
                        <a:pt x="8332" y="5399"/>
                        <a:pt x="8805" y="4984"/>
                        <a:pt x="9295" y="4586"/>
                      </a:cubicBezTo>
                      <a:cubicBezTo>
                        <a:pt x="9780" y="4188"/>
                        <a:pt x="10282" y="3800"/>
                        <a:pt x="10803" y="3454"/>
                      </a:cubicBezTo>
                      <a:lnTo>
                        <a:pt x="10964" y="3343"/>
                      </a:lnTo>
                      <a:lnTo>
                        <a:pt x="10779" y="3284"/>
                      </a:lnTo>
                      <a:cubicBezTo>
                        <a:pt x="8983" y="2727"/>
                        <a:pt x="7191" y="2163"/>
                        <a:pt x="5396" y="1622"/>
                      </a:cubicBezTo>
                      <a:lnTo>
                        <a:pt x="2700" y="80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FAC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1" name="Google Shape;1531;p50"/>
                <p:cNvSpPr/>
                <p:nvPr/>
              </p:nvSpPr>
              <p:spPr>
                <a:xfrm>
                  <a:off x="6946271" y="3962191"/>
                  <a:ext cx="539120" cy="246610"/>
                </a:xfrm>
                <a:custGeom>
                  <a:rect b="b" l="l" r="r" t="t"/>
                  <a:pathLst>
                    <a:path extrusionOk="0" h="3652" w="7984">
                      <a:moveTo>
                        <a:pt x="722" y="1"/>
                      </a:moveTo>
                      <a:lnTo>
                        <a:pt x="0" y="1287"/>
                      </a:lnTo>
                      <a:lnTo>
                        <a:pt x="6788" y="3651"/>
                      </a:lnTo>
                      <a:lnTo>
                        <a:pt x="7984" y="2176"/>
                      </a:lnTo>
                      <a:lnTo>
                        <a:pt x="722" y="1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532" name="Google Shape;1532;p50"/>
            <p:cNvGrpSpPr/>
            <p:nvPr/>
          </p:nvGrpSpPr>
          <p:grpSpPr>
            <a:xfrm>
              <a:off x="6509570" y="4107975"/>
              <a:ext cx="1263757" cy="697829"/>
              <a:chOff x="6523650" y="4107975"/>
              <a:chExt cx="1263757" cy="697829"/>
            </a:xfrm>
          </p:grpSpPr>
          <p:sp>
            <p:nvSpPr>
              <p:cNvPr id="1533" name="Google Shape;1533;p50"/>
              <p:cNvSpPr/>
              <p:nvPr/>
            </p:nvSpPr>
            <p:spPr>
              <a:xfrm>
                <a:off x="6533505" y="4107975"/>
                <a:ext cx="680938" cy="101688"/>
              </a:xfrm>
              <a:custGeom>
                <a:rect b="b" l="l" r="r" t="t"/>
                <a:pathLst>
                  <a:path extrusionOk="0" h="8378" w="56102">
                    <a:moveTo>
                      <a:pt x="1824" y="1"/>
                    </a:moveTo>
                    <a:cubicBezTo>
                      <a:pt x="939" y="1"/>
                      <a:pt x="190" y="674"/>
                      <a:pt x="114" y="1571"/>
                    </a:cubicBezTo>
                    <a:lnTo>
                      <a:pt x="80" y="2013"/>
                    </a:lnTo>
                    <a:cubicBezTo>
                      <a:pt x="0" y="2956"/>
                      <a:pt x="701" y="3782"/>
                      <a:pt x="1640" y="3862"/>
                    </a:cubicBezTo>
                    <a:lnTo>
                      <a:pt x="55779" y="8378"/>
                    </a:lnTo>
                    <a:lnTo>
                      <a:pt x="56102" y="4526"/>
                    </a:lnTo>
                    <a:lnTo>
                      <a:pt x="1963" y="6"/>
                    </a:lnTo>
                    <a:cubicBezTo>
                      <a:pt x="1917" y="3"/>
                      <a:pt x="1870" y="1"/>
                      <a:pt x="18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50"/>
              <p:cNvSpPr/>
              <p:nvPr/>
            </p:nvSpPr>
            <p:spPr>
              <a:xfrm>
                <a:off x="7090311" y="4107975"/>
                <a:ext cx="680962" cy="101688"/>
              </a:xfrm>
              <a:custGeom>
                <a:rect b="b" l="l" r="r" t="t"/>
                <a:pathLst>
                  <a:path extrusionOk="0" h="8378" w="56104">
                    <a:moveTo>
                      <a:pt x="54279" y="1"/>
                    </a:moveTo>
                    <a:cubicBezTo>
                      <a:pt x="54233" y="1"/>
                      <a:pt x="54186" y="3"/>
                      <a:pt x="54140" y="6"/>
                    </a:cubicBezTo>
                    <a:lnTo>
                      <a:pt x="0" y="4526"/>
                    </a:lnTo>
                    <a:lnTo>
                      <a:pt x="322" y="8378"/>
                    </a:lnTo>
                    <a:lnTo>
                      <a:pt x="54462" y="3862"/>
                    </a:lnTo>
                    <a:cubicBezTo>
                      <a:pt x="55405" y="3782"/>
                      <a:pt x="56103" y="2956"/>
                      <a:pt x="56027" y="2013"/>
                    </a:cubicBezTo>
                    <a:lnTo>
                      <a:pt x="55989" y="1571"/>
                    </a:lnTo>
                    <a:cubicBezTo>
                      <a:pt x="55912" y="674"/>
                      <a:pt x="55163" y="1"/>
                      <a:pt x="542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50"/>
              <p:cNvSpPr/>
              <p:nvPr/>
            </p:nvSpPr>
            <p:spPr>
              <a:xfrm>
                <a:off x="6542875" y="4194378"/>
                <a:ext cx="1225244" cy="611427"/>
              </a:xfrm>
              <a:custGeom>
                <a:rect b="b" l="l" r="r" t="t"/>
                <a:pathLst>
                  <a:path extrusionOk="0" h="50375" w="100947">
                    <a:moveTo>
                      <a:pt x="8612" y="3336"/>
                    </a:moveTo>
                    <a:lnTo>
                      <a:pt x="11008" y="24951"/>
                    </a:lnTo>
                    <a:lnTo>
                      <a:pt x="5848" y="24951"/>
                    </a:lnTo>
                    <a:lnTo>
                      <a:pt x="3140" y="3336"/>
                    </a:lnTo>
                    <a:close/>
                    <a:moveTo>
                      <a:pt x="17533" y="3336"/>
                    </a:moveTo>
                    <a:lnTo>
                      <a:pt x="19420" y="24951"/>
                    </a:lnTo>
                    <a:lnTo>
                      <a:pt x="14256" y="24951"/>
                    </a:lnTo>
                    <a:lnTo>
                      <a:pt x="12061" y="3336"/>
                    </a:lnTo>
                    <a:close/>
                    <a:moveTo>
                      <a:pt x="26453" y="3336"/>
                    </a:moveTo>
                    <a:lnTo>
                      <a:pt x="27829" y="24951"/>
                    </a:lnTo>
                    <a:lnTo>
                      <a:pt x="22664" y="24951"/>
                    </a:lnTo>
                    <a:lnTo>
                      <a:pt x="20981" y="3336"/>
                    </a:lnTo>
                    <a:close/>
                    <a:moveTo>
                      <a:pt x="35374" y="3336"/>
                    </a:moveTo>
                    <a:lnTo>
                      <a:pt x="36237" y="24951"/>
                    </a:lnTo>
                    <a:lnTo>
                      <a:pt x="31077" y="24951"/>
                    </a:lnTo>
                    <a:lnTo>
                      <a:pt x="29896" y="3336"/>
                    </a:lnTo>
                    <a:close/>
                    <a:moveTo>
                      <a:pt x="44294" y="3336"/>
                    </a:moveTo>
                    <a:lnTo>
                      <a:pt x="44646" y="24951"/>
                    </a:lnTo>
                    <a:lnTo>
                      <a:pt x="39485" y="24951"/>
                    </a:lnTo>
                    <a:lnTo>
                      <a:pt x="38817" y="3336"/>
                    </a:lnTo>
                    <a:close/>
                    <a:moveTo>
                      <a:pt x="53215" y="3336"/>
                    </a:moveTo>
                    <a:lnTo>
                      <a:pt x="53053" y="24951"/>
                    </a:lnTo>
                    <a:lnTo>
                      <a:pt x="47894" y="24951"/>
                    </a:lnTo>
                    <a:lnTo>
                      <a:pt x="47737" y="3336"/>
                    </a:lnTo>
                    <a:close/>
                    <a:moveTo>
                      <a:pt x="62130" y="3336"/>
                    </a:moveTo>
                    <a:lnTo>
                      <a:pt x="61467" y="24951"/>
                    </a:lnTo>
                    <a:lnTo>
                      <a:pt x="56302" y="24951"/>
                    </a:lnTo>
                    <a:lnTo>
                      <a:pt x="56658" y="3336"/>
                    </a:lnTo>
                    <a:close/>
                    <a:moveTo>
                      <a:pt x="71051" y="3336"/>
                    </a:moveTo>
                    <a:lnTo>
                      <a:pt x="69874" y="24951"/>
                    </a:lnTo>
                    <a:lnTo>
                      <a:pt x="64710" y="24951"/>
                    </a:lnTo>
                    <a:lnTo>
                      <a:pt x="65578" y="3336"/>
                    </a:lnTo>
                    <a:close/>
                    <a:moveTo>
                      <a:pt x="79971" y="3336"/>
                    </a:moveTo>
                    <a:lnTo>
                      <a:pt x="78283" y="24951"/>
                    </a:lnTo>
                    <a:lnTo>
                      <a:pt x="73124" y="24951"/>
                    </a:lnTo>
                    <a:lnTo>
                      <a:pt x="74494" y="3336"/>
                    </a:lnTo>
                    <a:close/>
                    <a:moveTo>
                      <a:pt x="88892" y="3336"/>
                    </a:moveTo>
                    <a:lnTo>
                      <a:pt x="86691" y="24951"/>
                    </a:lnTo>
                    <a:lnTo>
                      <a:pt x="81531" y="24951"/>
                    </a:lnTo>
                    <a:lnTo>
                      <a:pt x="83414" y="3336"/>
                    </a:lnTo>
                    <a:close/>
                    <a:moveTo>
                      <a:pt x="97812" y="3336"/>
                    </a:moveTo>
                    <a:lnTo>
                      <a:pt x="95104" y="24951"/>
                    </a:lnTo>
                    <a:lnTo>
                      <a:pt x="89940" y="24951"/>
                    </a:lnTo>
                    <a:lnTo>
                      <a:pt x="92335" y="3336"/>
                    </a:lnTo>
                    <a:close/>
                    <a:moveTo>
                      <a:pt x="11359" y="28095"/>
                    </a:moveTo>
                    <a:lnTo>
                      <a:pt x="13455" y="47041"/>
                    </a:lnTo>
                    <a:lnTo>
                      <a:pt x="8612" y="47041"/>
                    </a:lnTo>
                    <a:lnTo>
                      <a:pt x="6241" y="28095"/>
                    </a:lnTo>
                    <a:close/>
                    <a:moveTo>
                      <a:pt x="19691" y="28095"/>
                    </a:moveTo>
                    <a:lnTo>
                      <a:pt x="21346" y="47041"/>
                    </a:lnTo>
                    <a:lnTo>
                      <a:pt x="16504" y="47041"/>
                    </a:lnTo>
                    <a:lnTo>
                      <a:pt x="14579" y="28095"/>
                    </a:lnTo>
                    <a:close/>
                    <a:moveTo>
                      <a:pt x="28028" y="28095"/>
                    </a:moveTo>
                    <a:lnTo>
                      <a:pt x="29232" y="47041"/>
                    </a:lnTo>
                    <a:lnTo>
                      <a:pt x="24391" y="47041"/>
                    </a:lnTo>
                    <a:lnTo>
                      <a:pt x="22911" y="28095"/>
                    </a:lnTo>
                    <a:close/>
                    <a:moveTo>
                      <a:pt x="36365" y="28095"/>
                    </a:moveTo>
                    <a:lnTo>
                      <a:pt x="37119" y="47041"/>
                    </a:lnTo>
                    <a:lnTo>
                      <a:pt x="32277" y="47041"/>
                    </a:lnTo>
                    <a:lnTo>
                      <a:pt x="31248" y="28095"/>
                    </a:lnTo>
                    <a:close/>
                    <a:moveTo>
                      <a:pt x="44698" y="28095"/>
                    </a:moveTo>
                    <a:lnTo>
                      <a:pt x="45005" y="47041"/>
                    </a:lnTo>
                    <a:lnTo>
                      <a:pt x="40168" y="47041"/>
                    </a:lnTo>
                    <a:lnTo>
                      <a:pt x="39581" y="28095"/>
                    </a:lnTo>
                    <a:close/>
                    <a:moveTo>
                      <a:pt x="53035" y="28095"/>
                    </a:moveTo>
                    <a:lnTo>
                      <a:pt x="52897" y="47041"/>
                    </a:lnTo>
                    <a:lnTo>
                      <a:pt x="48056" y="47041"/>
                    </a:lnTo>
                    <a:lnTo>
                      <a:pt x="47918" y="28095"/>
                    </a:lnTo>
                    <a:close/>
                    <a:moveTo>
                      <a:pt x="61366" y="28095"/>
                    </a:moveTo>
                    <a:lnTo>
                      <a:pt x="60784" y="47041"/>
                    </a:lnTo>
                    <a:lnTo>
                      <a:pt x="55942" y="47041"/>
                    </a:lnTo>
                    <a:lnTo>
                      <a:pt x="56250" y="28095"/>
                    </a:lnTo>
                    <a:close/>
                    <a:moveTo>
                      <a:pt x="69704" y="28095"/>
                    </a:moveTo>
                    <a:lnTo>
                      <a:pt x="68670" y="47041"/>
                    </a:lnTo>
                    <a:lnTo>
                      <a:pt x="63828" y="47041"/>
                    </a:lnTo>
                    <a:lnTo>
                      <a:pt x="64587" y="28095"/>
                    </a:lnTo>
                    <a:close/>
                    <a:moveTo>
                      <a:pt x="78036" y="28095"/>
                    </a:moveTo>
                    <a:lnTo>
                      <a:pt x="76561" y="47041"/>
                    </a:lnTo>
                    <a:lnTo>
                      <a:pt x="71719" y="47041"/>
                    </a:lnTo>
                    <a:lnTo>
                      <a:pt x="72925" y="28095"/>
                    </a:lnTo>
                    <a:close/>
                    <a:moveTo>
                      <a:pt x="86373" y="28095"/>
                    </a:moveTo>
                    <a:lnTo>
                      <a:pt x="84449" y="47041"/>
                    </a:lnTo>
                    <a:lnTo>
                      <a:pt x="79606" y="47041"/>
                    </a:lnTo>
                    <a:lnTo>
                      <a:pt x="81256" y="28095"/>
                    </a:lnTo>
                    <a:close/>
                    <a:moveTo>
                      <a:pt x="94706" y="28095"/>
                    </a:moveTo>
                    <a:lnTo>
                      <a:pt x="92335" y="47041"/>
                    </a:lnTo>
                    <a:lnTo>
                      <a:pt x="87493" y="47041"/>
                    </a:lnTo>
                    <a:lnTo>
                      <a:pt x="89593" y="28095"/>
                    </a:lnTo>
                    <a:close/>
                    <a:moveTo>
                      <a:pt x="1" y="1"/>
                    </a:moveTo>
                    <a:lnTo>
                      <a:pt x="5738" y="47098"/>
                    </a:lnTo>
                    <a:cubicBezTo>
                      <a:pt x="5966" y="48966"/>
                      <a:pt x="7555" y="50375"/>
                      <a:pt x="9437" y="50375"/>
                    </a:cubicBezTo>
                    <a:lnTo>
                      <a:pt x="91510" y="50375"/>
                    </a:lnTo>
                    <a:cubicBezTo>
                      <a:pt x="93397" y="50375"/>
                      <a:pt x="94986" y="48966"/>
                      <a:pt x="95213" y="47098"/>
                    </a:cubicBezTo>
                    <a:lnTo>
                      <a:pt x="1009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50"/>
              <p:cNvSpPr/>
              <p:nvPr/>
            </p:nvSpPr>
            <p:spPr>
              <a:xfrm>
                <a:off x="6523650" y="4162094"/>
                <a:ext cx="1263757" cy="48186"/>
              </a:xfrm>
              <a:custGeom>
                <a:rect b="b" l="l" r="r" t="t"/>
                <a:pathLst>
                  <a:path extrusionOk="0" h="3970" w="104120">
                    <a:moveTo>
                      <a:pt x="1" y="1"/>
                    </a:moveTo>
                    <a:lnTo>
                      <a:pt x="1" y="3970"/>
                    </a:lnTo>
                    <a:lnTo>
                      <a:pt x="104119" y="3970"/>
                    </a:lnTo>
                    <a:lnTo>
                      <a:pt x="104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50"/>
              <p:cNvSpPr/>
              <p:nvPr/>
            </p:nvSpPr>
            <p:spPr>
              <a:xfrm>
                <a:off x="6542875" y="4209063"/>
                <a:ext cx="1225244" cy="7210"/>
              </a:xfrm>
              <a:custGeom>
                <a:rect b="b" l="l" r="r" t="t"/>
                <a:pathLst>
                  <a:path extrusionOk="0" h="594" w="100947">
                    <a:moveTo>
                      <a:pt x="50474" y="1"/>
                    </a:moveTo>
                    <a:lnTo>
                      <a:pt x="25240" y="71"/>
                    </a:lnTo>
                    <a:lnTo>
                      <a:pt x="12620" y="152"/>
                    </a:lnTo>
                    <a:lnTo>
                      <a:pt x="1" y="299"/>
                    </a:lnTo>
                    <a:lnTo>
                      <a:pt x="12620" y="441"/>
                    </a:lnTo>
                    <a:lnTo>
                      <a:pt x="25240" y="527"/>
                    </a:lnTo>
                    <a:lnTo>
                      <a:pt x="50474" y="594"/>
                    </a:lnTo>
                    <a:lnTo>
                      <a:pt x="75713" y="527"/>
                    </a:lnTo>
                    <a:lnTo>
                      <a:pt x="88332" y="441"/>
                    </a:lnTo>
                    <a:lnTo>
                      <a:pt x="100946" y="299"/>
                    </a:lnTo>
                    <a:lnTo>
                      <a:pt x="88332" y="152"/>
                    </a:lnTo>
                    <a:lnTo>
                      <a:pt x="75713" y="67"/>
                    </a:lnTo>
                    <a:lnTo>
                      <a:pt x="504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38" name="Google Shape;1538;p50"/>
          <p:cNvSpPr txBox="1"/>
          <p:nvPr/>
        </p:nvSpPr>
        <p:spPr>
          <a:xfrm>
            <a:off x="2221250" y="3937950"/>
            <a:ext cx="23508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9232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p-value</a:t>
            </a:r>
            <a:r>
              <a:rPr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 = 0.183 &gt; 0.05</a:t>
            </a:r>
            <a:endParaRPr sz="1800">
              <a:solidFill>
                <a:srgbClr val="09232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39" name="Google Shape;1539;p50"/>
          <p:cNvSpPr/>
          <p:nvPr/>
        </p:nvSpPr>
        <p:spPr>
          <a:xfrm rot="1806">
            <a:off x="4508375" y="4263450"/>
            <a:ext cx="571200" cy="372900"/>
          </a:xfrm>
          <a:prstGeom prst="rightArrow">
            <a:avLst>
              <a:gd fmla="val 63149" name="adj1"/>
              <a:gd fmla="val 75926" name="adj2"/>
            </a:avLst>
          </a:prstGeom>
          <a:solidFill>
            <a:srgbClr val="FF8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0" name="Google Shape;1540;p50"/>
          <p:cNvSpPr txBox="1"/>
          <p:nvPr/>
        </p:nvSpPr>
        <p:spPr>
          <a:xfrm>
            <a:off x="5132450" y="4080450"/>
            <a:ext cx="227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Insufficient evidence to reject H0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5" name="Google Shape;1545;p51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1546" name="Google Shape;1546;p51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THIRD</a:t>
              </a: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 SCENARIO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547" name="Google Shape;1547;p51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51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51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51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1551" name="Google Shape;1551;p51"/>
          <p:cNvGraphicFramePr/>
          <p:nvPr/>
        </p:nvGraphicFramePr>
        <p:xfrm>
          <a:off x="952500" y="17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{527E7786-35B9-4DDF-B1B5-6F73B70B8371}</a:tableStyleId>
              </a:tblPr>
              <a:tblGrid>
                <a:gridCol w="3619500"/>
                <a:gridCol w="3619500"/>
              </a:tblGrid>
              <a:tr h="33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HYPOTHESIS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SIGNIFICANCE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Ho = No relationship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H = Relationship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𝝰 = 0.05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f.value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f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f</a:t>
                      </a: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  = 1.776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p.value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CONCLUSION</a:t>
                      </a:r>
                      <a:endParaRPr b="1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P(F≥f) = 0.183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p.value: </a:t>
                      </a: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0.183</a:t>
                      </a:r>
                      <a:r>
                        <a:rPr lang="en">
                          <a:latin typeface="Barlow"/>
                          <a:ea typeface="Barlow"/>
                          <a:cs typeface="Barlow"/>
                          <a:sym typeface="Barlow"/>
                        </a:rPr>
                        <a:t> &lt; 0.05 -&gt; The null hypothesis is not rejected.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52" name="Google Shape;1552;p51"/>
          <p:cNvPicPr preferRelativeResize="0"/>
          <p:nvPr/>
        </p:nvPicPr>
        <p:blipFill rotWithShape="1">
          <a:blip r:embed="rId3">
            <a:alphaModFix/>
          </a:blip>
          <a:srcRect b="12335" l="16139" r="7009" t="0"/>
          <a:stretch/>
        </p:blipFill>
        <p:spPr>
          <a:xfrm>
            <a:off x="2066200" y="3173800"/>
            <a:ext cx="1368675" cy="6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oogle Shape;1557;p52"/>
          <p:cNvGrpSpPr/>
          <p:nvPr/>
        </p:nvGrpSpPr>
        <p:grpSpPr>
          <a:xfrm>
            <a:off x="314000" y="2020325"/>
            <a:ext cx="8510400" cy="1625025"/>
            <a:chOff x="314000" y="2020325"/>
            <a:chExt cx="8510400" cy="1625025"/>
          </a:xfrm>
        </p:grpSpPr>
        <p:sp>
          <p:nvSpPr>
            <p:cNvPr id="1558" name="Google Shape;1558;p52"/>
            <p:cNvSpPr/>
            <p:nvPr/>
          </p:nvSpPr>
          <p:spPr>
            <a:xfrm>
              <a:off x="314000" y="2542250"/>
              <a:ext cx="8510400" cy="1103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9" name="Google Shape;1559;p52"/>
            <p:cNvGrpSpPr/>
            <p:nvPr/>
          </p:nvGrpSpPr>
          <p:grpSpPr>
            <a:xfrm>
              <a:off x="3524825" y="2020325"/>
              <a:ext cx="2076362" cy="641924"/>
              <a:chOff x="3527575" y="0"/>
              <a:chExt cx="2076362" cy="641924"/>
            </a:xfrm>
          </p:grpSpPr>
          <p:sp>
            <p:nvSpPr>
              <p:cNvPr id="1560" name="Google Shape;1560;p52"/>
              <p:cNvSpPr/>
              <p:nvPr/>
            </p:nvSpPr>
            <p:spPr>
              <a:xfrm>
                <a:off x="3527575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52"/>
              <p:cNvSpPr/>
              <p:nvPr/>
            </p:nvSpPr>
            <p:spPr>
              <a:xfrm>
                <a:off x="3547295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62" name="Google Shape;1562;p52"/>
              <p:cNvGrpSpPr/>
              <p:nvPr/>
            </p:nvGrpSpPr>
            <p:grpSpPr>
              <a:xfrm>
                <a:off x="5557050" y="0"/>
                <a:ext cx="46887" cy="641924"/>
                <a:chOff x="2783050" y="0"/>
                <a:chExt cx="46887" cy="641924"/>
              </a:xfrm>
            </p:grpSpPr>
            <p:sp>
              <p:nvSpPr>
                <p:cNvPr id="1563" name="Google Shape;1563;p52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4" name="Google Shape;1564;p52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565" name="Google Shape;1565;p52"/>
          <p:cNvGrpSpPr/>
          <p:nvPr/>
        </p:nvGrpSpPr>
        <p:grpSpPr>
          <a:xfrm>
            <a:off x="3291400" y="0"/>
            <a:ext cx="2555700" cy="2301750"/>
            <a:chOff x="3294150" y="0"/>
            <a:chExt cx="2555700" cy="2301750"/>
          </a:xfrm>
        </p:grpSpPr>
        <p:sp>
          <p:nvSpPr>
            <p:cNvPr id="1566" name="Google Shape;1566;p52"/>
            <p:cNvSpPr/>
            <p:nvPr/>
          </p:nvSpPr>
          <p:spPr>
            <a:xfrm>
              <a:off x="3294150" y="363150"/>
              <a:ext cx="2555700" cy="193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52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52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9" name="Google Shape;1569;p52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1570" name="Google Shape;1570;p52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52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72" name="Google Shape;1572;p52"/>
          <p:cNvSpPr/>
          <p:nvPr/>
        </p:nvSpPr>
        <p:spPr>
          <a:xfrm>
            <a:off x="4440650" y="0"/>
            <a:ext cx="262800" cy="2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52"/>
          <p:cNvSpPr txBox="1"/>
          <p:nvPr>
            <p:ph type="ctrTitle"/>
          </p:nvPr>
        </p:nvSpPr>
        <p:spPr>
          <a:xfrm>
            <a:off x="1678462" y="2542250"/>
            <a:ext cx="5797500" cy="11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MODEL</a:t>
            </a:r>
            <a:endParaRPr/>
          </a:p>
        </p:txBody>
      </p:sp>
      <p:sp>
        <p:nvSpPr>
          <p:cNvPr id="1574" name="Google Shape;1574;p52"/>
          <p:cNvSpPr txBox="1"/>
          <p:nvPr>
            <p:ph idx="1" type="subTitle"/>
          </p:nvPr>
        </p:nvSpPr>
        <p:spPr>
          <a:xfrm>
            <a:off x="916450" y="3738150"/>
            <a:ext cx="7321500" cy="3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interpretation of the regression model, quality indicators, the graphical residual analysis and the process of simplification of the model</a:t>
            </a:r>
            <a:endParaRPr/>
          </a:p>
        </p:txBody>
      </p:sp>
      <p:sp>
        <p:nvSpPr>
          <p:cNvPr id="1575" name="Google Shape;1575;p52"/>
          <p:cNvSpPr txBox="1"/>
          <p:nvPr>
            <p:ph idx="2" type="title"/>
          </p:nvPr>
        </p:nvSpPr>
        <p:spPr>
          <a:xfrm>
            <a:off x="3783712" y="877525"/>
            <a:ext cx="1587000" cy="10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0" name="Google Shape;1580;p53"/>
          <p:cNvGrpSpPr/>
          <p:nvPr/>
        </p:nvGrpSpPr>
        <p:grpSpPr>
          <a:xfrm>
            <a:off x="319500" y="0"/>
            <a:ext cx="8505000" cy="981750"/>
            <a:chOff x="319500" y="0"/>
            <a:chExt cx="8505000" cy="981750"/>
          </a:xfrm>
        </p:grpSpPr>
        <p:sp>
          <p:nvSpPr>
            <p:cNvPr id="1581" name="Google Shape;1581;p53"/>
            <p:cNvSpPr/>
            <p:nvPr/>
          </p:nvSpPr>
          <p:spPr>
            <a:xfrm>
              <a:off x="319500" y="363150"/>
              <a:ext cx="8505000" cy="61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53"/>
            <p:cNvSpPr/>
            <p:nvPr/>
          </p:nvSpPr>
          <p:spPr>
            <a:xfrm>
              <a:off x="57264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53"/>
            <p:cNvSpPr/>
            <p:nvPr/>
          </p:nvSpPr>
          <p:spPr>
            <a:xfrm>
              <a:off x="55292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53"/>
            <p:cNvSpPr/>
            <p:nvPr/>
          </p:nvSpPr>
          <p:spPr>
            <a:xfrm>
              <a:off x="8535908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3" y="2383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53"/>
            <p:cNvSpPr/>
            <p:nvPr/>
          </p:nvSpPr>
          <p:spPr>
            <a:xfrm>
              <a:off x="8516187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403" y="1807"/>
                    <a:pt x="1807" y="1403"/>
                    <a:pt x="1807" y="904"/>
                  </a:cubicBezTo>
                  <a:cubicBezTo>
                    <a:pt x="1807" y="405"/>
                    <a:pt x="1403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6" name="Google Shape;1586;p53"/>
          <p:cNvSpPr txBox="1"/>
          <p:nvPr>
            <p:ph idx="6"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MODEL</a:t>
            </a:r>
            <a:endParaRPr b="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chemeClr val="lt1"/>
              </a:solidFill>
            </a:endParaRPr>
          </a:p>
        </p:txBody>
      </p:sp>
      <p:grpSp>
        <p:nvGrpSpPr>
          <p:cNvPr id="1587" name="Google Shape;1587;p53"/>
          <p:cNvGrpSpPr/>
          <p:nvPr/>
        </p:nvGrpSpPr>
        <p:grpSpPr>
          <a:xfrm>
            <a:off x="2070650" y="1440564"/>
            <a:ext cx="5135315" cy="1230639"/>
            <a:chOff x="1599179" y="2020325"/>
            <a:chExt cx="6097500" cy="1625034"/>
          </a:xfrm>
        </p:grpSpPr>
        <p:sp>
          <p:nvSpPr>
            <p:cNvPr id="1588" name="Google Shape;1588;p53"/>
            <p:cNvSpPr/>
            <p:nvPr/>
          </p:nvSpPr>
          <p:spPr>
            <a:xfrm>
              <a:off x="1599179" y="2542259"/>
              <a:ext cx="6097500" cy="1103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3300"/>
                <a:t>Y = β</a:t>
              </a:r>
              <a:r>
                <a:rPr b="1" i="1" lang="en" sz="2100"/>
                <a:t>0</a:t>
              </a:r>
              <a:r>
                <a:rPr i="1" lang="en" sz="3300"/>
                <a:t> + β</a:t>
              </a:r>
              <a:r>
                <a:rPr b="1" i="1" lang="en" sz="2100"/>
                <a:t>1</a:t>
              </a:r>
              <a:r>
                <a:rPr i="1" lang="en" sz="3300"/>
                <a:t> X + ϵ </a:t>
              </a:r>
              <a:endParaRPr i="1" sz="3300"/>
            </a:p>
          </p:txBody>
        </p:sp>
        <p:grpSp>
          <p:nvGrpSpPr>
            <p:cNvPr id="1589" name="Google Shape;1589;p53"/>
            <p:cNvGrpSpPr/>
            <p:nvPr/>
          </p:nvGrpSpPr>
          <p:grpSpPr>
            <a:xfrm>
              <a:off x="3524825" y="2020325"/>
              <a:ext cx="2076362" cy="641924"/>
              <a:chOff x="3527575" y="0"/>
              <a:chExt cx="2076362" cy="641924"/>
            </a:xfrm>
          </p:grpSpPr>
          <p:sp>
            <p:nvSpPr>
              <p:cNvPr id="1590" name="Google Shape;1590;p53"/>
              <p:cNvSpPr/>
              <p:nvPr/>
            </p:nvSpPr>
            <p:spPr>
              <a:xfrm>
                <a:off x="3527575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53"/>
              <p:cNvSpPr/>
              <p:nvPr/>
            </p:nvSpPr>
            <p:spPr>
              <a:xfrm>
                <a:off x="3547295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92" name="Google Shape;1592;p53"/>
              <p:cNvGrpSpPr/>
              <p:nvPr/>
            </p:nvGrpSpPr>
            <p:grpSpPr>
              <a:xfrm>
                <a:off x="5557050" y="0"/>
                <a:ext cx="46887" cy="641924"/>
                <a:chOff x="2783050" y="0"/>
                <a:chExt cx="46887" cy="641924"/>
              </a:xfrm>
            </p:grpSpPr>
            <p:sp>
              <p:nvSpPr>
                <p:cNvPr id="1593" name="Google Shape;1593;p53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4" name="Google Shape;1594;p53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cxnSp>
        <p:nvCxnSpPr>
          <p:cNvPr id="1595" name="Google Shape;1595;p53"/>
          <p:cNvCxnSpPr/>
          <p:nvPr/>
        </p:nvCxnSpPr>
        <p:spPr>
          <a:xfrm flipH="1" rot="10800000">
            <a:off x="1671375" y="2526275"/>
            <a:ext cx="1413900" cy="9243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6" name="Google Shape;1596;p53"/>
          <p:cNvCxnSpPr/>
          <p:nvPr/>
        </p:nvCxnSpPr>
        <p:spPr>
          <a:xfrm flipH="1" rot="10800000">
            <a:off x="3073150" y="2588150"/>
            <a:ext cx="952500" cy="17610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7" name="Google Shape;1597;p53"/>
          <p:cNvCxnSpPr/>
          <p:nvPr/>
        </p:nvCxnSpPr>
        <p:spPr>
          <a:xfrm rot="10800000">
            <a:off x="4852600" y="2614775"/>
            <a:ext cx="35700" cy="8358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8" name="Google Shape;1598;p53"/>
          <p:cNvCxnSpPr/>
          <p:nvPr/>
        </p:nvCxnSpPr>
        <p:spPr>
          <a:xfrm rot="10800000">
            <a:off x="5427525" y="2497875"/>
            <a:ext cx="521100" cy="18333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9" name="Google Shape;1599;p53"/>
          <p:cNvCxnSpPr/>
          <p:nvPr/>
        </p:nvCxnSpPr>
        <p:spPr>
          <a:xfrm rot="10800000">
            <a:off x="6146250" y="2534175"/>
            <a:ext cx="1186200" cy="12219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0" name="Google Shape;1600;p53"/>
          <p:cNvSpPr/>
          <p:nvPr/>
        </p:nvSpPr>
        <p:spPr>
          <a:xfrm>
            <a:off x="157975" y="3360725"/>
            <a:ext cx="1818900" cy="7188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rPr>
              <a:t>Gross Income</a:t>
            </a:r>
            <a:endParaRPr b="1" sz="2300">
              <a:solidFill>
                <a:schemeClr val="accent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601" name="Google Shape;1601;p53"/>
          <p:cNvSpPr/>
          <p:nvPr/>
        </p:nvSpPr>
        <p:spPr>
          <a:xfrm>
            <a:off x="1800563" y="4205325"/>
            <a:ext cx="1818900" cy="7188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rPr>
              <a:t> </a:t>
            </a:r>
            <a:r>
              <a:rPr b="1" lang="en" sz="21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rPr>
              <a:t>Intercept</a:t>
            </a:r>
            <a:endParaRPr b="1" sz="2100">
              <a:solidFill>
                <a:schemeClr val="accent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602" name="Google Shape;1602;p53"/>
          <p:cNvSpPr/>
          <p:nvPr/>
        </p:nvSpPr>
        <p:spPr>
          <a:xfrm>
            <a:off x="3619463" y="3360725"/>
            <a:ext cx="1818900" cy="7188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rPr>
              <a:t>Coefficient </a:t>
            </a:r>
            <a:endParaRPr b="1" sz="2100">
              <a:solidFill>
                <a:schemeClr val="accent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603" name="Google Shape;1603;p53"/>
          <p:cNvSpPr/>
          <p:nvPr/>
        </p:nvSpPr>
        <p:spPr>
          <a:xfrm>
            <a:off x="7005600" y="3360725"/>
            <a:ext cx="1818900" cy="7188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rPr>
              <a:t>Error </a:t>
            </a:r>
            <a:endParaRPr b="1" sz="2100">
              <a:solidFill>
                <a:schemeClr val="accent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604" name="Google Shape;1604;p53"/>
          <p:cNvSpPr/>
          <p:nvPr/>
        </p:nvSpPr>
        <p:spPr>
          <a:xfrm>
            <a:off x="5438375" y="4205325"/>
            <a:ext cx="1818900" cy="7188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rPr>
              <a:t>Total</a:t>
            </a:r>
            <a:endParaRPr b="1" sz="2100">
              <a:solidFill>
                <a:schemeClr val="accent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54"/>
          <p:cNvSpPr txBox="1"/>
          <p:nvPr>
            <p:ph idx="2" type="ctrTitle"/>
          </p:nvPr>
        </p:nvSpPr>
        <p:spPr>
          <a:xfrm>
            <a:off x="1374925" y="416354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MAP</a:t>
            </a:r>
            <a:endParaRPr/>
          </a:p>
        </p:txBody>
      </p:sp>
      <p:pic>
        <p:nvPicPr>
          <p:cNvPr id="1610" name="Google Shape;1610;p54"/>
          <p:cNvPicPr preferRelativeResize="0"/>
          <p:nvPr/>
        </p:nvPicPr>
        <p:blipFill rotWithShape="1">
          <a:blip r:embed="rId3">
            <a:alphaModFix/>
          </a:blip>
          <a:srcRect b="3838" l="0" r="4553" t="5631"/>
          <a:stretch/>
        </p:blipFill>
        <p:spPr>
          <a:xfrm>
            <a:off x="4572000" y="1383825"/>
            <a:ext cx="4366776" cy="3504475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28625" rotWithShape="0" algn="bl" dist="95250">
              <a:srgbClr val="000000">
                <a:alpha val="50000"/>
              </a:srgbClr>
            </a:outerShdw>
          </a:effectLst>
        </p:spPr>
      </p:pic>
      <p:grpSp>
        <p:nvGrpSpPr>
          <p:cNvPr id="1611" name="Google Shape;1611;p54"/>
          <p:cNvGrpSpPr/>
          <p:nvPr/>
        </p:nvGrpSpPr>
        <p:grpSpPr>
          <a:xfrm>
            <a:off x="767027" y="2196419"/>
            <a:ext cx="2860042" cy="2061012"/>
            <a:chOff x="973313" y="2950313"/>
            <a:chExt cx="1331863" cy="1112738"/>
          </a:xfrm>
        </p:grpSpPr>
        <p:cxnSp>
          <p:nvCxnSpPr>
            <p:cNvPr id="1612" name="Google Shape;1612;p54"/>
            <p:cNvCxnSpPr/>
            <p:nvPr/>
          </p:nvCxnSpPr>
          <p:spPr>
            <a:xfrm>
              <a:off x="973313" y="2950313"/>
              <a:ext cx="0" cy="167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3" name="Google Shape;1613;p54"/>
            <p:cNvCxnSpPr/>
            <p:nvPr/>
          </p:nvCxnSpPr>
          <p:spPr>
            <a:xfrm>
              <a:off x="973313" y="3895250"/>
              <a:ext cx="0" cy="167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4" name="Google Shape;1614;p54"/>
            <p:cNvCxnSpPr/>
            <p:nvPr/>
          </p:nvCxnSpPr>
          <p:spPr>
            <a:xfrm>
              <a:off x="2305175" y="2950313"/>
              <a:ext cx="0" cy="167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5" name="Google Shape;1615;p54"/>
            <p:cNvCxnSpPr/>
            <p:nvPr/>
          </p:nvCxnSpPr>
          <p:spPr>
            <a:xfrm>
              <a:off x="973313" y="3427125"/>
              <a:ext cx="0" cy="167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6" name="Google Shape;1616;p54"/>
            <p:cNvCxnSpPr/>
            <p:nvPr/>
          </p:nvCxnSpPr>
          <p:spPr>
            <a:xfrm>
              <a:off x="2305175" y="3422788"/>
              <a:ext cx="0" cy="167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7" name="Google Shape;1617;p54"/>
            <p:cNvCxnSpPr/>
            <p:nvPr/>
          </p:nvCxnSpPr>
          <p:spPr>
            <a:xfrm>
              <a:off x="2305175" y="3895350"/>
              <a:ext cx="0" cy="167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18" name="Google Shape;1618;p54"/>
          <p:cNvSpPr txBox="1"/>
          <p:nvPr/>
        </p:nvSpPr>
        <p:spPr>
          <a:xfrm>
            <a:off x="449300" y="3329950"/>
            <a:ext cx="3468300" cy="695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Standard errors</a:t>
            </a:r>
            <a:r>
              <a:rPr lang="en" sz="18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=    1.688e-15 and 1.688e-15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19" name="Google Shape;1619;p54"/>
          <p:cNvSpPr txBox="1"/>
          <p:nvPr/>
        </p:nvSpPr>
        <p:spPr>
          <a:xfrm>
            <a:off x="449300" y="2521797"/>
            <a:ext cx="3468300" cy="55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Coefficient </a:t>
            </a:r>
            <a:r>
              <a:rPr lang="en" sz="18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=    0.04762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20" name="Google Shape;1620;p54"/>
          <p:cNvSpPr txBox="1"/>
          <p:nvPr/>
        </p:nvSpPr>
        <p:spPr>
          <a:xfrm>
            <a:off x="449354" y="1653400"/>
            <a:ext cx="3468300" cy="55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Intercept =   -2.814e-14</a:t>
            </a:r>
            <a:endParaRPr sz="18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621" name="Google Shape;1621;p54"/>
          <p:cNvSpPr txBox="1"/>
          <p:nvPr/>
        </p:nvSpPr>
        <p:spPr>
          <a:xfrm>
            <a:off x="449300" y="4257387"/>
            <a:ext cx="3468300" cy="55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P-values &lt;   2e-16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55"/>
          <p:cNvSpPr txBox="1"/>
          <p:nvPr>
            <p:ph type="ctrTitle"/>
          </p:nvPr>
        </p:nvSpPr>
        <p:spPr>
          <a:xfrm>
            <a:off x="1373275" y="358879"/>
            <a:ext cx="6390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RESIDUALS</a:t>
            </a:r>
            <a:endParaRPr b="0" sz="2800"/>
          </a:p>
        </p:txBody>
      </p:sp>
      <p:grpSp>
        <p:nvGrpSpPr>
          <p:cNvPr id="1627" name="Google Shape;1627;p55"/>
          <p:cNvGrpSpPr/>
          <p:nvPr/>
        </p:nvGrpSpPr>
        <p:grpSpPr>
          <a:xfrm>
            <a:off x="313225" y="1119950"/>
            <a:ext cx="8510400" cy="1701750"/>
            <a:chOff x="459750" y="0"/>
            <a:chExt cx="8510400" cy="1701750"/>
          </a:xfrm>
        </p:grpSpPr>
        <p:sp>
          <p:nvSpPr>
            <p:cNvPr id="1628" name="Google Shape;1628;p55"/>
            <p:cNvSpPr/>
            <p:nvPr/>
          </p:nvSpPr>
          <p:spPr>
            <a:xfrm>
              <a:off x="459750" y="363150"/>
              <a:ext cx="8510400" cy="1338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55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55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31" name="Google Shape;1631;p55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1632" name="Google Shape;1632;p55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55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34" name="Google Shape;1634;p55"/>
          <p:cNvSpPr/>
          <p:nvPr/>
        </p:nvSpPr>
        <p:spPr>
          <a:xfrm>
            <a:off x="4296875" y="1119950"/>
            <a:ext cx="262800" cy="2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55"/>
          <p:cNvSpPr txBox="1"/>
          <p:nvPr>
            <p:ph idx="4294967295" type="title"/>
          </p:nvPr>
        </p:nvSpPr>
        <p:spPr>
          <a:xfrm>
            <a:off x="467250" y="1640125"/>
            <a:ext cx="82134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"/>
                <a:ea typeface="Barlow"/>
                <a:cs typeface="Barlow"/>
                <a:sym typeface="Barlow"/>
              </a:rPr>
              <a:t>     </a:t>
            </a:r>
            <a:r>
              <a:rPr lang="en" sz="2100">
                <a:latin typeface="Barlow"/>
                <a:ea typeface="Barlow"/>
                <a:cs typeface="Barlow"/>
                <a:sym typeface="Barlow"/>
              </a:rPr>
              <a:t>  Min            1Q                  Median                 3Q                Max 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Barlow"/>
                <a:ea typeface="Barlow"/>
                <a:cs typeface="Barlow"/>
                <a:sym typeface="Barlow"/>
              </a:rPr>
              <a:t>-7.962e-13     -8.000e-17      6.900e-16      1.620e-15     2.232e-13 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55"/>
          <p:cNvSpPr txBox="1"/>
          <p:nvPr/>
        </p:nvSpPr>
        <p:spPr>
          <a:xfrm>
            <a:off x="313225" y="3179075"/>
            <a:ext cx="4246500" cy="55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Standard error</a:t>
            </a:r>
            <a:r>
              <a:rPr lang="en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=    2.932e-14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37" name="Google Shape;1637;p55"/>
          <p:cNvSpPr txBox="1"/>
          <p:nvPr/>
        </p:nvSpPr>
        <p:spPr>
          <a:xfrm>
            <a:off x="313225" y="4094150"/>
            <a:ext cx="4246500" cy="55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Multiple and </a:t>
            </a:r>
            <a:r>
              <a:rPr lang="en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Adjusted</a:t>
            </a:r>
            <a:r>
              <a:rPr lang="en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R-</a:t>
            </a:r>
            <a:r>
              <a:rPr lang="en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squared</a:t>
            </a:r>
            <a:r>
              <a:rPr lang="en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=    1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38" name="Google Shape;1638;p55"/>
          <p:cNvSpPr txBox="1"/>
          <p:nvPr/>
        </p:nvSpPr>
        <p:spPr>
          <a:xfrm>
            <a:off x="4870225" y="3179075"/>
            <a:ext cx="3953400" cy="55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F-statistic =   1.213e+32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39" name="Google Shape;1639;p55"/>
          <p:cNvSpPr txBox="1"/>
          <p:nvPr/>
        </p:nvSpPr>
        <p:spPr>
          <a:xfrm>
            <a:off x="4870225" y="4094150"/>
            <a:ext cx="3953400" cy="55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P-value  &lt;    2.2e-16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4" name="Google Shape;1644;p56"/>
          <p:cNvPicPr preferRelativeResize="0"/>
          <p:nvPr/>
        </p:nvPicPr>
        <p:blipFill rotWithShape="1">
          <a:blip r:embed="rId3">
            <a:alphaModFix/>
          </a:blip>
          <a:srcRect b="4615" l="0" r="4251" t="13121"/>
          <a:stretch/>
        </p:blipFill>
        <p:spPr>
          <a:xfrm>
            <a:off x="795075" y="1222050"/>
            <a:ext cx="7584050" cy="3849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5" name="Google Shape;1645;p56"/>
          <p:cNvGrpSpPr/>
          <p:nvPr/>
        </p:nvGrpSpPr>
        <p:grpSpPr>
          <a:xfrm>
            <a:off x="372688" y="-71900"/>
            <a:ext cx="8428800" cy="1204050"/>
            <a:chOff x="2296525" y="0"/>
            <a:chExt cx="8428800" cy="1204050"/>
          </a:xfrm>
        </p:grpSpPr>
        <p:sp>
          <p:nvSpPr>
            <p:cNvPr id="1646" name="Google Shape;1646;p56"/>
            <p:cNvSpPr/>
            <p:nvPr/>
          </p:nvSpPr>
          <p:spPr>
            <a:xfrm>
              <a:off x="2296525" y="363150"/>
              <a:ext cx="8428800" cy="840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RESIDUAL VS FITTED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grpSp>
          <p:nvGrpSpPr>
            <p:cNvPr id="1647" name="Google Shape;1647;p56"/>
            <p:cNvGrpSpPr/>
            <p:nvPr/>
          </p:nvGrpSpPr>
          <p:grpSpPr>
            <a:xfrm>
              <a:off x="4444825" y="0"/>
              <a:ext cx="4133762" cy="641924"/>
              <a:chOff x="4444825" y="0"/>
              <a:chExt cx="4133762" cy="641924"/>
            </a:xfrm>
          </p:grpSpPr>
          <p:grpSp>
            <p:nvGrpSpPr>
              <p:cNvPr id="1648" name="Google Shape;1648;p56"/>
              <p:cNvGrpSpPr/>
              <p:nvPr/>
            </p:nvGrpSpPr>
            <p:grpSpPr>
              <a:xfrm>
                <a:off x="4444825" y="0"/>
                <a:ext cx="46887" cy="641924"/>
                <a:chOff x="4444825" y="0"/>
                <a:chExt cx="46887" cy="641924"/>
              </a:xfrm>
            </p:grpSpPr>
            <p:sp>
              <p:nvSpPr>
                <p:cNvPr id="1649" name="Google Shape;1649;p56"/>
                <p:cNvSpPr/>
                <p:nvPr/>
              </p:nvSpPr>
              <p:spPr>
                <a:xfrm>
                  <a:off x="4444825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0" name="Google Shape;1650;p56"/>
                <p:cNvSpPr/>
                <p:nvPr/>
              </p:nvSpPr>
              <p:spPr>
                <a:xfrm>
                  <a:off x="4464545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51" name="Google Shape;1651;p56"/>
              <p:cNvGrpSpPr/>
              <p:nvPr/>
            </p:nvGrpSpPr>
            <p:grpSpPr>
              <a:xfrm>
                <a:off x="8531700" y="0"/>
                <a:ext cx="46887" cy="641924"/>
                <a:chOff x="2783050" y="0"/>
                <a:chExt cx="46887" cy="641924"/>
              </a:xfrm>
            </p:grpSpPr>
            <p:sp>
              <p:nvSpPr>
                <p:cNvPr id="1652" name="Google Shape;1652;p56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3" name="Google Shape;1653;p56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57"/>
          <p:cNvGrpSpPr/>
          <p:nvPr/>
        </p:nvGrpSpPr>
        <p:grpSpPr>
          <a:xfrm>
            <a:off x="372688" y="-71900"/>
            <a:ext cx="8428800" cy="1204050"/>
            <a:chOff x="2296525" y="0"/>
            <a:chExt cx="8428800" cy="1204050"/>
          </a:xfrm>
        </p:grpSpPr>
        <p:sp>
          <p:nvSpPr>
            <p:cNvPr id="1659" name="Google Shape;1659;p57"/>
            <p:cNvSpPr/>
            <p:nvPr/>
          </p:nvSpPr>
          <p:spPr>
            <a:xfrm>
              <a:off x="2296525" y="363150"/>
              <a:ext cx="8428800" cy="840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NORMAL Q-Q PLOT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grpSp>
          <p:nvGrpSpPr>
            <p:cNvPr id="1660" name="Google Shape;1660;p57"/>
            <p:cNvGrpSpPr/>
            <p:nvPr/>
          </p:nvGrpSpPr>
          <p:grpSpPr>
            <a:xfrm>
              <a:off x="4444825" y="0"/>
              <a:ext cx="4133762" cy="641924"/>
              <a:chOff x="4444825" y="0"/>
              <a:chExt cx="4133762" cy="641924"/>
            </a:xfrm>
          </p:grpSpPr>
          <p:grpSp>
            <p:nvGrpSpPr>
              <p:cNvPr id="1661" name="Google Shape;1661;p57"/>
              <p:cNvGrpSpPr/>
              <p:nvPr/>
            </p:nvGrpSpPr>
            <p:grpSpPr>
              <a:xfrm>
                <a:off x="4444825" y="0"/>
                <a:ext cx="46887" cy="641924"/>
                <a:chOff x="4444825" y="0"/>
                <a:chExt cx="46887" cy="641924"/>
              </a:xfrm>
            </p:grpSpPr>
            <p:sp>
              <p:nvSpPr>
                <p:cNvPr id="1662" name="Google Shape;1662;p57"/>
                <p:cNvSpPr/>
                <p:nvPr/>
              </p:nvSpPr>
              <p:spPr>
                <a:xfrm>
                  <a:off x="4444825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3" name="Google Shape;1663;p57"/>
                <p:cNvSpPr/>
                <p:nvPr/>
              </p:nvSpPr>
              <p:spPr>
                <a:xfrm>
                  <a:off x="4464545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64" name="Google Shape;1664;p57"/>
              <p:cNvGrpSpPr/>
              <p:nvPr/>
            </p:nvGrpSpPr>
            <p:grpSpPr>
              <a:xfrm>
                <a:off x="8531700" y="0"/>
                <a:ext cx="46887" cy="641924"/>
                <a:chOff x="2783050" y="0"/>
                <a:chExt cx="46887" cy="641924"/>
              </a:xfrm>
            </p:grpSpPr>
            <p:sp>
              <p:nvSpPr>
                <p:cNvPr id="1665" name="Google Shape;1665;p57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6" name="Google Shape;1666;p57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1667" name="Google Shape;1667;p57"/>
          <p:cNvPicPr preferRelativeResize="0"/>
          <p:nvPr/>
        </p:nvPicPr>
        <p:blipFill rotWithShape="1">
          <a:blip r:embed="rId3">
            <a:alphaModFix/>
          </a:blip>
          <a:srcRect b="3967" l="0" r="4325" t="15408"/>
          <a:stretch/>
        </p:blipFill>
        <p:spPr>
          <a:xfrm>
            <a:off x="979550" y="1293950"/>
            <a:ext cx="7215100" cy="384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2" name="Google Shape;1672;p58"/>
          <p:cNvGrpSpPr/>
          <p:nvPr/>
        </p:nvGrpSpPr>
        <p:grpSpPr>
          <a:xfrm>
            <a:off x="372688" y="-71900"/>
            <a:ext cx="8428800" cy="1204050"/>
            <a:chOff x="2296525" y="0"/>
            <a:chExt cx="8428800" cy="1204050"/>
          </a:xfrm>
        </p:grpSpPr>
        <p:sp>
          <p:nvSpPr>
            <p:cNvPr id="1673" name="Google Shape;1673;p58"/>
            <p:cNvSpPr/>
            <p:nvPr/>
          </p:nvSpPr>
          <p:spPr>
            <a:xfrm>
              <a:off x="2296525" y="363150"/>
              <a:ext cx="8428800" cy="840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SCALE-LOCATION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grpSp>
          <p:nvGrpSpPr>
            <p:cNvPr id="1674" name="Google Shape;1674;p58"/>
            <p:cNvGrpSpPr/>
            <p:nvPr/>
          </p:nvGrpSpPr>
          <p:grpSpPr>
            <a:xfrm>
              <a:off x="4444825" y="0"/>
              <a:ext cx="4133762" cy="641924"/>
              <a:chOff x="4444825" y="0"/>
              <a:chExt cx="4133762" cy="641924"/>
            </a:xfrm>
          </p:grpSpPr>
          <p:grpSp>
            <p:nvGrpSpPr>
              <p:cNvPr id="1675" name="Google Shape;1675;p58"/>
              <p:cNvGrpSpPr/>
              <p:nvPr/>
            </p:nvGrpSpPr>
            <p:grpSpPr>
              <a:xfrm>
                <a:off x="4444825" y="0"/>
                <a:ext cx="46887" cy="641924"/>
                <a:chOff x="4444825" y="0"/>
                <a:chExt cx="46887" cy="641924"/>
              </a:xfrm>
            </p:grpSpPr>
            <p:sp>
              <p:nvSpPr>
                <p:cNvPr id="1676" name="Google Shape;1676;p58"/>
                <p:cNvSpPr/>
                <p:nvPr/>
              </p:nvSpPr>
              <p:spPr>
                <a:xfrm>
                  <a:off x="4444825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7" name="Google Shape;1677;p58"/>
                <p:cNvSpPr/>
                <p:nvPr/>
              </p:nvSpPr>
              <p:spPr>
                <a:xfrm>
                  <a:off x="4464545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78" name="Google Shape;1678;p58"/>
              <p:cNvGrpSpPr/>
              <p:nvPr/>
            </p:nvGrpSpPr>
            <p:grpSpPr>
              <a:xfrm>
                <a:off x="8531700" y="0"/>
                <a:ext cx="46887" cy="641924"/>
                <a:chOff x="2783050" y="0"/>
                <a:chExt cx="46887" cy="641924"/>
              </a:xfrm>
            </p:grpSpPr>
            <p:sp>
              <p:nvSpPr>
                <p:cNvPr id="1679" name="Google Shape;1679;p58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0" name="Google Shape;1680;p58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1681" name="Google Shape;1681;p58"/>
          <p:cNvPicPr preferRelativeResize="0"/>
          <p:nvPr/>
        </p:nvPicPr>
        <p:blipFill rotWithShape="1">
          <a:blip r:embed="rId3">
            <a:alphaModFix/>
          </a:blip>
          <a:srcRect b="4037" l="0" r="4012" t="14562"/>
          <a:stretch/>
        </p:blipFill>
        <p:spPr>
          <a:xfrm>
            <a:off x="1084775" y="1222075"/>
            <a:ext cx="6974449" cy="39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oogle Shape;1686;p59"/>
          <p:cNvGrpSpPr/>
          <p:nvPr/>
        </p:nvGrpSpPr>
        <p:grpSpPr>
          <a:xfrm>
            <a:off x="372688" y="-71900"/>
            <a:ext cx="8428800" cy="1204050"/>
            <a:chOff x="2296525" y="0"/>
            <a:chExt cx="8428800" cy="1204050"/>
          </a:xfrm>
        </p:grpSpPr>
        <p:sp>
          <p:nvSpPr>
            <p:cNvPr id="1687" name="Google Shape;1687;p59"/>
            <p:cNvSpPr/>
            <p:nvPr/>
          </p:nvSpPr>
          <p:spPr>
            <a:xfrm>
              <a:off x="2296525" y="363150"/>
              <a:ext cx="8428800" cy="840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RESIDUAL VS LEVERAGE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grpSp>
          <p:nvGrpSpPr>
            <p:cNvPr id="1688" name="Google Shape;1688;p59"/>
            <p:cNvGrpSpPr/>
            <p:nvPr/>
          </p:nvGrpSpPr>
          <p:grpSpPr>
            <a:xfrm>
              <a:off x="4444825" y="0"/>
              <a:ext cx="4133762" cy="641924"/>
              <a:chOff x="4444825" y="0"/>
              <a:chExt cx="4133762" cy="641924"/>
            </a:xfrm>
          </p:grpSpPr>
          <p:grpSp>
            <p:nvGrpSpPr>
              <p:cNvPr id="1689" name="Google Shape;1689;p59"/>
              <p:cNvGrpSpPr/>
              <p:nvPr/>
            </p:nvGrpSpPr>
            <p:grpSpPr>
              <a:xfrm>
                <a:off x="4444825" y="0"/>
                <a:ext cx="46887" cy="641924"/>
                <a:chOff x="4444825" y="0"/>
                <a:chExt cx="46887" cy="641924"/>
              </a:xfrm>
            </p:grpSpPr>
            <p:sp>
              <p:nvSpPr>
                <p:cNvPr id="1690" name="Google Shape;1690;p59"/>
                <p:cNvSpPr/>
                <p:nvPr/>
              </p:nvSpPr>
              <p:spPr>
                <a:xfrm>
                  <a:off x="4444825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1" name="Google Shape;1691;p59"/>
                <p:cNvSpPr/>
                <p:nvPr/>
              </p:nvSpPr>
              <p:spPr>
                <a:xfrm>
                  <a:off x="4464545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92" name="Google Shape;1692;p59"/>
              <p:cNvGrpSpPr/>
              <p:nvPr/>
            </p:nvGrpSpPr>
            <p:grpSpPr>
              <a:xfrm>
                <a:off x="8531700" y="0"/>
                <a:ext cx="46887" cy="641924"/>
                <a:chOff x="2783050" y="0"/>
                <a:chExt cx="46887" cy="641924"/>
              </a:xfrm>
            </p:grpSpPr>
            <p:sp>
              <p:nvSpPr>
                <p:cNvPr id="1693" name="Google Shape;1693;p59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4" name="Google Shape;1694;p59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1695" name="Google Shape;1695;p59"/>
          <p:cNvPicPr preferRelativeResize="0"/>
          <p:nvPr/>
        </p:nvPicPr>
        <p:blipFill rotWithShape="1">
          <a:blip r:embed="rId3">
            <a:alphaModFix/>
          </a:blip>
          <a:srcRect b="0" l="0" r="2047" t="15924"/>
          <a:stretch/>
        </p:blipFill>
        <p:spPr>
          <a:xfrm>
            <a:off x="905775" y="1337375"/>
            <a:ext cx="7332450" cy="38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0" name="Google Shape;1700;p60"/>
          <p:cNvGrpSpPr/>
          <p:nvPr/>
        </p:nvGrpSpPr>
        <p:grpSpPr>
          <a:xfrm>
            <a:off x="372688" y="-71900"/>
            <a:ext cx="8428800" cy="1204050"/>
            <a:chOff x="2296525" y="0"/>
            <a:chExt cx="8428800" cy="1204050"/>
          </a:xfrm>
        </p:grpSpPr>
        <p:sp>
          <p:nvSpPr>
            <p:cNvPr id="1701" name="Google Shape;1701;p60"/>
            <p:cNvSpPr/>
            <p:nvPr/>
          </p:nvSpPr>
          <p:spPr>
            <a:xfrm>
              <a:off x="2296525" y="363150"/>
              <a:ext cx="8428800" cy="840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PREDICTION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grpSp>
          <p:nvGrpSpPr>
            <p:cNvPr id="1702" name="Google Shape;1702;p60"/>
            <p:cNvGrpSpPr/>
            <p:nvPr/>
          </p:nvGrpSpPr>
          <p:grpSpPr>
            <a:xfrm>
              <a:off x="4444825" y="0"/>
              <a:ext cx="4133762" cy="641924"/>
              <a:chOff x="4444825" y="0"/>
              <a:chExt cx="4133762" cy="641924"/>
            </a:xfrm>
          </p:grpSpPr>
          <p:grpSp>
            <p:nvGrpSpPr>
              <p:cNvPr id="1703" name="Google Shape;1703;p60"/>
              <p:cNvGrpSpPr/>
              <p:nvPr/>
            </p:nvGrpSpPr>
            <p:grpSpPr>
              <a:xfrm>
                <a:off x="4444825" y="0"/>
                <a:ext cx="46887" cy="641924"/>
                <a:chOff x="4444825" y="0"/>
                <a:chExt cx="46887" cy="641924"/>
              </a:xfrm>
            </p:grpSpPr>
            <p:sp>
              <p:nvSpPr>
                <p:cNvPr id="1704" name="Google Shape;1704;p60"/>
                <p:cNvSpPr/>
                <p:nvPr/>
              </p:nvSpPr>
              <p:spPr>
                <a:xfrm>
                  <a:off x="4444825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5" name="Google Shape;1705;p60"/>
                <p:cNvSpPr/>
                <p:nvPr/>
              </p:nvSpPr>
              <p:spPr>
                <a:xfrm>
                  <a:off x="4464545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06" name="Google Shape;1706;p60"/>
              <p:cNvGrpSpPr/>
              <p:nvPr/>
            </p:nvGrpSpPr>
            <p:grpSpPr>
              <a:xfrm>
                <a:off x="8531700" y="0"/>
                <a:ext cx="46887" cy="641924"/>
                <a:chOff x="2783050" y="0"/>
                <a:chExt cx="46887" cy="641924"/>
              </a:xfrm>
            </p:grpSpPr>
            <p:sp>
              <p:nvSpPr>
                <p:cNvPr id="1707" name="Google Shape;1707;p60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8" name="Google Shape;1708;p60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709" name="Google Shape;1709;p60"/>
          <p:cNvGrpSpPr/>
          <p:nvPr/>
        </p:nvGrpSpPr>
        <p:grpSpPr>
          <a:xfrm>
            <a:off x="313225" y="1119950"/>
            <a:ext cx="8510400" cy="1701750"/>
            <a:chOff x="459750" y="0"/>
            <a:chExt cx="8510400" cy="1701750"/>
          </a:xfrm>
        </p:grpSpPr>
        <p:sp>
          <p:nvSpPr>
            <p:cNvPr id="1710" name="Google Shape;1710;p60"/>
            <p:cNvSpPr/>
            <p:nvPr/>
          </p:nvSpPr>
          <p:spPr>
            <a:xfrm>
              <a:off x="459750" y="363150"/>
              <a:ext cx="8510400" cy="1338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latin typeface="Barlow"/>
                  <a:ea typeface="Barlow"/>
                  <a:cs typeface="Barlow"/>
                  <a:sym typeface="Barlow"/>
                </a:rPr>
                <a:t>Use the regression model to predict data</a:t>
              </a:r>
              <a:endParaRPr sz="2800"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11" name="Google Shape;1711;p60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12" name="Google Shape;1712;p60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1713" name="Google Shape;1713;p60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1714" name="Google Shape;1714;p60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715" name="Google Shape;1715;p60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0" name="Google Shape;1720;p61"/>
          <p:cNvGrpSpPr/>
          <p:nvPr/>
        </p:nvGrpSpPr>
        <p:grpSpPr>
          <a:xfrm>
            <a:off x="372688" y="-71900"/>
            <a:ext cx="8428800" cy="1204050"/>
            <a:chOff x="2296525" y="0"/>
            <a:chExt cx="8428800" cy="1204050"/>
          </a:xfrm>
        </p:grpSpPr>
        <p:sp>
          <p:nvSpPr>
            <p:cNvPr id="1721" name="Google Shape;1721;p61"/>
            <p:cNvSpPr/>
            <p:nvPr/>
          </p:nvSpPr>
          <p:spPr>
            <a:xfrm>
              <a:off x="2296525" y="363150"/>
              <a:ext cx="8428800" cy="840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PREDICTION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grpSp>
          <p:nvGrpSpPr>
            <p:cNvPr id="1722" name="Google Shape;1722;p61"/>
            <p:cNvGrpSpPr/>
            <p:nvPr/>
          </p:nvGrpSpPr>
          <p:grpSpPr>
            <a:xfrm>
              <a:off x="4444825" y="0"/>
              <a:ext cx="4133762" cy="641924"/>
              <a:chOff x="4444825" y="0"/>
              <a:chExt cx="4133762" cy="641924"/>
            </a:xfrm>
          </p:grpSpPr>
          <p:grpSp>
            <p:nvGrpSpPr>
              <p:cNvPr id="1723" name="Google Shape;1723;p61"/>
              <p:cNvGrpSpPr/>
              <p:nvPr/>
            </p:nvGrpSpPr>
            <p:grpSpPr>
              <a:xfrm>
                <a:off x="4444825" y="0"/>
                <a:ext cx="46887" cy="641924"/>
                <a:chOff x="4444825" y="0"/>
                <a:chExt cx="46887" cy="641924"/>
              </a:xfrm>
            </p:grpSpPr>
            <p:sp>
              <p:nvSpPr>
                <p:cNvPr id="1724" name="Google Shape;1724;p61"/>
                <p:cNvSpPr/>
                <p:nvPr/>
              </p:nvSpPr>
              <p:spPr>
                <a:xfrm>
                  <a:off x="4444825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5" name="Google Shape;1725;p61"/>
                <p:cNvSpPr/>
                <p:nvPr/>
              </p:nvSpPr>
              <p:spPr>
                <a:xfrm>
                  <a:off x="4464545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26" name="Google Shape;1726;p61"/>
              <p:cNvGrpSpPr/>
              <p:nvPr/>
            </p:nvGrpSpPr>
            <p:grpSpPr>
              <a:xfrm>
                <a:off x="8531700" y="0"/>
                <a:ext cx="46887" cy="641924"/>
                <a:chOff x="2783050" y="0"/>
                <a:chExt cx="46887" cy="641924"/>
              </a:xfrm>
            </p:grpSpPr>
            <p:sp>
              <p:nvSpPr>
                <p:cNvPr id="1727" name="Google Shape;1727;p61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8" name="Google Shape;1728;p61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729" name="Google Shape;1729;p61"/>
          <p:cNvGrpSpPr/>
          <p:nvPr/>
        </p:nvGrpSpPr>
        <p:grpSpPr>
          <a:xfrm>
            <a:off x="313225" y="1119950"/>
            <a:ext cx="8510400" cy="1701750"/>
            <a:chOff x="459750" y="0"/>
            <a:chExt cx="8510400" cy="1701750"/>
          </a:xfrm>
        </p:grpSpPr>
        <p:sp>
          <p:nvSpPr>
            <p:cNvPr id="1730" name="Google Shape;1730;p61"/>
            <p:cNvSpPr/>
            <p:nvPr/>
          </p:nvSpPr>
          <p:spPr>
            <a:xfrm>
              <a:off x="459750" y="363150"/>
              <a:ext cx="8510400" cy="1338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latin typeface="Barlow"/>
                  <a:ea typeface="Barlow"/>
                  <a:cs typeface="Barlow"/>
                  <a:sym typeface="Barlow"/>
                </a:rPr>
                <a:t>Use the regression model to predict data</a:t>
              </a:r>
              <a:endParaRPr sz="2800"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31" name="Google Shape;1731;p61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32" name="Google Shape;1732;p61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1733" name="Google Shape;1733;p61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1734" name="Google Shape;1734;p61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735" name="Google Shape;1735;p61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pic>
        <p:nvPicPr>
          <p:cNvPr id="1736" name="Google Shape;173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5" y="2821700"/>
            <a:ext cx="9079050" cy="96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61"/>
          <p:cNvSpPr txBox="1"/>
          <p:nvPr/>
        </p:nvSpPr>
        <p:spPr>
          <a:xfrm>
            <a:off x="96075" y="3865025"/>
            <a:ext cx="8964000" cy="113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Barlow"/>
                <a:ea typeface="Barlow"/>
                <a:cs typeface="Barlow"/>
                <a:sym typeface="Barlow"/>
              </a:rPr>
              <a:t>On average, the difference between the values of the regression model and our real values is less than 2*10-14</a:t>
            </a:r>
            <a:endParaRPr sz="25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2" name="Google Shape;1742;p62"/>
          <p:cNvGrpSpPr/>
          <p:nvPr/>
        </p:nvGrpSpPr>
        <p:grpSpPr>
          <a:xfrm>
            <a:off x="372688" y="-71900"/>
            <a:ext cx="8428800" cy="1204050"/>
            <a:chOff x="2296525" y="0"/>
            <a:chExt cx="8428800" cy="1204050"/>
          </a:xfrm>
        </p:grpSpPr>
        <p:sp>
          <p:nvSpPr>
            <p:cNvPr id="1743" name="Google Shape;1743;p62"/>
            <p:cNvSpPr/>
            <p:nvPr/>
          </p:nvSpPr>
          <p:spPr>
            <a:xfrm>
              <a:off x="2296525" y="363150"/>
              <a:ext cx="8428800" cy="840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PREDICTION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grpSp>
          <p:nvGrpSpPr>
            <p:cNvPr id="1744" name="Google Shape;1744;p62"/>
            <p:cNvGrpSpPr/>
            <p:nvPr/>
          </p:nvGrpSpPr>
          <p:grpSpPr>
            <a:xfrm>
              <a:off x="4444825" y="0"/>
              <a:ext cx="4133762" cy="641924"/>
              <a:chOff x="4444825" y="0"/>
              <a:chExt cx="4133762" cy="641924"/>
            </a:xfrm>
          </p:grpSpPr>
          <p:grpSp>
            <p:nvGrpSpPr>
              <p:cNvPr id="1745" name="Google Shape;1745;p62"/>
              <p:cNvGrpSpPr/>
              <p:nvPr/>
            </p:nvGrpSpPr>
            <p:grpSpPr>
              <a:xfrm>
                <a:off x="4444825" y="0"/>
                <a:ext cx="46887" cy="641924"/>
                <a:chOff x="4444825" y="0"/>
                <a:chExt cx="46887" cy="641924"/>
              </a:xfrm>
            </p:grpSpPr>
            <p:sp>
              <p:nvSpPr>
                <p:cNvPr id="1746" name="Google Shape;1746;p62"/>
                <p:cNvSpPr/>
                <p:nvPr/>
              </p:nvSpPr>
              <p:spPr>
                <a:xfrm>
                  <a:off x="4444825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7" name="Google Shape;1747;p62"/>
                <p:cNvSpPr/>
                <p:nvPr/>
              </p:nvSpPr>
              <p:spPr>
                <a:xfrm>
                  <a:off x="4464545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48" name="Google Shape;1748;p62"/>
              <p:cNvGrpSpPr/>
              <p:nvPr/>
            </p:nvGrpSpPr>
            <p:grpSpPr>
              <a:xfrm>
                <a:off x="8531700" y="0"/>
                <a:ext cx="46887" cy="641924"/>
                <a:chOff x="2783050" y="0"/>
                <a:chExt cx="46887" cy="641924"/>
              </a:xfrm>
            </p:grpSpPr>
            <p:sp>
              <p:nvSpPr>
                <p:cNvPr id="1749" name="Google Shape;1749;p62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0" name="Google Shape;1750;p62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1751" name="Google Shape;175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488" y="1409025"/>
            <a:ext cx="6317026" cy="37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6" name="Google Shape;1756;p63"/>
          <p:cNvGrpSpPr/>
          <p:nvPr/>
        </p:nvGrpSpPr>
        <p:grpSpPr>
          <a:xfrm>
            <a:off x="314000" y="2020325"/>
            <a:ext cx="8510400" cy="1625025"/>
            <a:chOff x="314000" y="2020325"/>
            <a:chExt cx="8510400" cy="1625025"/>
          </a:xfrm>
        </p:grpSpPr>
        <p:sp>
          <p:nvSpPr>
            <p:cNvPr id="1757" name="Google Shape;1757;p63"/>
            <p:cNvSpPr/>
            <p:nvPr/>
          </p:nvSpPr>
          <p:spPr>
            <a:xfrm>
              <a:off x="314000" y="2542250"/>
              <a:ext cx="8510400" cy="1103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58" name="Google Shape;1758;p63"/>
            <p:cNvGrpSpPr/>
            <p:nvPr/>
          </p:nvGrpSpPr>
          <p:grpSpPr>
            <a:xfrm>
              <a:off x="3524825" y="2020325"/>
              <a:ext cx="2076362" cy="641924"/>
              <a:chOff x="3527575" y="0"/>
              <a:chExt cx="2076362" cy="641924"/>
            </a:xfrm>
          </p:grpSpPr>
          <p:sp>
            <p:nvSpPr>
              <p:cNvPr id="1759" name="Google Shape;1759;p63"/>
              <p:cNvSpPr/>
              <p:nvPr/>
            </p:nvSpPr>
            <p:spPr>
              <a:xfrm>
                <a:off x="3527575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63"/>
              <p:cNvSpPr/>
              <p:nvPr/>
            </p:nvSpPr>
            <p:spPr>
              <a:xfrm>
                <a:off x="3547295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61" name="Google Shape;1761;p63"/>
              <p:cNvGrpSpPr/>
              <p:nvPr/>
            </p:nvGrpSpPr>
            <p:grpSpPr>
              <a:xfrm>
                <a:off x="5557050" y="0"/>
                <a:ext cx="46887" cy="641924"/>
                <a:chOff x="2783050" y="0"/>
                <a:chExt cx="46887" cy="641924"/>
              </a:xfrm>
            </p:grpSpPr>
            <p:sp>
              <p:nvSpPr>
                <p:cNvPr id="1762" name="Google Shape;1762;p63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3" name="Google Shape;1763;p63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764" name="Google Shape;1764;p63"/>
          <p:cNvGrpSpPr/>
          <p:nvPr/>
        </p:nvGrpSpPr>
        <p:grpSpPr>
          <a:xfrm>
            <a:off x="3291400" y="0"/>
            <a:ext cx="2555700" cy="2301750"/>
            <a:chOff x="3294150" y="0"/>
            <a:chExt cx="2555700" cy="2301750"/>
          </a:xfrm>
        </p:grpSpPr>
        <p:sp>
          <p:nvSpPr>
            <p:cNvPr id="1765" name="Google Shape;1765;p63"/>
            <p:cNvSpPr/>
            <p:nvPr/>
          </p:nvSpPr>
          <p:spPr>
            <a:xfrm>
              <a:off x="3294150" y="363150"/>
              <a:ext cx="2555700" cy="1938600"/>
            </a:xfrm>
            <a:prstGeom prst="rect">
              <a:avLst/>
            </a:prstGeom>
            <a:solidFill>
              <a:srgbClr val="FCD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63"/>
            <p:cNvSpPr/>
            <p:nvPr/>
          </p:nvSpPr>
          <p:spPr>
            <a:xfrm>
              <a:off x="3527575" y="595011"/>
              <a:ext cx="46887" cy="46913"/>
            </a:xfrm>
            <a:custGeom>
              <a:rect b="b" l="l" r="r" t="t"/>
              <a:pathLst>
                <a:path extrusionOk="0" h="1808" w="1807">
                  <a:moveTo>
                    <a:pt x="903" y="283"/>
                  </a:moveTo>
                  <a:cubicBezTo>
                    <a:pt x="1247" y="283"/>
                    <a:pt x="1524" y="561"/>
                    <a:pt x="1524" y="904"/>
                  </a:cubicBezTo>
                  <a:cubicBezTo>
                    <a:pt x="1524" y="1247"/>
                    <a:pt x="1247" y="1525"/>
                    <a:pt x="903" y="1525"/>
                  </a:cubicBezTo>
                  <a:cubicBezTo>
                    <a:pt x="560" y="1525"/>
                    <a:pt x="283" y="1247"/>
                    <a:pt x="283" y="904"/>
                  </a:cubicBezTo>
                  <a:cubicBezTo>
                    <a:pt x="283" y="561"/>
                    <a:pt x="560" y="283"/>
                    <a:pt x="903" y="283"/>
                  </a:cubicBezTo>
                  <a:close/>
                  <a:moveTo>
                    <a:pt x="903" y="1"/>
                  </a:moveTo>
                  <a:cubicBezTo>
                    <a:pt x="404" y="1"/>
                    <a:pt x="1" y="405"/>
                    <a:pt x="1" y="904"/>
                  </a:cubicBezTo>
                  <a:cubicBezTo>
                    <a:pt x="1" y="1403"/>
                    <a:pt x="404" y="1807"/>
                    <a:pt x="903" y="1807"/>
                  </a:cubicBezTo>
                  <a:cubicBezTo>
                    <a:pt x="1398" y="1807"/>
                    <a:pt x="1806" y="1403"/>
                    <a:pt x="1806" y="904"/>
                  </a:cubicBezTo>
                  <a:cubicBezTo>
                    <a:pt x="1806" y="405"/>
                    <a:pt x="1398" y="1"/>
                    <a:pt x="903" y="1"/>
                  </a:cubicBez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rgbClr val="0C34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63"/>
            <p:cNvSpPr/>
            <p:nvPr/>
          </p:nvSpPr>
          <p:spPr>
            <a:xfrm>
              <a:off x="3547295" y="0"/>
              <a:ext cx="7343" cy="618485"/>
            </a:xfrm>
            <a:custGeom>
              <a:rect b="b" l="l" r="r" t="t"/>
              <a:pathLst>
                <a:path extrusionOk="0" h="23836" w="283">
                  <a:moveTo>
                    <a:pt x="0" y="1"/>
                  </a:moveTo>
                  <a:lnTo>
                    <a:pt x="0" y="23835"/>
                  </a:lnTo>
                  <a:lnTo>
                    <a:pt x="282" y="23835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0C343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68" name="Google Shape;1768;p63"/>
            <p:cNvGrpSpPr/>
            <p:nvPr/>
          </p:nvGrpSpPr>
          <p:grpSpPr>
            <a:xfrm>
              <a:off x="5557050" y="0"/>
              <a:ext cx="46887" cy="641924"/>
              <a:chOff x="2783050" y="0"/>
              <a:chExt cx="46887" cy="641924"/>
            </a:xfrm>
          </p:grpSpPr>
          <p:sp>
            <p:nvSpPr>
              <p:cNvPr id="1769" name="Google Shape;1769;p63"/>
              <p:cNvSpPr/>
              <p:nvPr/>
            </p:nvSpPr>
            <p:spPr>
              <a:xfrm>
                <a:off x="2783050" y="595011"/>
                <a:ext cx="46887" cy="46913"/>
              </a:xfrm>
              <a:custGeom>
                <a:rect b="b" l="l" r="r" t="t"/>
                <a:pathLst>
                  <a:path extrusionOk="0" h="1808" w="1807">
                    <a:moveTo>
                      <a:pt x="903" y="283"/>
                    </a:moveTo>
                    <a:cubicBezTo>
                      <a:pt x="1247" y="283"/>
                      <a:pt x="1524" y="561"/>
                      <a:pt x="1524" y="904"/>
                    </a:cubicBezTo>
                    <a:cubicBezTo>
                      <a:pt x="1524" y="1247"/>
                      <a:pt x="1247" y="1525"/>
                      <a:pt x="903" y="1525"/>
                    </a:cubicBezTo>
                    <a:cubicBezTo>
                      <a:pt x="560" y="1525"/>
                      <a:pt x="283" y="1247"/>
                      <a:pt x="283" y="904"/>
                    </a:cubicBezTo>
                    <a:cubicBezTo>
                      <a:pt x="283" y="561"/>
                      <a:pt x="560" y="283"/>
                      <a:pt x="903" y="283"/>
                    </a:cubicBezTo>
                    <a:close/>
                    <a:moveTo>
                      <a:pt x="903" y="1"/>
                    </a:moveTo>
                    <a:cubicBezTo>
                      <a:pt x="404" y="1"/>
                      <a:pt x="1" y="405"/>
                      <a:pt x="1" y="904"/>
                    </a:cubicBezTo>
                    <a:cubicBezTo>
                      <a:pt x="1" y="1403"/>
                      <a:pt x="404" y="1807"/>
                      <a:pt x="903" y="1807"/>
                    </a:cubicBezTo>
                    <a:cubicBezTo>
                      <a:pt x="1398" y="1807"/>
                      <a:pt x="1806" y="1403"/>
                      <a:pt x="1806" y="904"/>
                    </a:cubicBezTo>
                    <a:cubicBezTo>
                      <a:pt x="1806" y="405"/>
                      <a:pt x="1398" y="1"/>
                      <a:pt x="903" y="1"/>
                    </a:cubicBezTo>
                    <a:close/>
                  </a:path>
                </a:pathLst>
              </a:custGeom>
              <a:solidFill>
                <a:srgbClr val="0C343D"/>
              </a:solidFill>
              <a:ln cap="flat" cmpd="sng" w="9525">
                <a:solidFill>
                  <a:srgbClr val="0C34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63"/>
              <p:cNvSpPr/>
              <p:nvPr/>
            </p:nvSpPr>
            <p:spPr>
              <a:xfrm>
                <a:off x="2802770" y="0"/>
                <a:ext cx="7343" cy="618485"/>
              </a:xfrm>
              <a:custGeom>
                <a:rect b="b" l="l" r="r" t="t"/>
                <a:pathLst>
                  <a:path extrusionOk="0" h="23836" w="283">
                    <a:moveTo>
                      <a:pt x="0" y="1"/>
                    </a:moveTo>
                    <a:lnTo>
                      <a:pt x="0" y="23835"/>
                    </a:lnTo>
                    <a:lnTo>
                      <a:pt x="282" y="23835"/>
                    </a:lnTo>
                    <a:lnTo>
                      <a:pt x="2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71" name="Google Shape;1771;p63"/>
          <p:cNvSpPr/>
          <p:nvPr/>
        </p:nvSpPr>
        <p:spPr>
          <a:xfrm>
            <a:off x="4440650" y="0"/>
            <a:ext cx="262800" cy="2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63"/>
          <p:cNvSpPr txBox="1"/>
          <p:nvPr>
            <p:ph type="ctrTitle"/>
          </p:nvPr>
        </p:nvSpPr>
        <p:spPr>
          <a:xfrm>
            <a:off x="1678462" y="2542250"/>
            <a:ext cx="5797500" cy="11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773" name="Google Shape;1773;p63"/>
          <p:cNvSpPr txBox="1"/>
          <p:nvPr>
            <p:ph idx="1" type="subTitle"/>
          </p:nvPr>
        </p:nvSpPr>
        <p:spPr>
          <a:xfrm>
            <a:off x="916450" y="3738150"/>
            <a:ext cx="7321500" cy="3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and synthesis of the discussion, conclusion and scheduling</a:t>
            </a:r>
            <a:endParaRPr/>
          </a:p>
        </p:txBody>
      </p:sp>
      <p:sp>
        <p:nvSpPr>
          <p:cNvPr id="1774" name="Google Shape;1774;p63"/>
          <p:cNvSpPr txBox="1"/>
          <p:nvPr>
            <p:ph idx="2" type="title"/>
          </p:nvPr>
        </p:nvSpPr>
        <p:spPr>
          <a:xfrm>
            <a:off x="3783712" y="877525"/>
            <a:ext cx="1587000" cy="10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9" name="Google Shape;1779;p64"/>
          <p:cNvGrpSpPr/>
          <p:nvPr/>
        </p:nvGrpSpPr>
        <p:grpSpPr>
          <a:xfrm>
            <a:off x="372688" y="-71900"/>
            <a:ext cx="8428800" cy="1204050"/>
            <a:chOff x="2296525" y="0"/>
            <a:chExt cx="8428800" cy="1204050"/>
          </a:xfrm>
        </p:grpSpPr>
        <p:sp>
          <p:nvSpPr>
            <p:cNvPr id="1780" name="Google Shape;1780;p64"/>
            <p:cNvSpPr/>
            <p:nvPr/>
          </p:nvSpPr>
          <p:spPr>
            <a:xfrm>
              <a:off x="2296525" y="363150"/>
              <a:ext cx="8428800" cy="840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jalla One"/>
                  <a:ea typeface="Fjalla One"/>
                  <a:cs typeface="Fjalla One"/>
                  <a:sym typeface="Fjalla One"/>
                </a:rPr>
                <a:t>CONCLUSIONS</a:t>
              </a:r>
              <a:endParaRPr sz="2700"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grpSp>
          <p:nvGrpSpPr>
            <p:cNvPr id="1781" name="Google Shape;1781;p64"/>
            <p:cNvGrpSpPr/>
            <p:nvPr/>
          </p:nvGrpSpPr>
          <p:grpSpPr>
            <a:xfrm>
              <a:off x="4444825" y="0"/>
              <a:ext cx="4133762" cy="641924"/>
              <a:chOff x="4444825" y="0"/>
              <a:chExt cx="4133762" cy="641924"/>
            </a:xfrm>
          </p:grpSpPr>
          <p:grpSp>
            <p:nvGrpSpPr>
              <p:cNvPr id="1782" name="Google Shape;1782;p64"/>
              <p:cNvGrpSpPr/>
              <p:nvPr/>
            </p:nvGrpSpPr>
            <p:grpSpPr>
              <a:xfrm>
                <a:off x="4444825" y="0"/>
                <a:ext cx="46887" cy="641924"/>
                <a:chOff x="4444825" y="0"/>
                <a:chExt cx="46887" cy="641924"/>
              </a:xfrm>
            </p:grpSpPr>
            <p:sp>
              <p:nvSpPr>
                <p:cNvPr id="1783" name="Google Shape;1783;p64"/>
                <p:cNvSpPr/>
                <p:nvPr/>
              </p:nvSpPr>
              <p:spPr>
                <a:xfrm>
                  <a:off x="4444825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4" name="Google Shape;1784;p64"/>
                <p:cNvSpPr/>
                <p:nvPr/>
              </p:nvSpPr>
              <p:spPr>
                <a:xfrm>
                  <a:off x="4464545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85" name="Google Shape;1785;p64"/>
              <p:cNvGrpSpPr/>
              <p:nvPr/>
            </p:nvGrpSpPr>
            <p:grpSpPr>
              <a:xfrm>
                <a:off x="8531700" y="0"/>
                <a:ext cx="46887" cy="641924"/>
                <a:chOff x="2783050" y="0"/>
                <a:chExt cx="46887" cy="641924"/>
              </a:xfrm>
            </p:grpSpPr>
            <p:sp>
              <p:nvSpPr>
                <p:cNvPr id="1786" name="Google Shape;1786;p64"/>
                <p:cNvSpPr/>
                <p:nvPr/>
              </p:nvSpPr>
              <p:spPr>
                <a:xfrm>
                  <a:off x="2783050" y="595011"/>
                  <a:ext cx="46887" cy="46913"/>
                </a:xfrm>
                <a:custGeom>
                  <a:rect b="b" l="l" r="r" t="t"/>
                  <a:pathLst>
                    <a:path extrusionOk="0" h="1808" w="1807">
                      <a:moveTo>
                        <a:pt x="903" y="283"/>
                      </a:moveTo>
                      <a:cubicBezTo>
                        <a:pt x="1247" y="283"/>
                        <a:pt x="1524" y="561"/>
                        <a:pt x="1524" y="904"/>
                      </a:cubicBezTo>
                      <a:cubicBezTo>
                        <a:pt x="1524" y="1247"/>
                        <a:pt x="1247" y="1525"/>
                        <a:pt x="903" y="1525"/>
                      </a:cubicBezTo>
                      <a:cubicBezTo>
                        <a:pt x="560" y="1525"/>
                        <a:pt x="283" y="1247"/>
                        <a:pt x="283" y="904"/>
                      </a:cubicBezTo>
                      <a:cubicBezTo>
                        <a:pt x="283" y="561"/>
                        <a:pt x="560" y="283"/>
                        <a:pt x="903" y="283"/>
                      </a:cubicBezTo>
                      <a:close/>
                      <a:moveTo>
                        <a:pt x="903" y="1"/>
                      </a:moveTo>
                      <a:cubicBezTo>
                        <a:pt x="404" y="1"/>
                        <a:pt x="1" y="405"/>
                        <a:pt x="1" y="904"/>
                      </a:cubicBezTo>
                      <a:cubicBezTo>
                        <a:pt x="1" y="1403"/>
                        <a:pt x="404" y="1807"/>
                        <a:pt x="903" y="1807"/>
                      </a:cubicBezTo>
                      <a:cubicBezTo>
                        <a:pt x="1398" y="1807"/>
                        <a:pt x="1806" y="1403"/>
                        <a:pt x="1806" y="904"/>
                      </a:cubicBezTo>
                      <a:cubicBezTo>
                        <a:pt x="1806" y="405"/>
                        <a:pt x="1398" y="1"/>
                        <a:pt x="903" y="1"/>
                      </a:cubicBez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7" name="Google Shape;1787;p64"/>
                <p:cNvSpPr/>
                <p:nvPr/>
              </p:nvSpPr>
              <p:spPr>
                <a:xfrm>
                  <a:off x="2802770" y="0"/>
                  <a:ext cx="7343" cy="618485"/>
                </a:xfrm>
                <a:custGeom>
                  <a:rect b="b" l="l" r="r" t="t"/>
                  <a:pathLst>
                    <a:path extrusionOk="0" h="23836" w="283">
                      <a:moveTo>
                        <a:pt x="0" y="1"/>
                      </a:moveTo>
                      <a:lnTo>
                        <a:pt x="0" y="23835"/>
                      </a:lnTo>
                      <a:lnTo>
                        <a:pt x="282" y="23835"/>
                      </a:lnTo>
                      <a:lnTo>
                        <a:pt x="282" y="1"/>
                      </a:lnTo>
                      <a:close/>
                    </a:path>
                  </a:pathLst>
                </a:custGeom>
                <a:solidFill>
                  <a:srgbClr val="0C343D"/>
                </a:solidFill>
                <a:ln cap="flat" cmpd="sng" w="9525">
                  <a:solidFill>
                    <a:srgbClr val="0C34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788" name="Google Shape;1788;p64"/>
          <p:cNvGrpSpPr/>
          <p:nvPr/>
        </p:nvGrpSpPr>
        <p:grpSpPr>
          <a:xfrm>
            <a:off x="767027" y="2196419"/>
            <a:ext cx="2860042" cy="2061012"/>
            <a:chOff x="973313" y="2950313"/>
            <a:chExt cx="1331863" cy="1112738"/>
          </a:xfrm>
        </p:grpSpPr>
        <p:cxnSp>
          <p:nvCxnSpPr>
            <p:cNvPr id="1789" name="Google Shape;1789;p64"/>
            <p:cNvCxnSpPr/>
            <p:nvPr/>
          </p:nvCxnSpPr>
          <p:spPr>
            <a:xfrm>
              <a:off x="973313" y="2950313"/>
              <a:ext cx="0" cy="167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0" name="Google Shape;1790;p64"/>
            <p:cNvCxnSpPr/>
            <p:nvPr/>
          </p:nvCxnSpPr>
          <p:spPr>
            <a:xfrm>
              <a:off x="973313" y="3895250"/>
              <a:ext cx="0" cy="167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1" name="Google Shape;1791;p64"/>
            <p:cNvCxnSpPr/>
            <p:nvPr/>
          </p:nvCxnSpPr>
          <p:spPr>
            <a:xfrm>
              <a:off x="2305175" y="2950313"/>
              <a:ext cx="0" cy="167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2" name="Google Shape;1792;p64"/>
            <p:cNvCxnSpPr/>
            <p:nvPr/>
          </p:nvCxnSpPr>
          <p:spPr>
            <a:xfrm>
              <a:off x="973313" y="3427125"/>
              <a:ext cx="0" cy="167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3" name="Google Shape;1793;p64"/>
            <p:cNvCxnSpPr/>
            <p:nvPr/>
          </p:nvCxnSpPr>
          <p:spPr>
            <a:xfrm>
              <a:off x="2305175" y="3422788"/>
              <a:ext cx="0" cy="167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4" name="Google Shape;1794;p64"/>
            <p:cNvCxnSpPr/>
            <p:nvPr/>
          </p:nvCxnSpPr>
          <p:spPr>
            <a:xfrm>
              <a:off x="2305175" y="3895350"/>
              <a:ext cx="0" cy="167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95" name="Google Shape;1795;p64"/>
          <p:cNvSpPr txBox="1"/>
          <p:nvPr/>
        </p:nvSpPr>
        <p:spPr>
          <a:xfrm>
            <a:off x="449300" y="3329950"/>
            <a:ext cx="3468300" cy="695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There is no relationship between the gender and the type of products they buy.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96" name="Google Shape;1796;p64"/>
          <p:cNvSpPr txBox="1"/>
          <p:nvPr/>
        </p:nvSpPr>
        <p:spPr>
          <a:xfrm>
            <a:off x="449300" y="2521797"/>
            <a:ext cx="3468300" cy="55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The average number of products that customers buy is greater than 5.</a:t>
            </a:r>
            <a:endParaRPr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97" name="Google Shape;1797;p64"/>
          <p:cNvSpPr txBox="1"/>
          <p:nvPr/>
        </p:nvSpPr>
        <p:spPr>
          <a:xfrm>
            <a:off x="449354" y="1653400"/>
            <a:ext cx="3468300" cy="55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HYPOTHESIS</a:t>
            </a:r>
            <a:endParaRPr sz="18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798" name="Google Shape;1798;p64"/>
          <p:cNvSpPr txBox="1"/>
          <p:nvPr/>
        </p:nvSpPr>
        <p:spPr>
          <a:xfrm>
            <a:off x="449300" y="4169348"/>
            <a:ext cx="3468300" cy="645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There is no relationship between the time of the month of and the quantity of products.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9" name="Google Shape;1799;p64"/>
          <p:cNvPicPr preferRelativeResize="0"/>
          <p:nvPr/>
        </p:nvPicPr>
        <p:blipFill rotWithShape="1">
          <a:blip r:embed="rId3">
            <a:alphaModFix/>
          </a:blip>
          <a:srcRect b="3838" l="0" r="4553" t="5631"/>
          <a:stretch/>
        </p:blipFill>
        <p:spPr>
          <a:xfrm>
            <a:off x="4572000" y="1894162"/>
            <a:ext cx="4229500" cy="2920788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28625" rotWithShape="0" algn="bl" dist="95250">
              <a:srgbClr val="000000">
                <a:alpha val="50000"/>
              </a:srgbClr>
            </a:outerShdw>
          </a:effectLst>
        </p:spPr>
      </p:pic>
      <p:sp>
        <p:nvSpPr>
          <p:cNvPr id="1800" name="Google Shape;1800;p64"/>
          <p:cNvSpPr txBox="1"/>
          <p:nvPr/>
        </p:nvSpPr>
        <p:spPr>
          <a:xfrm>
            <a:off x="5554550" y="1426850"/>
            <a:ext cx="226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92329"/>
                </a:solidFill>
                <a:latin typeface="Barlow"/>
                <a:ea typeface="Barlow"/>
                <a:cs typeface="Barlow"/>
                <a:sym typeface="Barlow"/>
              </a:rPr>
              <a:t>REGRESSION MODEL</a:t>
            </a:r>
            <a:endParaRPr sz="1800">
              <a:solidFill>
                <a:srgbClr val="09232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5" name="Google Shape;1805;p65"/>
          <p:cNvGrpSpPr/>
          <p:nvPr/>
        </p:nvGrpSpPr>
        <p:grpSpPr>
          <a:xfrm>
            <a:off x="3123184" y="541125"/>
            <a:ext cx="5701789" cy="3888600"/>
            <a:chOff x="2001575" y="1865051"/>
            <a:chExt cx="6822770" cy="3888600"/>
          </a:xfrm>
        </p:grpSpPr>
        <p:sp>
          <p:nvSpPr>
            <p:cNvPr id="1806" name="Google Shape;1806;p65"/>
            <p:cNvSpPr/>
            <p:nvPr/>
          </p:nvSpPr>
          <p:spPr>
            <a:xfrm>
              <a:off x="2455645" y="1865051"/>
              <a:ext cx="6368700" cy="3888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65"/>
            <p:cNvSpPr/>
            <p:nvPr/>
          </p:nvSpPr>
          <p:spPr>
            <a:xfrm rot="-5400000">
              <a:off x="1976825" y="2518851"/>
              <a:ext cx="511200" cy="461700"/>
            </a:xfrm>
            <a:prstGeom prst="triangle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8" name="Google Shape;1808;p65"/>
          <p:cNvSpPr/>
          <p:nvPr/>
        </p:nvSpPr>
        <p:spPr>
          <a:xfrm>
            <a:off x="3214758" y="4518769"/>
            <a:ext cx="1474711" cy="337932"/>
          </a:xfrm>
          <a:custGeom>
            <a:rect b="b" l="l" r="r" t="t"/>
            <a:pathLst>
              <a:path extrusionOk="0" h="6446" w="41064">
                <a:moveTo>
                  <a:pt x="20534" y="1"/>
                </a:moveTo>
                <a:cubicBezTo>
                  <a:pt x="9191" y="1"/>
                  <a:pt x="0" y="1445"/>
                  <a:pt x="0" y="3225"/>
                </a:cubicBezTo>
                <a:cubicBezTo>
                  <a:pt x="0" y="5004"/>
                  <a:pt x="9191" y="6445"/>
                  <a:pt x="20534" y="6445"/>
                </a:cubicBezTo>
                <a:cubicBezTo>
                  <a:pt x="31872" y="6445"/>
                  <a:pt x="41063" y="5004"/>
                  <a:pt x="41063" y="3225"/>
                </a:cubicBezTo>
                <a:cubicBezTo>
                  <a:pt x="41063" y="1445"/>
                  <a:pt x="31872" y="1"/>
                  <a:pt x="20534" y="1"/>
                </a:cubicBezTo>
                <a:close/>
              </a:path>
            </a:pathLst>
          </a:custGeom>
          <a:solidFill>
            <a:srgbClr val="092329">
              <a:alpha val="125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65"/>
          <p:cNvSpPr txBox="1"/>
          <p:nvPr>
            <p:ph type="title"/>
          </p:nvPr>
        </p:nvSpPr>
        <p:spPr>
          <a:xfrm>
            <a:off x="3970975" y="262525"/>
            <a:ext cx="4348200" cy="2678400"/>
          </a:xfrm>
          <a:prstGeom prst="rect">
            <a:avLst/>
          </a:prstGeom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THANKS FOR YOUR ATTENTION</a:t>
            </a:r>
            <a:endParaRPr sz="4200"/>
          </a:p>
        </p:txBody>
      </p:sp>
      <p:sp>
        <p:nvSpPr>
          <p:cNvPr id="1810" name="Google Shape;1810;p65"/>
          <p:cNvSpPr/>
          <p:nvPr/>
        </p:nvSpPr>
        <p:spPr>
          <a:xfrm>
            <a:off x="2356450" y="2303507"/>
            <a:ext cx="19066" cy="171672"/>
          </a:xfrm>
          <a:custGeom>
            <a:rect b="b" l="l" r="r" t="t"/>
            <a:pathLst>
              <a:path extrusionOk="0" h="4547" w="505">
                <a:moveTo>
                  <a:pt x="1" y="1"/>
                </a:moveTo>
                <a:cubicBezTo>
                  <a:pt x="103" y="367"/>
                  <a:pt x="139" y="747"/>
                  <a:pt x="173" y="1128"/>
                </a:cubicBezTo>
                <a:cubicBezTo>
                  <a:pt x="205" y="1505"/>
                  <a:pt x="226" y="1886"/>
                  <a:pt x="240" y="2266"/>
                </a:cubicBezTo>
                <a:cubicBezTo>
                  <a:pt x="269" y="3024"/>
                  <a:pt x="279" y="3785"/>
                  <a:pt x="272" y="4546"/>
                </a:cubicBezTo>
                <a:lnTo>
                  <a:pt x="505" y="4543"/>
                </a:lnTo>
                <a:cubicBezTo>
                  <a:pt x="473" y="3777"/>
                  <a:pt x="424" y="3016"/>
                  <a:pt x="357" y="2255"/>
                </a:cubicBezTo>
                <a:cubicBezTo>
                  <a:pt x="321" y="1879"/>
                  <a:pt x="282" y="1498"/>
                  <a:pt x="233" y="1121"/>
                </a:cubicBezTo>
                <a:cubicBezTo>
                  <a:pt x="177" y="744"/>
                  <a:pt x="121" y="363"/>
                  <a:pt x="1" y="1"/>
                </a:cubicBezTo>
                <a:close/>
              </a:path>
            </a:pathLst>
          </a:custGeom>
          <a:solidFill>
            <a:srgbClr val="8E4C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1" name="Google Shape;1811;p65"/>
          <p:cNvGrpSpPr/>
          <p:nvPr/>
        </p:nvGrpSpPr>
        <p:grpSpPr>
          <a:xfrm>
            <a:off x="586932" y="1080441"/>
            <a:ext cx="2563833" cy="3776106"/>
            <a:chOff x="586952" y="1906150"/>
            <a:chExt cx="2003307" cy="2950544"/>
          </a:xfrm>
        </p:grpSpPr>
        <p:sp>
          <p:nvSpPr>
            <p:cNvPr id="1812" name="Google Shape;1812;p65"/>
            <p:cNvSpPr/>
            <p:nvPr/>
          </p:nvSpPr>
          <p:spPr>
            <a:xfrm>
              <a:off x="586952" y="4592650"/>
              <a:ext cx="2003307" cy="264044"/>
            </a:xfrm>
            <a:custGeom>
              <a:rect b="b" l="l" r="r" t="t"/>
              <a:pathLst>
                <a:path extrusionOk="0" h="6446" w="41064">
                  <a:moveTo>
                    <a:pt x="20534" y="1"/>
                  </a:moveTo>
                  <a:cubicBezTo>
                    <a:pt x="9191" y="1"/>
                    <a:pt x="0" y="1445"/>
                    <a:pt x="0" y="3225"/>
                  </a:cubicBezTo>
                  <a:cubicBezTo>
                    <a:pt x="0" y="5004"/>
                    <a:pt x="9191" y="6445"/>
                    <a:pt x="20534" y="6445"/>
                  </a:cubicBezTo>
                  <a:cubicBezTo>
                    <a:pt x="31872" y="6445"/>
                    <a:pt x="41063" y="5004"/>
                    <a:pt x="41063" y="3225"/>
                  </a:cubicBezTo>
                  <a:cubicBezTo>
                    <a:pt x="41063" y="1445"/>
                    <a:pt x="31872" y="1"/>
                    <a:pt x="20534" y="1"/>
                  </a:cubicBezTo>
                  <a:close/>
                </a:path>
              </a:pathLst>
            </a:custGeom>
            <a:solidFill>
              <a:srgbClr val="092329">
                <a:alpha val="12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65"/>
            <p:cNvSpPr/>
            <p:nvPr/>
          </p:nvSpPr>
          <p:spPr>
            <a:xfrm>
              <a:off x="1221877" y="3430001"/>
              <a:ext cx="928584" cy="1085532"/>
            </a:xfrm>
            <a:custGeom>
              <a:rect b="b" l="l" r="r" t="t"/>
              <a:pathLst>
                <a:path extrusionOk="0" h="28752" w="24595">
                  <a:moveTo>
                    <a:pt x="503" y="0"/>
                  </a:moveTo>
                  <a:cubicBezTo>
                    <a:pt x="503" y="0"/>
                    <a:pt x="183" y="5131"/>
                    <a:pt x="412" y="6917"/>
                  </a:cubicBezTo>
                  <a:cubicBezTo>
                    <a:pt x="641" y="8704"/>
                    <a:pt x="1053" y="21875"/>
                    <a:pt x="1145" y="22746"/>
                  </a:cubicBezTo>
                  <a:cubicBezTo>
                    <a:pt x="1237" y="23616"/>
                    <a:pt x="458" y="24987"/>
                    <a:pt x="778" y="25261"/>
                  </a:cubicBezTo>
                  <a:cubicBezTo>
                    <a:pt x="1100" y="25536"/>
                    <a:pt x="550" y="26040"/>
                    <a:pt x="275" y="26773"/>
                  </a:cubicBezTo>
                  <a:cubicBezTo>
                    <a:pt x="0" y="27506"/>
                    <a:pt x="641" y="28743"/>
                    <a:pt x="641" y="28743"/>
                  </a:cubicBezTo>
                  <a:cubicBezTo>
                    <a:pt x="641" y="28743"/>
                    <a:pt x="704" y="28752"/>
                    <a:pt x="825" y="28752"/>
                  </a:cubicBezTo>
                  <a:cubicBezTo>
                    <a:pt x="1190" y="28752"/>
                    <a:pt x="2083" y="28674"/>
                    <a:pt x="3390" y="28055"/>
                  </a:cubicBezTo>
                  <a:cubicBezTo>
                    <a:pt x="5313" y="26269"/>
                    <a:pt x="4443" y="25353"/>
                    <a:pt x="4168" y="24528"/>
                  </a:cubicBezTo>
                  <a:cubicBezTo>
                    <a:pt x="3894" y="23707"/>
                    <a:pt x="3435" y="22287"/>
                    <a:pt x="5863" y="19997"/>
                  </a:cubicBezTo>
                  <a:cubicBezTo>
                    <a:pt x="8291" y="17707"/>
                    <a:pt x="12001" y="10948"/>
                    <a:pt x="12001" y="10948"/>
                  </a:cubicBezTo>
                  <a:cubicBezTo>
                    <a:pt x="12001" y="10948"/>
                    <a:pt x="13785" y="18045"/>
                    <a:pt x="14151" y="20381"/>
                  </a:cubicBezTo>
                  <a:cubicBezTo>
                    <a:pt x="14517" y="22718"/>
                    <a:pt x="15021" y="25008"/>
                    <a:pt x="13692" y="26016"/>
                  </a:cubicBezTo>
                  <a:cubicBezTo>
                    <a:pt x="12368" y="27023"/>
                    <a:pt x="14196" y="27893"/>
                    <a:pt x="14196" y="27893"/>
                  </a:cubicBezTo>
                  <a:cubicBezTo>
                    <a:pt x="14196" y="27893"/>
                    <a:pt x="14507" y="27973"/>
                    <a:pt x="14958" y="27973"/>
                  </a:cubicBezTo>
                  <a:cubicBezTo>
                    <a:pt x="15590" y="27973"/>
                    <a:pt x="16499" y="27817"/>
                    <a:pt x="17220" y="27069"/>
                  </a:cubicBezTo>
                  <a:cubicBezTo>
                    <a:pt x="19693" y="24412"/>
                    <a:pt x="16990" y="26657"/>
                    <a:pt x="17907" y="23267"/>
                  </a:cubicBezTo>
                  <a:cubicBezTo>
                    <a:pt x="18823" y="19877"/>
                    <a:pt x="24595" y="1238"/>
                    <a:pt x="24595" y="1238"/>
                  </a:cubicBezTo>
                  <a:lnTo>
                    <a:pt x="7833" y="367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65"/>
            <p:cNvSpPr/>
            <p:nvPr/>
          </p:nvSpPr>
          <p:spPr>
            <a:xfrm>
              <a:off x="1710749" y="3635532"/>
              <a:ext cx="106167" cy="207577"/>
            </a:xfrm>
            <a:custGeom>
              <a:rect b="b" l="l" r="r" t="t"/>
              <a:pathLst>
                <a:path extrusionOk="0" h="5498" w="2812">
                  <a:moveTo>
                    <a:pt x="2579" y="1"/>
                  </a:moveTo>
                  <a:cubicBezTo>
                    <a:pt x="2111" y="2411"/>
                    <a:pt x="21" y="5332"/>
                    <a:pt x="0" y="5360"/>
                  </a:cubicBezTo>
                  <a:lnTo>
                    <a:pt x="190" y="5498"/>
                  </a:lnTo>
                  <a:cubicBezTo>
                    <a:pt x="211" y="5469"/>
                    <a:pt x="2332" y="2506"/>
                    <a:pt x="2812" y="43"/>
                  </a:cubicBezTo>
                  <a:lnTo>
                    <a:pt x="25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65"/>
            <p:cNvSpPr/>
            <p:nvPr/>
          </p:nvSpPr>
          <p:spPr>
            <a:xfrm>
              <a:off x="1645964" y="3638212"/>
              <a:ext cx="90876" cy="217507"/>
            </a:xfrm>
            <a:custGeom>
              <a:rect b="b" l="l" r="r" t="t"/>
              <a:pathLst>
                <a:path extrusionOk="0" h="5761" w="2407">
                  <a:moveTo>
                    <a:pt x="2174" y="0"/>
                  </a:moveTo>
                  <a:cubicBezTo>
                    <a:pt x="1773" y="2752"/>
                    <a:pt x="18" y="5609"/>
                    <a:pt x="0" y="5638"/>
                  </a:cubicBezTo>
                  <a:lnTo>
                    <a:pt x="197" y="5761"/>
                  </a:lnTo>
                  <a:cubicBezTo>
                    <a:pt x="215" y="5733"/>
                    <a:pt x="1994" y="2833"/>
                    <a:pt x="2407" y="36"/>
                  </a:cubicBezTo>
                  <a:lnTo>
                    <a:pt x="21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65"/>
            <p:cNvSpPr/>
            <p:nvPr/>
          </p:nvSpPr>
          <p:spPr>
            <a:xfrm>
              <a:off x="1243925" y="3589774"/>
              <a:ext cx="147320" cy="183603"/>
            </a:xfrm>
            <a:custGeom>
              <a:rect b="b" l="l" r="r" t="t"/>
              <a:pathLst>
                <a:path extrusionOk="0" h="4863" w="3902">
                  <a:moveTo>
                    <a:pt x="3902" y="0"/>
                  </a:moveTo>
                  <a:lnTo>
                    <a:pt x="3902" y="0"/>
                  </a:lnTo>
                  <a:cubicBezTo>
                    <a:pt x="3687" y="486"/>
                    <a:pt x="3415" y="941"/>
                    <a:pt x="3147" y="1392"/>
                  </a:cubicBezTo>
                  <a:cubicBezTo>
                    <a:pt x="2872" y="1839"/>
                    <a:pt x="2580" y="2277"/>
                    <a:pt x="2259" y="2689"/>
                  </a:cubicBezTo>
                  <a:cubicBezTo>
                    <a:pt x="1942" y="3105"/>
                    <a:pt x="1594" y="3496"/>
                    <a:pt x="1223" y="3869"/>
                  </a:cubicBezTo>
                  <a:cubicBezTo>
                    <a:pt x="846" y="4228"/>
                    <a:pt x="438" y="4560"/>
                    <a:pt x="1" y="4863"/>
                  </a:cubicBezTo>
                  <a:cubicBezTo>
                    <a:pt x="483" y="4641"/>
                    <a:pt x="938" y="4349"/>
                    <a:pt x="1347" y="4004"/>
                  </a:cubicBezTo>
                  <a:cubicBezTo>
                    <a:pt x="1752" y="3651"/>
                    <a:pt x="2118" y="3256"/>
                    <a:pt x="2446" y="2833"/>
                  </a:cubicBezTo>
                  <a:cubicBezTo>
                    <a:pt x="2770" y="2407"/>
                    <a:pt x="3059" y="1953"/>
                    <a:pt x="3306" y="1480"/>
                  </a:cubicBezTo>
                  <a:cubicBezTo>
                    <a:pt x="3552" y="1008"/>
                    <a:pt x="3771" y="519"/>
                    <a:pt x="39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65"/>
            <p:cNvSpPr/>
            <p:nvPr/>
          </p:nvSpPr>
          <p:spPr>
            <a:xfrm>
              <a:off x="2039999" y="3610501"/>
              <a:ext cx="31790" cy="136975"/>
            </a:xfrm>
            <a:custGeom>
              <a:rect b="b" l="l" r="r" t="t"/>
              <a:pathLst>
                <a:path extrusionOk="0" h="3628" w="842">
                  <a:moveTo>
                    <a:pt x="0" y="1"/>
                  </a:moveTo>
                  <a:cubicBezTo>
                    <a:pt x="131" y="611"/>
                    <a:pt x="282" y="1206"/>
                    <a:pt x="412" y="1809"/>
                  </a:cubicBezTo>
                  <a:cubicBezTo>
                    <a:pt x="482" y="2108"/>
                    <a:pt x="536" y="2411"/>
                    <a:pt x="599" y="2710"/>
                  </a:cubicBezTo>
                  <a:cubicBezTo>
                    <a:pt x="656" y="3014"/>
                    <a:pt x="701" y="3317"/>
                    <a:pt x="754" y="3627"/>
                  </a:cubicBezTo>
                  <a:cubicBezTo>
                    <a:pt x="842" y="3003"/>
                    <a:pt x="772" y="2369"/>
                    <a:pt x="641" y="1759"/>
                  </a:cubicBezTo>
                  <a:cubicBezTo>
                    <a:pt x="571" y="1453"/>
                    <a:pt x="487" y="1150"/>
                    <a:pt x="381" y="857"/>
                  </a:cubicBezTo>
                  <a:cubicBezTo>
                    <a:pt x="275" y="562"/>
                    <a:pt x="155" y="27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65"/>
            <p:cNvSpPr/>
            <p:nvPr/>
          </p:nvSpPr>
          <p:spPr>
            <a:xfrm>
              <a:off x="1530777" y="3824829"/>
              <a:ext cx="292148" cy="69998"/>
            </a:xfrm>
            <a:custGeom>
              <a:rect b="b" l="l" r="r" t="t"/>
              <a:pathLst>
                <a:path extrusionOk="0" h="1854" w="7738">
                  <a:moveTo>
                    <a:pt x="7428" y="0"/>
                  </a:moveTo>
                  <a:cubicBezTo>
                    <a:pt x="6862" y="0"/>
                    <a:pt x="6296" y="40"/>
                    <a:pt x="5733" y="99"/>
                  </a:cubicBezTo>
                  <a:cubicBezTo>
                    <a:pt x="5063" y="170"/>
                    <a:pt x="4404" y="282"/>
                    <a:pt x="3745" y="424"/>
                  </a:cubicBezTo>
                  <a:cubicBezTo>
                    <a:pt x="3090" y="568"/>
                    <a:pt x="2445" y="754"/>
                    <a:pt x="1814" y="987"/>
                  </a:cubicBezTo>
                  <a:cubicBezTo>
                    <a:pt x="1184" y="1219"/>
                    <a:pt x="574" y="1505"/>
                    <a:pt x="0" y="1854"/>
                  </a:cubicBezTo>
                  <a:cubicBezTo>
                    <a:pt x="313" y="1734"/>
                    <a:pt x="613" y="1583"/>
                    <a:pt x="930" y="1481"/>
                  </a:cubicBezTo>
                  <a:cubicBezTo>
                    <a:pt x="1236" y="1357"/>
                    <a:pt x="1557" y="1258"/>
                    <a:pt x="1871" y="1156"/>
                  </a:cubicBezTo>
                  <a:cubicBezTo>
                    <a:pt x="2508" y="970"/>
                    <a:pt x="3146" y="790"/>
                    <a:pt x="3798" y="653"/>
                  </a:cubicBezTo>
                  <a:cubicBezTo>
                    <a:pt x="4447" y="508"/>
                    <a:pt x="5099" y="388"/>
                    <a:pt x="5754" y="279"/>
                  </a:cubicBezTo>
                  <a:cubicBezTo>
                    <a:pt x="6085" y="222"/>
                    <a:pt x="6413" y="173"/>
                    <a:pt x="6744" y="131"/>
                  </a:cubicBezTo>
                  <a:cubicBezTo>
                    <a:pt x="7071" y="82"/>
                    <a:pt x="7406" y="46"/>
                    <a:pt x="7738" y="4"/>
                  </a:cubicBezTo>
                  <a:cubicBezTo>
                    <a:pt x="7635" y="1"/>
                    <a:pt x="7531" y="0"/>
                    <a:pt x="7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65"/>
            <p:cNvSpPr/>
            <p:nvPr/>
          </p:nvSpPr>
          <p:spPr>
            <a:xfrm>
              <a:off x="1406530" y="2031039"/>
              <a:ext cx="169218" cy="90008"/>
            </a:xfrm>
            <a:custGeom>
              <a:rect b="b" l="l" r="r" t="t"/>
              <a:pathLst>
                <a:path extrusionOk="0" h="2384" w="4482">
                  <a:moveTo>
                    <a:pt x="3742" y="1"/>
                  </a:moveTo>
                  <a:lnTo>
                    <a:pt x="3168" y="523"/>
                  </a:lnTo>
                  <a:cubicBezTo>
                    <a:pt x="3168" y="523"/>
                    <a:pt x="616" y="1865"/>
                    <a:pt x="94" y="2277"/>
                  </a:cubicBezTo>
                  <a:cubicBezTo>
                    <a:pt x="1" y="2352"/>
                    <a:pt x="33" y="2383"/>
                    <a:pt x="154" y="2383"/>
                  </a:cubicBezTo>
                  <a:cubicBezTo>
                    <a:pt x="704" y="2383"/>
                    <a:pt x="3084" y="1730"/>
                    <a:pt x="3714" y="1481"/>
                  </a:cubicBezTo>
                  <a:cubicBezTo>
                    <a:pt x="4482" y="1181"/>
                    <a:pt x="3742" y="1"/>
                    <a:pt x="3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65"/>
            <p:cNvSpPr/>
            <p:nvPr/>
          </p:nvSpPr>
          <p:spPr>
            <a:xfrm>
              <a:off x="1967474" y="2275079"/>
              <a:ext cx="457138" cy="1020216"/>
            </a:xfrm>
            <a:custGeom>
              <a:rect b="b" l="l" r="r" t="t"/>
              <a:pathLst>
                <a:path extrusionOk="0" h="27022" w="12108">
                  <a:moveTo>
                    <a:pt x="7986" y="1"/>
                  </a:moveTo>
                  <a:cubicBezTo>
                    <a:pt x="7481" y="1"/>
                    <a:pt x="7089" y="90"/>
                    <a:pt x="7009" y="211"/>
                  </a:cubicBezTo>
                  <a:cubicBezTo>
                    <a:pt x="6801" y="521"/>
                    <a:pt x="6699" y="848"/>
                    <a:pt x="6801" y="3735"/>
                  </a:cubicBezTo>
                  <a:cubicBezTo>
                    <a:pt x="6431" y="3091"/>
                    <a:pt x="6142" y="2853"/>
                    <a:pt x="5939" y="2853"/>
                  </a:cubicBezTo>
                  <a:cubicBezTo>
                    <a:pt x="5606" y="2853"/>
                    <a:pt x="5507" y="3497"/>
                    <a:pt x="5667" y="4041"/>
                  </a:cubicBezTo>
                  <a:cubicBezTo>
                    <a:pt x="5927" y="4919"/>
                    <a:pt x="6132" y="8009"/>
                    <a:pt x="6287" y="8526"/>
                  </a:cubicBezTo>
                  <a:cubicBezTo>
                    <a:pt x="6442" y="9041"/>
                    <a:pt x="7214" y="9609"/>
                    <a:pt x="7214" y="9609"/>
                  </a:cubicBezTo>
                  <a:lnTo>
                    <a:pt x="6132" y="14192"/>
                  </a:lnTo>
                  <a:lnTo>
                    <a:pt x="5279" y="12733"/>
                  </a:lnTo>
                  <a:lnTo>
                    <a:pt x="1" y="13678"/>
                  </a:lnTo>
                  <a:lnTo>
                    <a:pt x="4740" y="27022"/>
                  </a:lnTo>
                  <a:cubicBezTo>
                    <a:pt x="4740" y="27022"/>
                    <a:pt x="8140" y="26095"/>
                    <a:pt x="10047" y="22850"/>
                  </a:cubicBezTo>
                  <a:cubicBezTo>
                    <a:pt x="11953" y="19604"/>
                    <a:pt x="11389" y="12854"/>
                    <a:pt x="10716" y="10070"/>
                  </a:cubicBezTo>
                  <a:cubicBezTo>
                    <a:pt x="12108" y="8988"/>
                    <a:pt x="11541" y="5278"/>
                    <a:pt x="11541" y="5278"/>
                  </a:cubicBezTo>
                  <a:cubicBezTo>
                    <a:pt x="11541" y="5278"/>
                    <a:pt x="11336" y="1962"/>
                    <a:pt x="10409" y="881"/>
                  </a:cubicBezTo>
                  <a:cubicBezTo>
                    <a:pt x="9843" y="220"/>
                    <a:pt x="8777" y="1"/>
                    <a:pt x="7986" y="1"/>
                  </a:cubicBezTo>
                  <a:close/>
                </a:path>
              </a:pathLst>
            </a:custGeom>
            <a:solidFill>
              <a:srgbClr val="A56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65"/>
            <p:cNvSpPr/>
            <p:nvPr/>
          </p:nvSpPr>
          <p:spPr>
            <a:xfrm>
              <a:off x="942349" y="2792908"/>
              <a:ext cx="536952" cy="934814"/>
            </a:xfrm>
            <a:custGeom>
              <a:rect b="b" l="l" r="r" t="t"/>
              <a:pathLst>
                <a:path extrusionOk="0" h="24760" w="14222">
                  <a:moveTo>
                    <a:pt x="3605" y="1"/>
                  </a:moveTo>
                  <a:cubicBezTo>
                    <a:pt x="3605" y="1"/>
                    <a:pt x="0" y="6403"/>
                    <a:pt x="670" y="11608"/>
                  </a:cubicBezTo>
                  <a:cubicBezTo>
                    <a:pt x="1340" y="16812"/>
                    <a:pt x="4381" y="21653"/>
                    <a:pt x="4381" y="21653"/>
                  </a:cubicBezTo>
                  <a:cubicBezTo>
                    <a:pt x="4381" y="21653"/>
                    <a:pt x="3503" y="22016"/>
                    <a:pt x="3708" y="22943"/>
                  </a:cubicBezTo>
                  <a:cubicBezTo>
                    <a:pt x="3433" y="22754"/>
                    <a:pt x="3164" y="22674"/>
                    <a:pt x="2917" y="22674"/>
                  </a:cubicBezTo>
                  <a:cubicBezTo>
                    <a:pt x="2425" y="22674"/>
                    <a:pt x="2025" y="22994"/>
                    <a:pt x="1854" y="23405"/>
                  </a:cubicBezTo>
                  <a:cubicBezTo>
                    <a:pt x="2936" y="23768"/>
                    <a:pt x="3862" y="24490"/>
                    <a:pt x="3862" y="24490"/>
                  </a:cubicBezTo>
                  <a:cubicBezTo>
                    <a:pt x="3862" y="24490"/>
                    <a:pt x="5076" y="24685"/>
                    <a:pt x="5960" y="24685"/>
                  </a:cubicBezTo>
                  <a:cubicBezTo>
                    <a:pt x="6184" y="24685"/>
                    <a:pt x="6387" y="24673"/>
                    <a:pt x="6544" y="24641"/>
                  </a:cubicBezTo>
                  <a:cubicBezTo>
                    <a:pt x="7315" y="24490"/>
                    <a:pt x="7675" y="24282"/>
                    <a:pt x="7675" y="24282"/>
                  </a:cubicBezTo>
                  <a:cubicBezTo>
                    <a:pt x="7675" y="24282"/>
                    <a:pt x="8327" y="24759"/>
                    <a:pt x="8792" y="24759"/>
                  </a:cubicBezTo>
                  <a:cubicBezTo>
                    <a:pt x="8833" y="24759"/>
                    <a:pt x="8874" y="24755"/>
                    <a:pt x="8912" y="24747"/>
                  </a:cubicBezTo>
                  <a:cubicBezTo>
                    <a:pt x="9377" y="24641"/>
                    <a:pt x="8295" y="22943"/>
                    <a:pt x="8295" y="22943"/>
                  </a:cubicBezTo>
                  <a:cubicBezTo>
                    <a:pt x="8295" y="22943"/>
                    <a:pt x="8499" y="22273"/>
                    <a:pt x="8655" y="21911"/>
                  </a:cubicBezTo>
                  <a:cubicBezTo>
                    <a:pt x="8295" y="20624"/>
                    <a:pt x="8390" y="18003"/>
                    <a:pt x="8390" y="18003"/>
                  </a:cubicBezTo>
                  <a:lnTo>
                    <a:pt x="14222" y="8567"/>
                  </a:lnTo>
                  <a:lnTo>
                    <a:pt x="11386" y="529"/>
                  </a:lnTo>
                  <a:lnTo>
                    <a:pt x="5100" y="15"/>
                  </a:lnTo>
                  <a:lnTo>
                    <a:pt x="3605" y="1"/>
                  </a:lnTo>
                  <a:close/>
                </a:path>
              </a:pathLst>
            </a:custGeom>
            <a:solidFill>
              <a:srgbClr val="A56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65"/>
            <p:cNvSpPr/>
            <p:nvPr/>
          </p:nvSpPr>
          <p:spPr>
            <a:xfrm>
              <a:off x="1048134" y="3416561"/>
              <a:ext cx="230947" cy="129613"/>
            </a:xfrm>
            <a:custGeom>
              <a:rect b="b" l="l" r="r" t="t"/>
              <a:pathLst>
                <a:path extrusionOk="0" h="3433" w="6117">
                  <a:moveTo>
                    <a:pt x="5863" y="0"/>
                  </a:moveTo>
                  <a:cubicBezTo>
                    <a:pt x="5863" y="0"/>
                    <a:pt x="2030" y="667"/>
                    <a:pt x="0" y="2122"/>
                  </a:cubicBezTo>
                  <a:cubicBezTo>
                    <a:pt x="222" y="2608"/>
                    <a:pt x="437" y="3048"/>
                    <a:pt x="634" y="3433"/>
                  </a:cubicBezTo>
                  <a:cubicBezTo>
                    <a:pt x="1356" y="3105"/>
                    <a:pt x="3897" y="1974"/>
                    <a:pt x="5596" y="1474"/>
                  </a:cubicBezTo>
                  <a:lnTo>
                    <a:pt x="6117" y="624"/>
                  </a:lnTo>
                  <a:cubicBezTo>
                    <a:pt x="5998" y="293"/>
                    <a:pt x="5863" y="0"/>
                    <a:pt x="58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65"/>
            <p:cNvSpPr/>
            <p:nvPr/>
          </p:nvSpPr>
          <p:spPr>
            <a:xfrm>
              <a:off x="1078451" y="2334428"/>
              <a:ext cx="1216617" cy="1329278"/>
            </a:xfrm>
            <a:custGeom>
              <a:rect b="b" l="l" r="r" t="t"/>
              <a:pathLst>
                <a:path extrusionOk="0" h="35208" w="32224">
                  <a:moveTo>
                    <a:pt x="16452" y="0"/>
                  </a:moveTo>
                  <a:cubicBezTo>
                    <a:pt x="15940" y="0"/>
                    <a:pt x="15610" y="37"/>
                    <a:pt x="15610" y="37"/>
                  </a:cubicBezTo>
                  <a:lnTo>
                    <a:pt x="10719" y="753"/>
                  </a:lnTo>
                  <a:cubicBezTo>
                    <a:pt x="10719" y="753"/>
                    <a:pt x="3887" y="6497"/>
                    <a:pt x="0" y="11940"/>
                  </a:cubicBezTo>
                  <a:cubicBezTo>
                    <a:pt x="1554" y="12776"/>
                    <a:pt x="5621" y="15947"/>
                    <a:pt x="5621" y="15947"/>
                  </a:cubicBezTo>
                  <a:cubicBezTo>
                    <a:pt x="5621" y="15947"/>
                    <a:pt x="4782" y="30764"/>
                    <a:pt x="4662" y="33156"/>
                  </a:cubicBezTo>
                  <a:cubicBezTo>
                    <a:pt x="7462" y="34297"/>
                    <a:pt x="12578" y="35207"/>
                    <a:pt x="17840" y="35207"/>
                  </a:cubicBezTo>
                  <a:cubicBezTo>
                    <a:pt x="21683" y="35207"/>
                    <a:pt x="25605" y="34721"/>
                    <a:pt x="28760" y="33484"/>
                  </a:cubicBezTo>
                  <a:cubicBezTo>
                    <a:pt x="30078" y="29657"/>
                    <a:pt x="32224" y="20876"/>
                    <a:pt x="27153" y="13375"/>
                  </a:cubicBezTo>
                  <a:cubicBezTo>
                    <a:pt x="28348" y="12416"/>
                    <a:pt x="28827" y="11161"/>
                    <a:pt x="28827" y="11161"/>
                  </a:cubicBezTo>
                  <a:cubicBezTo>
                    <a:pt x="28827" y="11161"/>
                    <a:pt x="23024" y="3565"/>
                    <a:pt x="21170" y="1592"/>
                  </a:cubicBezTo>
                  <a:cubicBezTo>
                    <a:pt x="19870" y="207"/>
                    <a:pt x="17656" y="0"/>
                    <a:pt x="164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65"/>
            <p:cNvSpPr/>
            <p:nvPr/>
          </p:nvSpPr>
          <p:spPr>
            <a:xfrm>
              <a:off x="1483132" y="1969312"/>
              <a:ext cx="493873" cy="569043"/>
            </a:xfrm>
            <a:custGeom>
              <a:rect b="b" l="l" r="r" t="t"/>
              <a:pathLst>
                <a:path extrusionOk="0" h="15072" w="13081">
                  <a:moveTo>
                    <a:pt x="6880" y="1"/>
                  </a:moveTo>
                  <a:cubicBezTo>
                    <a:pt x="5735" y="1"/>
                    <a:pt x="818" y="1735"/>
                    <a:pt x="818" y="1735"/>
                  </a:cubicBezTo>
                  <a:cubicBezTo>
                    <a:pt x="818" y="1735"/>
                    <a:pt x="1033" y="3412"/>
                    <a:pt x="1163" y="4790"/>
                  </a:cubicBezTo>
                  <a:cubicBezTo>
                    <a:pt x="1290" y="6168"/>
                    <a:pt x="645" y="9780"/>
                    <a:pt x="645" y="9780"/>
                  </a:cubicBezTo>
                  <a:cubicBezTo>
                    <a:pt x="645" y="9780"/>
                    <a:pt x="300" y="9994"/>
                    <a:pt x="0" y="10424"/>
                  </a:cubicBezTo>
                  <a:cubicBezTo>
                    <a:pt x="514" y="10942"/>
                    <a:pt x="5638" y="13997"/>
                    <a:pt x="8478" y="15072"/>
                  </a:cubicBezTo>
                  <a:cubicBezTo>
                    <a:pt x="8992" y="14558"/>
                    <a:pt x="9725" y="12016"/>
                    <a:pt x="9725" y="12016"/>
                  </a:cubicBezTo>
                  <a:cubicBezTo>
                    <a:pt x="9725" y="12016"/>
                    <a:pt x="9852" y="12016"/>
                    <a:pt x="10497" y="11844"/>
                  </a:cubicBezTo>
                  <a:cubicBezTo>
                    <a:pt x="13080" y="10727"/>
                    <a:pt x="12650" y="8919"/>
                    <a:pt x="11145" y="5949"/>
                  </a:cubicBezTo>
                  <a:cubicBezTo>
                    <a:pt x="9638" y="2982"/>
                    <a:pt x="7013" y="12"/>
                    <a:pt x="7013" y="12"/>
                  </a:cubicBezTo>
                  <a:cubicBezTo>
                    <a:pt x="6977" y="4"/>
                    <a:pt x="6932" y="1"/>
                    <a:pt x="6880" y="1"/>
                  </a:cubicBezTo>
                  <a:close/>
                </a:path>
              </a:pathLst>
            </a:custGeom>
            <a:solidFill>
              <a:srgbClr val="A56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65"/>
            <p:cNvSpPr/>
            <p:nvPr/>
          </p:nvSpPr>
          <p:spPr>
            <a:xfrm>
              <a:off x="1513033" y="2030662"/>
              <a:ext cx="35716" cy="122288"/>
            </a:xfrm>
            <a:custGeom>
              <a:rect b="b" l="l" r="r" t="t"/>
              <a:pathLst>
                <a:path extrusionOk="0" h="3239" w="946">
                  <a:moveTo>
                    <a:pt x="568" y="1"/>
                  </a:moveTo>
                  <a:lnTo>
                    <a:pt x="1" y="402"/>
                  </a:lnTo>
                  <a:lnTo>
                    <a:pt x="378" y="3239"/>
                  </a:lnTo>
                  <a:lnTo>
                    <a:pt x="945" y="2362"/>
                  </a:lnTo>
                  <a:cubicBezTo>
                    <a:pt x="945" y="2362"/>
                    <a:pt x="568" y="121"/>
                    <a:pt x="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65"/>
            <p:cNvSpPr/>
            <p:nvPr/>
          </p:nvSpPr>
          <p:spPr>
            <a:xfrm>
              <a:off x="1450853" y="2128897"/>
              <a:ext cx="92424" cy="95029"/>
            </a:xfrm>
            <a:custGeom>
              <a:rect b="b" l="l" r="r" t="t"/>
              <a:pathLst>
                <a:path extrusionOk="0" h="2517" w="2448">
                  <a:moveTo>
                    <a:pt x="993" y="1"/>
                  </a:moveTo>
                  <a:cubicBezTo>
                    <a:pt x="814" y="1"/>
                    <a:pt x="647" y="62"/>
                    <a:pt x="510" y="217"/>
                  </a:cubicBezTo>
                  <a:cubicBezTo>
                    <a:pt x="1" y="798"/>
                    <a:pt x="568" y="2517"/>
                    <a:pt x="1533" y="2517"/>
                  </a:cubicBezTo>
                  <a:cubicBezTo>
                    <a:pt x="1711" y="2517"/>
                    <a:pt x="1902" y="2459"/>
                    <a:pt x="2103" y="2325"/>
                  </a:cubicBezTo>
                  <a:lnTo>
                    <a:pt x="2448" y="778"/>
                  </a:lnTo>
                  <a:cubicBezTo>
                    <a:pt x="2347" y="710"/>
                    <a:pt x="1603" y="1"/>
                    <a:pt x="993" y="1"/>
                  </a:cubicBezTo>
                  <a:close/>
                </a:path>
              </a:pathLst>
            </a:custGeom>
            <a:solidFill>
              <a:srgbClr val="A56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65"/>
            <p:cNvSpPr/>
            <p:nvPr/>
          </p:nvSpPr>
          <p:spPr>
            <a:xfrm>
              <a:off x="1470145" y="1906150"/>
              <a:ext cx="286787" cy="157023"/>
            </a:xfrm>
            <a:custGeom>
              <a:rect b="b" l="l" r="r" t="t"/>
              <a:pathLst>
                <a:path extrusionOk="0" h="4159" w="7596">
                  <a:moveTo>
                    <a:pt x="4183" y="1"/>
                  </a:moveTo>
                  <a:cubicBezTo>
                    <a:pt x="2551" y="1"/>
                    <a:pt x="1" y="1256"/>
                    <a:pt x="27" y="1692"/>
                  </a:cubicBezTo>
                  <a:cubicBezTo>
                    <a:pt x="55" y="2157"/>
                    <a:pt x="1099" y="4159"/>
                    <a:pt x="1099" y="4159"/>
                  </a:cubicBezTo>
                  <a:lnTo>
                    <a:pt x="7596" y="1939"/>
                  </a:lnTo>
                  <a:cubicBezTo>
                    <a:pt x="6965" y="1142"/>
                    <a:pt x="6088" y="212"/>
                    <a:pt x="4498" y="18"/>
                  </a:cubicBezTo>
                  <a:cubicBezTo>
                    <a:pt x="4398" y="6"/>
                    <a:pt x="4292" y="1"/>
                    <a:pt x="41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65"/>
            <p:cNvSpPr/>
            <p:nvPr/>
          </p:nvSpPr>
          <p:spPr>
            <a:xfrm>
              <a:off x="1645020" y="1941223"/>
              <a:ext cx="81173" cy="51951"/>
            </a:xfrm>
            <a:custGeom>
              <a:rect b="b" l="l" r="r" t="t"/>
              <a:pathLst>
                <a:path extrusionOk="0" h="1376" w="2150">
                  <a:moveTo>
                    <a:pt x="937" y="1"/>
                  </a:moveTo>
                  <a:cubicBezTo>
                    <a:pt x="821" y="1"/>
                    <a:pt x="706" y="25"/>
                    <a:pt x="593" y="80"/>
                  </a:cubicBezTo>
                  <a:cubicBezTo>
                    <a:pt x="1" y="361"/>
                    <a:pt x="497" y="1376"/>
                    <a:pt x="497" y="1376"/>
                  </a:cubicBezTo>
                  <a:lnTo>
                    <a:pt x="2149" y="858"/>
                  </a:lnTo>
                  <a:cubicBezTo>
                    <a:pt x="1902" y="436"/>
                    <a:pt x="1424" y="1"/>
                    <a:pt x="937" y="1"/>
                  </a:cubicBezTo>
                  <a:close/>
                </a:path>
              </a:pathLst>
            </a:custGeom>
            <a:solidFill>
              <a:srgbClr val="A56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65"/>
            <p:cNvSpPr/>
            <p:nvPr/>
          </p:nvSpPr>
          <p:spPr>
            <a:xfrm>
              <a:off x="1655931" y="1941223"/>
              <a:ext cx="54178" cy="26164"/>
            </a:xfrm>
            <a:custGeom>
              <a:rect b="b" l="l" r="r" t="t"/>
              <a:pathLst>
                <a:path extrusionOk="0" h="693" w="1435">
                  <a:moveTo>
                    <a:pt x="646" y="1"/>
                  </a:moveTo>
                  <a:cubicBezTo>
                    <a:pt x="532" y="1"/>
                    <a:pt x="416" y="25"/>
                    <a:pt x="304" y="80"/>
                  </a:cubicBezTo>
                  <a:cubicBezTo>
                    <a:pt x="57" y="195"/>
                    <a:pt x="0" y="442"/>
                    <a:pt x="18" y="693"/>
                  </a:cubicBezTo>
                  <a:lnTo>
                    <a:pt x="1434" y="347"/>
                  </a:lnTo>
                  <a:cubicBezTo>
                    <a:pt x="1202" y="145"/>
                    <a:pt x="926" y="1"/>
                    <a:pt x="6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65"/>
            <p:cNvSpPr/>
            <p:nvPr/>
          </p:nvSpPr>
          <p:spPr>
            <a:xfrm>
              <a:off x="1691042" y="4426924"/>
              <a:ext cx="424442" cy="325561"/>
            </a:xfrm>
            <a:custGeom>
              <a:rect b="b" l="l" r="r" t="t"/>
              <a:pathLst>
                <a:path extrusionOk="0" h="8623" w="11242">
                  <a:moveTo>
                    <a:pt x="5899" y="0"/>
                  </a:moveTo>
                  <a:lnTo>
                    <a:pt x="878" y="1339"/>
                  </a:lnTo>
                  <a:lnTo>
                    <a:pt x="1298" y="5064"/>
                  </a:lnTo>
                  <a:lnTo>
                    <a:pt x="0" y="8038"/>
                  </a:lnTo>
                  <a:cubicBezTo>
                    <a:pt x="0" y="8038"/>
                    <a:pt x="5983" y="8623"/>
                    <a:pt x="10085" y="8623"/>
                  </a:cubicBezTo>
                  <a:cubicBezTo>
                    <a:pt x="11241" y="4237"/>
                    <a:pt x="9514" y="3031"/>
                    <a:pt x="7612" y="3031"/>
                  </a:cubicBezTo>
                  <a:cubicBezTo>
                    <a:pt x="6481" y="3031"/>
                    <a:pt x="5289" y="3457"/>
                    <a:pt x="4602" y="3894"/>
                  </a:cubicBezTo>
                  <a:lnTo>
                    <a:pt x="4602" y="3894"/>
                  </a:lnTo>
                  <a:cubicBezTo>
                    <a:pt x="4967" y="3327"/>
                    <a:pt x="4891" y="3180"/>
                    <a:pt x="4715" y="3180"/>
                  </a:cubicBezTo>
                  <a:cubicBezTo>
                    <a:pt x="4527" y="3180"/>
                    <a:pt x="4225" y="3348"/>
                    <a:pt x="4225" y="3348"/>
                  </a:cubicBezTo>
                  <a:lnTo>
                    <a:pt x="589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65"/>
            <p:cNvSpPr/>
            <p:nvPr/>
          </p:nvSpPr>
          <p:spPr>
            <a:xfrm>
              <a:off x="949031" y="4450331"/>
              <a:ext cx="435428" cy="292337"/>
            </a:xfrm>
            <a:custGeom>
              <a:rect b="b" l="l" r="r" t="t"/>
              <a:pathLst>
                <a:path extrusionOk="0" h="7743" w="11533">
                  <a:moveTo>
                    <a:pt x="6639" y="0"/>
                  </a:moveTo>
                  <a:lnTo>
                    <a:pt x="7808" y="3599"/>
                  </a:lnTo>
                  <a:cubicBezTo>
                    <a:pt x="7808" y="3599"/>
                    <a:pt x="7659" y="3517"/>
                    <a:pt x="7528" y="3517"/>
                  </a:cubicBezTo>
                  <a:cubicBezTo>
                    <a:pt x="7349" y="3517"/>
                    <a:pt x="7202" y="3670"/>
                    <a:pt x="7516" y="4394"/>
                  </a:cubicBezTo>
                  <a:cubicBezTo>
                    <a:pt x="6291" y="3489"/>
                    <a:pt x="4496" y="2421"/>
                    <a:pt x="2975" y="2421"/>
                  </a:cubicBezTo>
                  <a:cubicBezTo>
                    <a:pt x="1327" y="2421"/>
                    <a:pt x="1" y="3674"/>
                    <a:pt x="67" y="7742"/>
                  </a:cubicBezTo>
                  <a:cubicBezTo>
                    <a:pt x="2453" y="7700"/>
                    <a:pt x="10948" y="7157"/>
                    <a:pt x="10948" y="7157"/>
                  </a:cubicBezTo>
                  <a:cubicBezTo>
                    <a:pt x="10948" y="7157"/>
                    <a:pt x="10151" y="4186"/>
                    <a:pt x="10151" y="4060"/>
                  </a:cubicBezTo>
                  <a:cubicBezTo>
                    <a:pt x="10151" y="3933"/>
                    <a:pt x="11532" y="1005"/>
                    <a:pt x="11532" y="1005"/>
                  </a:cubicBezTo>
                  <a:lnTo>
                    <a:pt x="66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65"/>
            <p:cNvSpPr/>
            <p:nvPr/>
          </p:nvSpPr>
          <p:spPr>
            <a:xfrm>
              <a:off x="1669484" y="2170237"/>
              <a:ext cx="139203" cy="107111"/>
            </a:xfrm>
            <a:custGeom>
              <a:rect b="b" l="l" r="r" t="t"/>
              <a:pathLst>
                <a:path extrusionOk="0" h="2837" w="3687">
                  <a:moveTo>
                    <a:pt x="2605" y="0"/>
                  </a:moveTo>
                  <a:cubicBezTo>
                    <a:pt x="2745" y="306"/>
                    <a:pt x="2890" y="606"/>
                    <a:pt x="3020" y="916"/>
                  </a:cubicBezTo>
                  <a:cubicBezTo>
                    <a:pt x="3155" y="1223"/>
                    <a:pt x="3285" y="1529"/>
                    <a:pt x="3380" y="1843"/>
                  </a:cubicBezTo>
                  <a:cubicBezTo>
                    <a:pt x="3425" y="1997"/>
                    <a:pt x="3472" y="2163"/>
                    <a:pt x="3475" y="2304"/>
                  </a:cubicBezTo>
                  <a:cubicBezTo>
                    <a:pt x="3479" y="2378"/>
                    <a:pt x="3458" y="2420"/>
                    <a:pt x="3422" y="2459"/>
                  </a:cubicBezTo>
                  <a:cubicBezTo>
                    <a:pt x="3380" y="2498"/>
                    <a:pt x="3320" y="2529"/>
                    <a:pt x="3249" y="2551"/>
                  </a:cubicBezTo>
                  <a:cubicBezTo>
                    <a:pt x="3110" y="2591"/>
                    <a:pt x="2960" y="2607"/>
                    <a:pt x="2806" y="2607"/>
                  </a:cubicBezTo>
                  <a:cubicBezTo>
                    <a:pt x="2640" y="2607"/>
                    <a:pt x="2470" y="2589"/>
                    <a:pt x="2305" y="2565"/>
                  </a:cubicBezTo>
                  <a:cubicBezTo>
                    <a:pt x="1664" y="2466"/>
                    <a:pt x="1026" y="2233"/>
                    <a:pt x="519" y="1836"/>
                  </a:cubicBezTo>
                  <a:cubicBezTo>
                    <a:pt x="399" y="1734"/>
                    <a:pt x="283" y="1617"/>
                    <a:pt x="208" y="1483"/>
                  </a:cubicBezTo>
                  <a:cubicBezTo>
                    <a:pt x="132" y="1353"/>
                    <a:pt x="96" y="1187"/>
                    <a:pt x="184" y="1085"/>
                  </a:cubicBezTo>
                  <a:cubicBezTo>
                    <a:pt x="232" y="1018"/>
                    <a:pt x="318" y="993"/>
                    <a:pt x="411" y="993"/>
                  </a:cubicBezTo>
                  <a:cubicBezTo>
                    <a:pt x="474" y="993"/>
                    <a:pt x="540" y="1005"/>
                    <a:pt x="600" y="1022"/>
                  </a:cubicBezTo>
                  <a:cubicBezTo>
                    <a:pt x="758" y="1060"/>
                    <a:pt x="903" y="1152"/>
                    <a:pt x="1044" y="1240"/>
                  </a:cubicBezTo>
                  <a:cubicBezTo>
                    <a:pt x="917" y="1134"/>
                    <a:pt x="787" y="1022"/>
                    <a:pt x="621" y="962"/>
                  </a:cubicBezTo>
                  <a:cubicBezTo>
                    <a:pt x="540" y="930"/>
                    <a:pt x="455" y="906"/>
                    <a:pt x="364" y="906"/>
                  </a:cubicBezTo>
                  <a:cubicBezTo>
                    <a:pt x="272" y="906"/>
                    <a:pt x="170" y="934"/>
                    <a:pt x="99" y="1007"/>
                  </a:cubicBezTo>
                  <a:cubicBezTo>
                    <a:pt x="18" y="1078"/>
                    <a:pt x="5" y="1187"/>
                    <a:pt x="0" y="1282"/>
                  </a:cubicBezTo>
                  <a:cubicBezTo>
                    <a:pt x="11" y="1378"/>
                    <a:pt x="39" y="1469"/>
                    <a:pt x="75" y="1550"/>
                  </a:cubicBezTo>
                  <a:cubicBezTo>
                    <a:pt x="156" y="1716"/>
                    <a:pt x="275" y="1849"/>
                    <a:pt x="399" y="1970"/>
                  </a:cubicBezTo>
                  <a:cubicBezTo>
                    <a:pt x="924" y="2438"/>
                    <a:pt x="1594" y="2688"/>
                    <a:pt x="2270" y="2797"/>
                  </a:cubicBezTo>
                  <a:cubicBezTo>
                    <a:pt x="2437" y="2818"/>
                    <a:pt x="2606" y="2836"/>
                    <a:pt x="2776" y="2836"/>
                  </a:cubicBezTo>
                  <a:cubicBezTo>
                    <a:pt x="2954" y="2836"/>
                    <a:pt x="3134" y="2816"/>
                    <a:pt x="3316" y="2759"/>
                  </a:cubicBezTo>
                  <a:cubicBezTo>
                    <a:pt x="3404" y="2731"/>
                    <a:pt x="3496" y="2685"/>
                    <a:pt x="3578" y="2607"/>
                  </a:cubicBezTo>
                  <a:cubicBezTo>
                    <a:pt x="3612" y="2568"/>
                    <a:pt x="3651" y="2512"/>
                    <a:pt x="3662" y="2459"/>
                  </a:cubicBezTo>
                  <a:cubicBezTo>
                    <a:pt x="3672" y="2407"/>
                    <a:pt x="3687" y="2347"/>
                    <a:pt x="3679" y="2301"/>
                  </a:cubicBezTo>
                  <a:cubicBezTo>
                    <a:pt x="3669" y="2107"/>
                    <a:pt x="3609" y="1948"/>
                    <a:pt x="3549" y="1786"/>
                  </a:cubicBezTo>
                  <a:cubicBezTo>
                    <a:pt x="3303" y="1148"/>
                    <a:pt x="2971" y="563"/>
                    <a:pt x="2605" y="0"/>
                  </a:cubicBezTo>
                  <a:close/>
                </a:path>
              </a:pathLst>
            </a:custGeom>
            <a:solidFill>
              <a:srgbClr val="8E4C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65"/>
            <p:cNvSpPr/>
            <p:nvPr/>
          </p:nvSpPr>
          <p:spPr>
            <a:xfrm>
              <a:off x="1617233" y="2225018"/>
              <a:ext cx="110433" cy="70602"/>
            </a:xfrm>
            <a:custGeom>
              <a:rect b="b" l="l" r="r" t="t"/>
              <a:pathLst>
                <a:path extrusionOk="0" h="1870" w="2925">
                  <a:moveTo>
                    <a:pt x="0" y="0"/>
                  </a:moveTo>
                  <a:cubicBezTo>
                    <a:pt x="63" y="138"/>
                    <a:pt x="137" y="272"/>
                    <a:pt x="215" y="406"/>
                  </a:cubicBezTo>
                  <a:cubicBezTo>
                    <a:pt x="296" y="536"/>
                    <a:pt x="387" y="660"/>
                    <a:pt x="475" y="787"/>
                  </a:cubicBezTo>
                  <a:cubicBezTo>
                    <a:pt x="574" y="903"/>
                    <a:pt x="680" y="1023"/>
                    <a:pt x="789" y="1132"/>
                  </a:cubicBezTo>
                  <a:cubicBezTo>
                    <a:pt x="906" y="1234"/>
                    <a:pt x="1018" y="1343"/>
                    <a:pt x="1148" y="1431"/>
                  </a:cubicBezTo>
                  <a:cubicBezTo>
                    <a:pt x="1402" y="1615"/>
                    <a:pt x="1688" y="1763"/>
                    <a:pt x="2002" y="1829"/>
                  </a:cubicBezTo>
                  <a:cubicBezTo>
                    <a:pt x="2124" y="1855"/>
                    <a:pt x="2250" y="1869"/>
                    <a:pt x="2376" y="1869"/>
                  </a:cubicBezTo>
                  <a:cubicBezTo>
                    <a:pt x="2566" y="1869"/>
                    <a:pt x="2755" y="1836"/>
                    <a:pt x="2924" y="1755"/>
                  </a:cubicBezTo>
                  <a:lnTo>
                    <a:pt x="2924" y="1755"/>
                  </a:lnTo>
                  <a:cubicBezTo>
                    <a:pt x="2854" y="1764"/>
                    <a:pt x="2785" y="1768"/>
                    <a:pt x="2716" y="1768"/>
                  </a:cubicBezTo>
                  <a:cubicBezTo>
                    <a:pt x="2485" y="1768"/>
                    <a:pt x="2263" y="1721"/>
                    <a:pt x="2051" y="1653"/>
                  </a:cubicBezTo>
                  <a:cubicBezTo>
                    <a:pt x="1776" y="1558"/>
                    <a:pt x="1519" y="1413"/>
                    <a:pt x="1283" y="1241"/>
                  </a:cubicBezTo>
                  <a:cubicBezTo>
                    <a:pt x="1043" y="1078"/>
                    <a:pt x="831" y="871"/>
                    <a:pt x="613" y="663"/>
                  </a:cubicBezTo>
                  <a:lnTo>
                    <a:pt x="306" y="335"/>
                  </a:lnTo>
                  <a:cubicBezTo>
                    <a:pt x="208" y="223"/>
                    <a:pt x="106" y="110"/>
                    <a:pt x="0" y="0"/>
                  </a:cubicBezTo>
                  <a:close/>
                </a:path>
              </a:pathLst>
            </a:custGeom>
            <a:solidFill>
              <a:srgbClr val="8E4C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65"/>
            <p:cNvSpPr/>
            <p:nvPr/>
          </p:nvSpPr>
          <p:spPr>
            <a:xfrm>
              <a:off x="1555091" y="2375466"/>
              <a:ext cx="245747" cy="58369"/>
            </a:xfrm>
            <a:custGeom>
              <a:rect b="b" l="l" r="r" t="t"/>
              <a:pathLst>
                <a:path extrusionOk="0" h="1546" w="6509">
                  <a:moveTo>
                    <a:pt x="0" y="1"/>
                  </a:moveTo>
                  <a:lnTo>
                    <a:pt x="0" y="1"/>
                  </a:lnTo>
                  <a:cubicBezTo>
                    <a:pt x="399" y="409"/>
                    <a:pt x="892" y="723"/>
                    <a:pt x="1420" y="962"/>
                  </a:cubicBezTo>
                  <a:cubicBezTo>
                    <a:pt x="1952" y="1195"/>
                    <a:pt x="2516" y="1336"/>
                    <a:pt x="3084" y="1435"/>
                  </a:cubicBezTo>
                  <a:cubicBezTo>
                    <a:pt x="3556" y="1508"/>
                    <a:pt x="4036" y="1545"/>
                    <a:pt x="4515" y="1545"/>
                  </a:cubicBezTo>
                  <a:cubicBezTo>
                    <a:pt x="4611" y="1545"/>
                    <a:pt x="4707" y="1544"/>
                    <a:pt x="4803" y="1541"/>
                  </a:cubicBezTo>
                  <a:cubicBezTo>
                    <a:pt x="5374" y="1526"/>
                    <a:pt x="5948" y="1477"/>
                    <a:pt x="6509" y="1350"/>
                  </a:cubicBezTo>
                  <a:lnTo>
                    <a:pt x="6509" y="1350"/>
                  </a:lnTo>
                  <a:cubicBezTo>
                    <a:pt x="6252" y="1363"/>
                    <a:pt x="5995" y="1376"/>
                    <a:pt x="5738" y="1376"/>
                  </a:cubicBezTo>
                  <a:cubicBezTo>
                    <a:pt x="5709" y="1376"/>
                    <a:pt x="5681" y="1375"/>
                    <a:pt x="5652" y="1375"/>
                  </a:cubicBezTo>
                  <a:cubicBezTo>
                    <a:pt x="5560" y="1376"/>
                    <a:pt x="5468" y="1377"/>
                    <a:pt x="5375" y="1377"/>
                  </a:cubicBezTo>
                  <a:cubicBezTo>
                    <a:pt x="5184" y="1377"/>
                    <a:pt x="4993" y="1374"/>
                    <a:pt x="4803" y="1364"/>
                  </a:cubicBezTo>
                  <a:cubicBezTo>
                    <a:pt x="4240" y="1336"/>
                    <a:pt x="3676" y="1297"/>
                    <a:pt x="3119" y="1203"/>
                  </a:cubicBezTo>
                  <a:cubicBezTo>
                    <a:pt x="2565" y="1115"/>
                    <a:pt x="2020" y="980"/>
                    <a:pt x="1487" y="797"/>
                  </a:cubicBezTo>
                  <a:cubicBezTo>
                    <a:pt x="963" y="596"/>
                    <a:pt x="462" y="336"/>
                    <a:pt x="0" y="1"/>
                  </a:cubicBezTo>
                  <a:close/>
                </a:path>
              </a:pathLst>
            </a:custGeom>
            <a:solidFill>
              <a:srgbClr val="8E4C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65"/>
            <p:cNvSpPr/>
            <p:nvPr/>
          </p:nvSpPr>
          <p:spPr>
            <a:xfrm>
              <a:off x="1479810" y="2150341"/>
              <a:ext cx="55613" cy="51724"/>
            </a:xfrm>
            <a:custGeom>
              <a:rect b="b" l="l" r="r" t="t"/>
              <a:pathLst>
                <a:path extrusionOk="0" h="1370" w="1473">
                  <a:moveTo>
                    <a:pt x="293" y="0"/>
                  </a:moveTo>
                  <a:cubicBezTo>
                    <a:pt x="191" y="0"/>
                    <a:pt x="91" y="19"/>
                    <a:pt x="0" y="62"/>
                  </a:cubicBezTo>
                  <a:cubicBezTo>
                    <a:pt x="268" y="69"/>
                    <a:pt x="500" y="174"/>
                    <a:pt x="687" y="322"/>
                  </a:cubicBezTo>
                  <a:cubicBezTo>
                    <a:pt x="786" y="397"/>
                    <a:pt x="867" y="488"/>
                    <a:pt x="948" y="579"/>
                  </a:cubicBezTo>
                  <a:lnTo>
                    <a:pt x="1061" y="724"/>
                  </a:lnTo>
                  <a:lnTo>
                    <a:pt x="1061" y="724"/>
                  </a:lnTo>
                  <a:cubicBezTo>
                    <a:pt x="1044" y="727"/>
                    <a:pt x="1026" y="732"/>
                    <a:pt x="1008" y="738"/>
                  </a:cubicBezTo>
                  <a:cubicBezTo>
                    <a:pt x="958" y="749"/>
                    <a:pt x="881" y="802"/>
                    <a:pt x="867" y="883"/>
                  </a:cubicBezTo>
                  <a:cubicBezTo>
                    <a:pt x="860" y="953"/>
                    <a:pt x="881" y="1006"/>
                    <a:pt x="906" y="1045"/>
                  </a:cubicBezTo>
                  <a:cubicBezTo>
                    <a:pt x="1001" y="1193"/>
                    <a:pt x="1128" y="1285"/>
                    <a:pt x="1261" y="1369"/>
                  </a:cubicBezTo>
                  <a:lnTo>
                    <a:pt x="1139" y="1171"/>
                  </a:lnTo>
                  <a:cubicBezTo>
                    <a:pt x="1100" y="1108"/>
                    <a:pt x="1061" y="1041"/>
                    <a:pt x="1043" y="981"/>
                  </a:cubicBezTo>
                  <a:cubicBezTo>
                    <a:pt x="1036" y="950"/>
                    <a:pt x="1033" y="925"/>
                    <a:pt x="1040" y="921"/>
                  </a:cubicBezTo>
                  <a:lnTo>
                    <a:pt x="1040" y="921"/>
                  </a:lnTo>
                  <a:cubicBezTo>
                    <a:pt x="1043" y="925"/>
                    <a:pt x="1036" y="925"/>
                    <a:pt x="1064" y="925"/>
                  </a:cubicBezTo>
                  <a:cubicBezTo>
                    <a:pt x="1075" y="922"/>
                    <a:pt x="1090" y="921"/>
                    <a:pt x="1106" y="921"/>
                  </a:cubicBezTo>
                  <a:cubicBezTo>
                    <a:pt x="1147" y="921"/>
                    <a:pt x="1200" y="929"/>
                    <a:pt x="1248" y="939"/>
                  </a:cubicBezTo>
                  <a:lnTo>
                    <a:pt x="1473" y="978"/>
                  </a:lnTo>
                  <a:lnTo>
                    <a:pt x="1357" y="773"/>
                  </a:lnTo>
                  <a:cubicBezTo>
                    <a:pt x="1290" y="654"/>
                    <a:pt x="1216" y="537"/>
                    <a:pt x="1124" y="431"/>
                  </a:cubicBezTo>
                  <a:cubicBezTo>
                    <a:pt x="1033" y="326"/>
                    <a:pt x="931" y="228"/>
                    <a:pt x="807" y="153"/>
                  </a:cubicBezTo>
                  <a:cubicBezTo>
                    <a:pt x="655" y="59"/>
                    <a:pt x="471" y="0"/>
                    <a:pt x="293" y="0"/>
                  </a:cubicBezTo>
                  <a:close/>
                </a:path>
              </a:pathLst>
            </a:custGeom>
            <a:solidFill>
              <a:srgbClr val="8E4C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65"/>
            <p:cNvSpPr/>
            <p:nvPr/>
          </p:nvSpPr>
          <p:spPr>
            <a:xfrm>
              <a:off x="1701009" y="2145584"/>
              <a:ext cx="18009" cy="32130"/>
            </a:xfrm>
            <a:custGeom>
              <a:rect b="b" l="l" r="r" t="t"/>
              <a:pathLst>
                <a:path extrusionOk="0" h="851" w="477">
                  <a:moveTo>
                    <a:pt x="240" y="1"/>
                  </a:moveTo>
                  <a:cubicBezTo>
                    <a:pt x="107" y="1"/>
                    <a:pt x="1" y="191"/>
                    <a:pt x="1" y="427"/>
                  </a:cubicBezTo>
                  <a:cubicBezTo>
                    <a:pt x="1" y="660"/>
                    <a:pt x="107" y="850"/>
                    <a:pt x="240" y="850"/>
                  </a:cubicBezTo>
                  <a:cubicBezTo>
                    <a:pt x="371" y="850"/>
                    <a:pt x="476" y="660"/>
                    <a:pt x="476" y="427"/>
                  </a:cubicBezTo>
                  <a:cubicBezTo>
                    <a:pt x="476" y="191"/>
                    <a:pt x="371" y="1"/>
                    <a:pt x="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65"/>
            <p:cNvSpPr/>
            <p:nvPr/>
          </p:nvSpPr>
          <p:spPr>
            <a:xfrm>
              <a:off x="1783501" y="2149963"/>
              <a:ext cx="18009" cy="32130"/>
            </a:xfrm>
            <a:custGeom>
              <a:rect b="b" l="l" r="r" t="t"/>
              <a:pathLst>
                <a:path extrusionOk="0" h="851" w="477">
                  <a:moveTo>
                    <a:pt x="240" y="1"/>
                  </a:moveTo>
                  <a:cubicBezTo>
                    <a:pt x="106" y="1"/>
                    <a:pt x="0" y="191"/>
                    <a:pt x="0" y="424"/>
                  </a:cubicBezTo>
                  <a:cubicBezTo>
                    <a:pt x="0" y="660"/>
                    <a:pt x="106" y="851"/>
                    <a:pt x="240" y="851"/>
                  </a:cubicBezTo>
                  <a:cubicBezTo>
                    <a:pt x="371" y="851"/>
                    <a:pt x="476" y="660"/>
                    <a:pt x="476" y="424"/>
                  </a:cubicBezTo>
                  <a:cubicBezTo>
                    <a:pt x="476" y="191"/>
                    <a:pt x="371" y="1"/>
                    <a:pt x="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65"/>
            <p:cNvSpPr/>
            <p:nvPr/>
          </p:nvSpPr>
          <p:spPr>
            <a:xfrm>
              <a:off x="1661934" y="2091785"/>
              <a:ext cx="74377" cy="34433"/>
            </a:xfrm>
            <a:custGeom>
              <a:rect b="b" l="l" r="r" t="t"/>
              <a:pathLst>
                <a:path extrusionOk="0" h="912" w="1970">
                  <a:moveTo>
                    <a:pt x="836" y="0"/>
                  </a:moveTo>
                  <a:cubicBezTo>
                    <a:pt x="517" y="0"/>
                    <a:pt x="203" y="221"/>
                    <a:pt x="0" y="912"/>
                  </a:cubicBezTo>
                  <a:lnTo>
                    <a:pt x="1970" y="683"/>
                  </a:lnTo>
                  <a:cubicBezTo>
                    <a:pt x="1970" y="683"/>
                    <a:pt x="1396" y="0"/>
                    <a:pt x="8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65"/>
            <p:cNvSpPr/>
            <p:nvPr/>
          </p:nvSpPr>
          <p:spPr>
            <a:xfrm>
              <a:off x="1768324" y="2097599"/>
              <a:ext cx="53121" cy="28618"/>
            </a:xfrm>
            <a:custGeom>
              <a:rect b="b" l="l" r="r" t="t"/>
              <a:pathLst>
                <a:path extrusionOk="0" h="758" w="1407">
                  <a:moveTo>
                    <a:pt x="518" y="1"/>
                  </a:moveTo>
                  <a:cubicBezTo>
                    <a:pt x="123" y="1"/>
                    <a:pt x="1" y="652"/>
                    <a:pt x="1" y="652"/>
                  </a:cubicBezTo>
                  <a:lnTo>
                    <a:pt x="1407" y="758"/>
                  </a:lnTo>
                  <a:cubicBezTo>
                    <a:pt x="1018" y="187"/>
                    <a:pt x="729" y="1"/>
                    <a:pt x="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65"/>
            <p:cNvSpPr/>
            <p:nvPr/>
          </p:nvSpPr>
          <p:spPr>
            <a:xfrm>
              <a:off x="1940858" y="2603347"/>
              <a:ext cx="162762" cy="236044"/>
            </a:xfrm>
            <a:custGeom>
              <a:rect b="b" l="l" r="r" t="t"/>
              <a:pathLst>
                <a:path extrusionOk="0" h="6252" w="4311">
                  <a:moveTo>
                    <a:pt x="1" y="0"/>
                  </a:moveTo>
                  <a:lnTo>
                    <a:pt x="1" y="0"/>
                  </a:lnTo>
                  <a:cubicBezTo>
                    <a:pt x="191" y="258"/>
                    <a:pt x="378" y="512"/>
                    <a:pt x="550" y="776"/>
                  </a:cubicBezTo>
                  <a:cubicBezTo>
                    <a:pt x="730" y="1036"/>
                    <a:pt x="906" y="1298"/>
                    <a:pt x="1079" y="1561"/>
                  </a:cubicBezTo>
                  <a:lnTo>
                    <a:pt x="2129" y="3140"/>
                  </a:lnTo>
                  <a:cubicBezTo>
                    <a:pt x="2485" y="3665"/>
                    <a:pt x="2838" y="4191"/>
                    <a:pt x="3201" y="4708"/>
                  </a:cubicBezTo>
                  <a:cubicBezTo>
                    <a:pt x="3563" y="5227"/>
                    <a:pt x="3926" y="5744"/>
                    <a:pt x="4310" y="6252"/>
                  </a:cubicBezTo>
                  <a:cubicBezTo>
                    <a:pt x="4007" y="5692"/>
                    <a:pt x="3684" y="5149"/>
                    <a:pt x="3352" y="4609"/>
                  </a:cubicBezTo>
                  <a:cubicBezTo>
                    <a:pt x="3021" y="4067"/>
                    <a:pt x="2675" y="3539"/>
                    <a:pt x="2323" y="3010"/>
                  </a:cubicBezTo>
                  <a:cubicBezTo>
                    <a:pt x="1967" y="2488"/>
                    <a:pt x="1612" y="1963"/>
                    <a:pt x="1227" y="1459"/>
                  </a:cubicBezTo>
                  <a:cubicBezTo>
                    <a:pt x="843" y="956"/>
                    <a:pt x="459" y="44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65"/>
            <p:cNvSpPr/>
            <p:nvPr/>
          </p:nvSpPr>
          <p:spPr>
            <a:xfrm>
              <a:off x="1290626" y="2657221"/>
              <a:ext cx="62975" cy="279311"/>
            </a:xfrm>
            <a:custGeom>
              <a:rect b="b" l="l" r="r" t="t"/>
              <a:pathLst>
                <a:path extrusionOk="0" h="7398" w="1668">
                  <a:moveTo>
                    <a:pt x="1668" y="1"/>
                  </a:moveTo>
                  <a:cubicBezTo>
                    <a:pt x="1403" y="578"/>
                    <a:pt x="1219" y="1192"/>
                    <a:pt x="1047" y="1801"/>
                  </a:cubicBezTo>
                  <a:cubicBezTo>
                    <a:pt x="874" y="2411"/>
                    <a:pt x="733" y="3027"/>
                    <a:pt x="599" y="3647"/>
                  </a:cubicBezTo>
                  <a:cubicBezTo>
                    <a:pt x="473" y="4268"/>
                    <a:pt x="349" y="4888"/>
                    <a:pt x="254" y="5515"/>
                  </a:cubicBezTo>
                  <a:cubicBezTo>
                    <a:pt x="152" y="6139"/>
                    <a:pt x="61" y="6766"/>
                    <a:pt x="1" y="7397"/>
                  </a:cubicBezTo>
                  <a:cubicBezTo>
                    <a:pt x="155" y="6781"/>
                    <a:pt x="293" y="6163"/>
                    <a:pt x="430" y="5547"/>
                  </a:cubicBezTo>
                  <a:lnTo>
                    <a:pt x="829" y="3694"/>
                  </a:lnTo>
                  <a:lnTo>
                    <a:pt x="1224" y="1844"/>
                  </a:lnTo>
                  <a:cubicBezTo>
                    <a:pt x="1357" y="1227"/>
                    <a:pt x="1494" y="611"/>
                    <a:pt x="1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65"/>
            <p:cNvSpPr/>
            <p:nvPr/>
          </p:nvSpPr>
          <p:spPr>
            <a:xfrm>
              <a:off x="1144444" y="3430416"/>
              <a:ext cx="72792" cy="80796"/>
            </a:xfrm>
            <a:custGeom>
              <a:rect b="b" l="l" r="r" t="t"/>
              <a:pathLst>
                <a:path extrusionOk="0" h="2140" w="1928">
                  <a:moveTo>
                    <a:pt x="962" y="0"/>
                  </a:moveTo>
                  <a:cubicBezTo>
                    <a:pt x="430" y="0"/>
                    <a:pt x="0" y="479"/>
                    <a:pt x="0" y="1068"/>
                  </a:cubicBezTo>
                  <a:cubicBezTo>
                    <a:pt x="0" y="1660"/>
                    <a:pt x="430" y="2139"/>
                    <a:pt x="962" y="2139"/>
                  </a:cubicBezTo>
                  <a:cubicBezTo>
                    <a:pt x="1494" y="2139"/>
                    <a:pt x="1928" y="1660"/>
                    <a:pt x="1928" y="1068"/>
                  </a:cubicBezTo>
                  <a:cubicBezTo>
                    <a:pt x="1928" y="479"/>
                    <a:pt x="1494" y="0"/>
                    <a:pt x="9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65"/>
            <p:cNvSpPr/>
            <p:nvPr/>
          </p:nvSpPr>
          <p:spPr>
            <a:xfrm>
              <a:off x="1194845" y="4531841"/>
              <a:ext cx="143960" cy="106620"/>
            </a:xfrm>
            <a:custGeom>
              <a:rect b="b" l="l" r="r" t="t"/>
              <a:pathLst>
                <a:path extrusionOk="0" h="2824" w="3813">
                  <a:moveTo>
                    <a:pt x="374" y="301"/>
                  </a:moveTo>
                  <a:lnTo>
                    <a:pt x="374" y="301"/>
                  </a:lnTo>
                  <a:cubicBezTo>
                    <a:pt x="839" y="456"/>
                    <a:pt x="1149" y="752"/>
                    <a:pt x="1403" y="1115"/>
                  </a:cubicBezTo>
                  <a:cubicBezTo>
                    <a:pt x="1191" y="1087"/>
                    <a:pt x="973" y="978"/>
                    <a:pt x="783" y="805"/>
                  </a:cubicBezTo>
                  <a:cubicBezTo>
                    <a:pt x="621" y="661"/>
                    <a:pt x="487" y="484"/>
                    <a:pt x="374" y="301"/>
                  </a:cubicBezTo>
                  <a:close/>
                  <a:moveTo>
                    <a:pt x="2763" y="1166"/>
                  </a:moveTo>
                  <a:cubicBezTo>
                    <a:pt x="2971" y="1166"/>
                    <a:pt x="3178" y="1189"/>
                    <a:pt x="3380" y="1235"/>
                  </a:cubicBezTo>
                  <a:cubicBezTo>
                    <a:pt x="3432" y="1245"/>
                    <a:pt x="3489" y="1259"/>
                    <a:pt x="3520" y="1292"/>
                  </a:cubicBezTo>
                  <a:cubicBezTo>
                    <a:pt x="3535" y="1305"/>
                    <a:pt x="3542" y="1326"/>
                    <a:pt x="3542" y="1330"/>
                  </a:cubicBezTo>
                  <a:cubicBezTo>
                    <a:pt x="3538" y="1334"/>
                    <a:pt x="3520" y="1344"/>
                    <a:pt x="3465" y="1347"/>
                  </a:cubicBezTo>
                  <a:cubicBezTo>
                    <a:pt x="3214" y="1374"/>
                    <a:pt x="2961" y="1388"/>
                    <a:pt x="2708" y="1388"/>
                  </a:cubicBezTo>
                  <a:cubicBezTo>
                    <a:pt x="2492" y="1388"/>
                    <a:pt x="2276" y="1378"/>
                    <a:pt x="2062" y="1358"/>
                  </a:cubicBezTo>
                  <a:cubicBezTo>
                    <a:pt x="1988" y="1355"/>
                    <a:pt x="1914" y="1344"/>
                    <a:pt x="1847" y="1330"/>
                  </a:cubicBezTo>
                  <a:cubicBezTo>
                    <a:pt x="1847" y="1323"/>
                    <a:pt x="1843" y="1316"/>
                    <a:pt x="1843" y="1313"/>
                  </a:cubicBezTo>
                  <a:cubicBezTo>
                    <a:pt x="1882" y="1302"/>
                    <a:pt x="1925" y="1292"/>
                    <a:pt x="1964" y="1281"/>
                  </a:cubicBezTo>
                  <a:lnTo>
                    <a:pt x="2069" y="1253"/>
                  </a:lnTo>
                  <a:cubicBezTo>
                    <a:pt x="2295" y="1195"/>
                    <a:pt x="2529" y="1166"/>
                    <a:pt x="2763" y="1166"/>
                  </a:cubicBezTo>
                  <a:close/>
                  <a:moveTo>
                    <a:pt x="124" y="0"/>
                  </a:moveTo>
                  <a:cubicBezTo>
                    <a:pt x="86" y="0"/>
                    <a:pt x="52" y="18"/>
                    <a:pt x="29" y="51"/>
                  </a:cubicBezTo>
                  <a:cubicBezTo>
                    <a:pt x="4" y="87"/>
                    <a:pt x="1" y="136"/>
                    <a:pt x="22" y="174"/>
                  </a:cubicBezTo>
                  <a:cubicBezTo>
                    <a:pt x="177" y="442"/>
                    <a:pt x="367" y="745"/>
                    <a:pt x="624" y="981"/>
                  </a:cubicBezTo>
                  <a:cubicBezTo>
                    <a:pt x="758" y="1101"/>
                    <a:pt x="906" y="1196"/>
                    <a:pt x="1058" y="1259"/>
                  </a:cubicBezTo>
                  <a:cubicBezTo>
                    <a:pt x="754" y="1386"/>
                    <a:pt x="466" y="1534"/>
                    <a:pt x="188" y="1703"/>
                  </a:cubicBezTo>
                  <a:cubicBezTo>
                    <a:pt x="134" y="1736"/>
                    <a:pt x="113" y="1802"/>
                    <a:pt x="141" y="1858"/>
                  </a:cubicBezTo>
                  <a:cubicBezTo>
                    <a:pt x="163" y="1899"/>
                    <a:pt x="205" y="1922"/>
                    <a:pt x="248" y="1922"/>
                  </a:cubicBezTo>
                  <a:cubicBezTo>
                    <a:pt x="262" y="1922"/>
                    <a:pt x="276" y="1920"/>
                    <a:pt x="289" y="1915"/>
                  </a:cubicBezTo>
                  <a:lnTo>
                    <a:pt x="1505" y="1425"/>
                  </a:lnTo>
                  <a:cubicBezTo>
                    <a:pt x="1551" y="1461"/>
                    <a:pt x="1596" y="1489"/>
                    <a:pt x="1650" y="1510"/>
                  </a:cubicBezTo>
                  <a:cubicBezTo>
                    <a:pt x="1657" y="1524"/>
                    <a:pt x="1663" y="1541"/>
                    <a:pt x="1674" y="1555"/>
                  </a:cubicBezTo>
                  <a:cubicBezTo>
                    <a:pt x="1832" y="2006"/>
                    <a:pt x="2112" y="2408"/>
                    <a:pt x="2361" y="2772"/>
                  </a:cubicBezTo>
                  <a:cubicBezTo>
                    <a:pt x="2386" y="2806"/>
                    <a:pt x="2421" y="2824"/>
                    <a:pt x="2460" y="2824"/>
                  </a:cubicBezTo>
                  <a:cubicBezTo>
                    <a:pt x="2481" y="2824"/>
                    <a:pt x="2506" y="2817"/>
                    <a:pt x="2527" y="2803"/>
                  </a:cubicBezTo>
                  <a:cubicBezTo>
                    <a:pt x="2580" y="2764"/>
                    <a:pt x="2594" y="2694"/>
                    <a:pt x="2555" y="2640"/>
                  </a:cubicBezTo>
                  <a:lnTo>
                    <a:pt x="2555" y="2637"/>
                  </a:lnTo>
                  <a:cubicBezTo>
                    <a:pt x="2372" y="2377"/>
                    <a:pt x="2221" y="2087"/>
                    <a:pt x="2073" y="1806"/>
                  </a:cubicBezTo>
                  <a:cubicBezTo>
                    <a:pt x="2034" y="1731"/>
                    <a:pt x="1995" y="1658"/>
                    <a:pt x="1956" y="1583"/>
                  </a:cubicBezTo>
                  <a:lnTo>
                    <a:pt x="1956" y="1583"/>
                  </a:lnTo>
                  <a:cubicBezTo>
                    <a:pt x="1985" y="1588"/>
                    <a:pt x="2013" y="1591"/>
                    <a:pt x="2040" y="1594"/>
                  </a:cubicBezTo>
                  <a:cubicBezTo>
                    <a:pt x="2256" y="1612"/>
                    <a:pt x="2473" y="1621"/>
                    <a:pt x="2691" y="1621"/>
                  </a:cubicBezTo>
                  <a:cubicBezTo>
                    <a:pt x="2957" y="1621"/>
                    <a:pt x="3223" y="1607"/>
                    <a:pt x="3489" y="1580"/>
                  </a:cubicBezTo>
                  <a:cubicBezTo>
                    <a:pt x="3545" y="1577"/>
                    <a:pt x="3647" y="1566"/>
                    <a:pt x="3718" y="1485"/>
                  </a:cubicBezTo>
                  <a:cubicBezTo>
                    <a:pt x="3813" y="1372"/>
                    <a:pt x="3774" y="1210"/>
                    <a:pt x="3686" y="1126"/>
                  </a:cubicBezTo>
                  <a:cubicBezTo>
                    <a:pt x="3613" y="1055"/>
                    <a:pt x="3520" y="1027"/>
                    <a:pt x="3429" y="1006"/>
                  </a:cubicBezTo>
                  <a:cubicBezTo>
                    <a:pt x="3209" y="956"/>
                    <a:pt x="2984" y="931"/>
                    <a:pt x="2759" y="931"/>
                  </a:cubicBezTo>
                  <a:cubicBezTo>
                    <a:pt x="2508" y="931"/>
                    <a:pt x="2256" y="962"/>
                    <a:pt x="2013" y="1024"/>
                  </a:cubicBezTo>
                  <a:lnTo>
                    <a:pt x="1903" y="1055"/>
                  </a:lnTo>
                  <a:cubicBezTo>
                    <a:pt x="1861" y="1066"/>
                    <a:pt x="1822" y="1076"/>
                    <a:pt x="1783" y="1084"/>
                  </a:cubicBezTo>
                  <a:cubicBezTo>
                    <a:pt x="1777" y="1073"/>
                    <a:pt x="1762" y="1059"/>
                    <a:pt x="1748" y="1051"/>
                  </a:cubicBezTo>
                  <a:cubicBezTo>
                    <a:pt x="1731" y="1040"/>
                    <a:pt x="1710" y="1035"/>
                    <a:pt x="1690" y="1035"/>
                  </a:cubicBezTo>
                  <a:cubicBezTo>
                    <a:pt x="1678" y="1035"/>
                    <a:pt x="1665" y="1037"/>
                    <a:pt x="1653" y="1041"/>
                  </a:cubicBezTo>
                  <a:cubicBezTo>
                    <a:pt x="1650" y="1041"/>
                    <a:pt x="1642" y="1041"/>
                    <a:pt x="1639" y="1045"/>
                  </a:cubicBezTo>
                  <a:cubicBezTo>
                    <a:pt x="1308" y="552"/>
                    <a:pt x="874" y="139"/>
                    <a:pt x="145" y="2"/>
                  </a:cubicBezTo>
                  <a:cubicBezTo>
                    <a:pt x="138" y="1"/>
                    <a:pt x="131" y="0"/>
                    <a:pt x="124" y="0"/>
                  </a:cubicBezTo>
                  <a:close/>
                </a:path>
              </a:pathLst>
            </a:custGeom>
            <a:solidFill>
              <a:srgbClr val="C673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65"/>
            <p:cNvSpPr/>
            <p:nvPr/>
          </p:nvSpPr>
          <p:spPr>
            <a:xfrm>
              <a:off x="1761679" y="4521346"/>
              <a:ext cx="141883" cy="99333"/>
            </a:xfrm>
            <a:custGeom>
              <a:rect b="b" l="l" r="r" t="t"/>
              <a:pathLst>
                <a:path extrusionOk="0" h="2631" w="3758">
                  <a:moveTo>
                    <a:pt x="3260" y="360"/>
                  </a:moveTo>
                  <a:lnTo>
                    <a:pt x="3260" y="360"/>
                  </a:lnTo>
                  <a:cubicBezTo>
                    <a:pt x="3010" y="558"/>
                    <a:pt x="2703" y="692"/>
                    <a:pt x="2386" y="741"/>
                  </a:cubicBezTo>
                  <a:cubicBezTo>
                    <a:pt x="2658" y="579"/>
                    <a:pt x="2954" y="449"/>
                    <a:pt x="3260" y="360"/>
                  </a:cubicBezTo>
                  <a:close/>
                  <a:moveTo>
                    <a:pt x="357" y="233"/>
                  </a:moveTo>
                  <a:lnTo>
                    <a:pt x="357" y="233"/>
                  </a:lnTo>
                  <a:cubicBezTo>
                    <a:pt x="850" y="251"/>
                    <a:pt x="1333" y="452"/>
                    <a:pt x="1692" y="791"/>
                  </a:cubicBezTo>
                  <a:cubicBezTo>
                    <a:pt x="1692" y="794"/>
                    <a:pt x="1689" y="798"/>
                    <a:pt x="1689" y="801"/>
                  </a:cubicBezTo>
                  <a:lnTo>
                    <a:pt x="1639" y="903"/>
                  </a:lnTo>
                  <a:cubicBezTo>
                    <a:pt x="1149" y="861"/>
                    <a:pt x="677" y="611"/>
                    <a:pt x="357" y="233"/>
                  </a:cubicBezTo>
                  <a:close/>
                  <a:moveTo>
                    <a:pt x="301" y="1"/>
                  </a:moveTo>
                  <a:cubicBezTo>
                    <a:pt x="239" y="1"/>
                    <a:pt x="178" y="3"/>
                    <a:pt x="117" y="9"/>
                  </a:cubicBezTo>
                  <a:cubicBezTo>
                    <a:pt x="74" y="12"/>
                    <a:pt x="40" y="36"/>
                    <a:pt x="22" y="72"/>
                  </a:cubicBezTo>
                  <a:cubicBezTo>
                    <a:pt x="1" y="111"/>
                    <a:pt x="4" y="153"/>
                    <a:pt x="29" y="188"/>
                  </a:cubicBezTo>
                  <a:cubicBezTo>
                    <a:pt x="364" y="695"/>
                    <a:pt x="934" y="1048"/>
                    <a:pt x="1537" y="1126"/>
                  </a:cubicBezTo>
                  <a:lnTo>
                    <a:pt x="917" y="2464"/>
                  </a:lnTo>
                  <a:cubicBezTo>
                    <a:pt x="889" y="2521"/>
                    <a:pt x="913" y="2588"/>
                    <a:pt x="966" y="2616"/>
                  </a:cubicBezTo>
                  <a:cubicBezTo>
                    <a:pt x="983" y="2627"/>
                    <a:pt x="1005" y="2630"/>
                    <a:pt x="1022" y="2630"/>
                  </a:cubicBezTo>
                  <a:cubicBezTo>
                    <a:pt x="1061" y="2630"/>
                    <a:pt x="1100" y="2609"/>
                    <a:pt x="1121" y="2573"/>
                  </a:cubicBezTo>
                  <a:lnTo>
                    <a:pt x="1956" y="1164"/>
                  </a:lnTo>
                  <a:lnTo>
                    <a:pt x="2827" y="1795"/>
                  </a:lnTo>
                  <a:cubicBezTo>
                    <a:pt x="2847" y="1810"/>
                    <a:pt x="2871" y="1817"/>
                    <a:pt x="2895" y="1817"/>
                  </a:cubicBezTo>
                  <a:cubicBezTo>
                    <a:pt x="2932" y="1817"/>
                    <a:pt x="2969" y="1800"/>
                    <a:pt x="2992" y="1770"/>
                  </a:cubicBezTo>
                  <a:cubicBezTo>
                    <a:pt x="3027" y="1718"/>
                    <a:pt x="3017" y="1643"/>
                    <a:pt x="2964" y="1604"/>
                  </a:cubicBezTo>
                  <a:lnTo>
                    <a:pt x="2164" y="1027"/>
                  </a:lnTo>
                  <a:cubicBezTo>
                    <a:pt x="2164" y="1016"/>
                    <a:pt x="2164" y="1006"/>
                    <a:pt x="2161" y="995"/>
                  </a:cubicBezTo>
                  <a:cubicBezTo>
                    <a:pt x="2759" y="981"/>
                    <a:pt x="3355" y="695"/>
                    <a:pt x="3725" y="223"/>
                  </a:cubicBezTo>
                  <a:cubicBezTo>
                    <a:pt x="3753" y="184"/>
                    <a:pt x="3757" y="132"/>
                    <a:pt x="3732" y="90"/>
                  </a:cubicBezTo>
                  <a:cubicBezTo>
                    <a:pt x="3711" y="57"/>
                    <a:pt x="3673" y="34"/>
                    <a:pt x="3634" y="34"/>
                  </a:cubicBezTo>
                  <a:cubicBezTo>
                    <a:pt x="3627" y="34"/>
                    <a:pt x="3620" y="35"/>
                    <a:pt x="3613" y="36"/>
                  </a:cubicBezTo>
                  <a:cubicBezTo>
                    <a:pt x="3021" y="142"/>
                    <a:pt x="2457" y="381"/>
                    <a:pt x="1967" y="734"/>
                  </a:cubicBezTo>
                  <a:cubicBezTo>
                    <a:pt x="1543" y="275"/>
                    <a:pt x="927" y="1"/>
                    <a:pt x="301" y="1"/>
                  </a:cubicBezTo>
                  <a:close/>
                </a:path>
              </a:pathLst>
            </a:custGeom>
            <a:solidFill>
              <a:srgbClr val="C673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65"/>
            <p:cNvSpPr/>
            <p:nvPr/>
          </p:nvSpPr>
          <p:spPr>
            <a:xfrm>
              <a:off x="2224199" y="2416051"/>
              <a:ext cx="105714" cy="166311"/>
            </a:xfrm>
            <a:custGeom>
              <a:rect b="b" l="l" r="r" t="t"/>
              <a:pathLst>
                <a:path extrusionOk="0" h="4405" w="2800">
                  <a:moveTo>
                    <a:pt x="1" y="1"/>
                  </a:moveTo>
                  <a:lnTo>
                    <a:pt x="1" y="1"/>
                  </a:lnTo>
                  <a:cubicBezTo>
                    <a:pt x="217" y="240"/>
                    <a:pt x="322" y="550"/>
                    <a:pt x="357" y="856"/>
                  </a:cubicBezTo>
                  <a:cubicBezTo>
                    <a:pt x="375" y="1008"/>
                    <a:pt x="375" y="1163"/>
                    <a:pt x="360" y="1318"/>
                  </a:cubicBezTo>
                  <a:cubicBezTo>
                    <a:pt x="347" y="1470"/>
                    <a:pt x="311" y="1621"/>
                    <a:pt x="276" y="1773"/>
                  </a:cubicBezTo>
                  <a:lnTo>
                    <a:pt x="272" y="1780"/>
                  </a:lnTo>
                  <a:lnTo>
                    <a:pt x="272" y="1794"/>
                  </a:lnTo>
                  <a:cubicBezTo>
                    <a:pt x="259" y="2044"/>
                    <a:pt x="259" y="2294"/>
                    <a:pt x="280" y="2548"/>
                  </a:cubicBezTo>
                  <a:lnTo>
                    <a:pt x="290" y="2668"/>
                  </a:lnTo>
                  <a:lnTo>
                    <a:pt x="417" y="2650"/>
                  </a:lnTo>
                  <a:cubicBezTo>
                    <a:pt x="495" y="2639"/>
                    <a:pt x="576" y="2633"/>
                    <a:pt x="659" y="2633"/>
                  </a:cubicBezTo>
                  <a:cubicBezTo>
                    <a:pt x="836" y="2633"/>
                    <a:pt x="1019" y="2658"/>
                    <a:pt x="1189" y="2707"/>
                  </a:cubicBezTo>
                  <a:cubicBezTo>
                    <a:pt x="1443" y="2780"/>
                    <a:pt x="1679" y="2900"/>
                    <a:pt x="1890" y="3063"/>
                  </a:cubicBezTo>
                  <a:cubicBezTo>
                    <a:pt x="2094" y="3232"/>
                    <a:pt x="2274" y="3436"/>
                    <a:pt x="2422" y="3665"/>
                  </a:cubicBezTo>
                  <a:cubicBezTo>
                    <a:pt x="2496" y="3782"/>
                    <a:pt x="2559" y="3904"/>
                    <a:pt x="2630" y="4024"/>
                  </a:cubicBezTo>
                  <a:cubicBezTo>
                    <a:pt x="2683" y="4148"/>
                    <a:pt x="2739" y="4278"/>
                    <a:pt x="2799" y="4405"/>
                  </a:cubicBezTo>
                  <a:cubicBezTo>
                    <a:pt x="2767" y="4268"/>
                    <a:pt x="2732" y="4133"/>
                    <a:pt x="2690" y="3996"/>
                  </a:cubicBezTo>
                  <a:cubicBezTo>
                    <a:pt x="2637" y="3870"/>
                    <a:pt x="2595" y="3732"/>
                    <a:pt x="2528" y="3605"/>
                  </a:cubicBezTo>
                  <a:cubicBezTo>
                    <a:pt x="2401" y="3351"/>
                    <a:pt x="2228" y="3115"/>
                    <a:pt x="2014" y="2915"/>
                  </a:cubicBezTo>
                  <a:cubicBezTo>
                    <a:pt x="1795" y="2725"/>
                    <a:pt x="1534" y="2572"/>
                    <a:pt x="1253" y="2488"/>
                  </a:cubicBezTo>
                  <a:cubicBezTo>
                    <a:pt x="1062" y="2431"/>
                    <a:pt x="870" y="2400"/>
                    <a:pt x="672" y="2400"/>
                  </a:cubicBezTo>
                  <a:cubicBezTo>
                    <a:pt x="615" y="2400"/>
                    <a:pt x="557" y="2403"/>
                    <a:pt x="499" y="2408"/>
                  </a:cubicBezTo>
                  <a:lnTo>
                    <a:pt x="499" y="2408"/>
                  </a:lnTo>
                  <a:cubicBezTo>
                    <a:pt x="484" y="2208"/>
                    <a:pt x="478" y="2004"/>
                    <a:pt x="480" y="1805"/>
                  </a:cubicBezTo>
                  <a:lnTo>
                    <a:pt x="480" y="1805"/>
                  </a:lnTo>
                  <a:cubicBezTo>
                    <a:pt x="510" y="1648"/>
                    <a:pt x="534" y="1488"/>
                    <a:pt x="537" y="1329"/>
                  </a:cubicBezTo>
                  <a:cubicBezTo>
                    <a:pt x="544" y="1163"/>
                    <a:pt x="529" y="994"/>
                    <a:pt x="491" y="832"/>
                  </a:cubicBezTo>
                  <a:cubicBezTo>
                    <a:pt x="417" y="511"/>
                    <a:pt x="259" y="198"/>
                    <a:pt x="1" y="1"/>
                  </a:cubicBezTo>
                  <a:close/>
                </a:path>
              </a:pathLst>
            </a:custGeom>
            <a:solidFill>
              <a:srgbClr val="8E4C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65"/>
            <p:cNvSpPr/>
            <p:nvPr/>
          </p:nvSpPr>
          <p:spPr>
            <a:xfrm>
              <a:off x="2244058" y="2455277"/>
              <a:ext cx="154984" cy="30506"/>
            </a:xfrm>
            <a:custGeom>
              <a:rect b="b" l="l" r="r" t="t"/>
              <a:pathLst>
                <a:path extrusionOk="0" h="808" w="4105">
                  <a:moveTo>
                    <a:pt x="1011" y="1"/>
                  </a:moveTo>
                  <a:cubicBezTo>
                    <a:pt x="668" y="1"/>
                    <a:pt x="320" y="45"/>
                    <a:pt x="0" y="170"/>
                  </a:cubicBezTo>
                  <a:cubicBezTo>
                    <a:pt x="137" y="154"/>
                    <a:pt x="273" y="147"/>
                    <a:pt x="407" y="147"/>
                  </a:cubicBezTo>
                  <a:cubicBezTo>
                    <a:pt x="621" y="147"/>
                    <a:pt x="832" y="163"/>
                    <a:pt x="1044" y="180"/>
                  </a:cubicBezTo>
                  <a:cubicBezTo>
                    <a:pt x="1385" y="216"/>
                    <a:pt x="1727" y="272"/>
                    <a:pt x="2065" y="343"/>
                  </a:cubicBezTo>
                  <a:cubicBezTo>
                    <a:pt x="2745" y="473"/>
                    <a:pt x="3418" y="653"/>
                    <a:pt x="4105" y="808"/>
                  </a:cubicBezTo>
                  <a:cubicBezTo>
                    <a:pt x="3482" y="480"/>
                    <a:pt x="2805" y="251"/>
                    <a:pt x="2111" y="113"/>
                  </a:cubicBezTo>
                  <a:cubicBezTo>
                    <a:pt x="1774" y="49"/>
                    <a:pt x="1433" y="1"/>
                    <a:pt x="1086" y="1"/>
                  </a:cubicBezTo>
                  <a:cubicBezTo>
                    <a:pt x="1074" y="1"/>
                    <a:pt x="1062" y="1"/>
                    <a:pt x="1050" y="1"/>
                  </a:cubicBezTo>
                  <a:cubicBezTo>
                    <a:pt x="1037" y="1"/>
                    <a:pt x="1024" y="1"/>
                    <a:pt x="1011" y="1"/>
                  </a:cubicBezTo>
                  <a:close/>
                </a:path>
              </a:pathLst>
            </a:custGeom>
            <a:solidFill>
              <a:srgbClr val="8E4C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65"/>
            <p:cNvSpPr/>
            <p:nvPr/>
          </p:nvSpPr>
          <p:spPr>
            <a:xfrm>
              <a:off x="2264407" y="2274362"/>
              <a:ext cx="18387" cy="182961"/>
            </a:xfrm>
            <a:custGeom>
              <a:rect b="b" l="l" r="r" t="t"/>
              <a:pathLst>
                <a:path extrusionOk="0" h="4846" w="487">
                  <a:moveTo>
                    <a:pt x="1" y="1"/>
                  </a:moveTo>
                  <a:cubicBezTo>
                    <a:pt x="95" y="396"/>
                    <a:pt x="131" y="797"/>
                    <a:pt x="162" y="1202"/>
                  </a:cubicBezTo>
                  <a:cubicBezTo>
                    <a:pt x="191" y="1607"/>
                    <a:pt x="212" y="2009"/>
                    <a:pt x="226" y="2414"/>
                  </a:cubicBezTo>
                  <a:cubicBezTo>
                    <a:pt x="251" y="3225"/>
                    <a:pt x="261" y="4035"/>
                    <a:pt x="254" y="4845"/>
                  </a:cubicBezTo>
                  <a:lnTo>
                    <a:pt x="487" y="4842"/>
                  </a:lnTo>
                  <a:cubicBezTo>
                    <a:pt x="455" y="4028"/>
                    <a:pt x="406" y="3218"/>
                    <a:pt x="342" y="2407"/>
                  </a:cubicBezTo>
                  <a:cubicBezTo>
                    <a:pt x="310" y="2006"/>
                    <a:pt x="272" y="1601"/>
                    <a:pt x="222" y="1196"/>
                  </a:cubicBezTo>
                  <a:cubicBezTo>
                    <a:pt x="170" y="794"/>
                    <a:pt x="116" y="389"/>
                    <a:pt x="1" y="1"/>
                  </a:cubicBezTo>
                  <a:close/>
                </a:path>
              </a:pathLst>
            </a:custGeom>
            <a:solidFill>
              <a:srgbClr val="8E4C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65"/>
            <p:cNvSpPr/>
            <p:nvPr/>
          </p:nvSpPr>
          <p:spPr>
            <a:xfrm>
              <a:off x="2315223" y="2282630"/>
              <a:ext cx="18387" cy="183074"/>
            </a:xfrm>
            <a:custGeom>
              <a:rect b="b" l="l" r="r" t="t"/>
              <a:pathLst>
                <a:path extrusionOk="0" h="4849" w="487">
                  <a:moveTo>
                    <a:pt x="0" y="1"/>
                  </a:moveTo>
                  <a:cubicBezTo>
                    <a:pt x="81" y="395"/>
                    <a:pt x="102" y="800"/>
                    <a:pt x="131" y="1206"/>
                  </a:cubicBezTo>
                  <a:cubicBezTo>
                    <a:pt x="159" y="1611"/>
                    <a:pt x="173" y="2016"/>
                    <a:pt x="190" y="2418"/>
                  </a:cubicBezTo>
                  <a:cubicBezTo>
                    <a:pt x="222" y="3228"/>
                    <a:pt x="240" y="4039"/>
                    <a:pt x="254" y="4849"/>
                  </a:cubicBezTo>
                  <a:lnTo>
                    <a:pt x="486" y="4838"/>
                  </a:lnTo>
                  <a:cubicBezTo>
                    <a:pt x="437" y="4028"/>
                    <a:pt x="377" y="3221"/>
                    <a:pt x="307" y="2411"/>
                  </a:cubicBezTo>
                  <a:cubicBezTo>
                    <a:pt x="272" y="2009"/>
                    <a:pt x="237" y="1603"/>
                    <a:pt x="190" y="1201"/>
                  </a:cubicBezTo>
                  <a:cubicBezTo>
                    <a:pt x="141" y="796"/>
                    <a:pt x="99" y="391"/>
                    <a:pt x="0" y="1"/>
                  </a:cubicBezTo>
                  <a:close/>
                </a:path>
              </a:pathLst>
            </a:custGeom>
            <a:solidFill>
              <a:srgbClr val="8E4C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65"/>
            <p:cNvSpPr/>
            <p:nvPr/>
          </p:nvSpPr>
          <p:spPr>
            <a:xfrm>
              <a:off x="1232070" y="3664904"/>
              <a:ext cx="21596" cy="44740"/>
            </a:xfrm>
            <a:custGeom>
              <a:rect b="b" l="l" r="r" t="t"/>
              <a:pathLst>
                <a:path extrusionOk="0" h="1185" w="572">
                  <a:moveTo>
                    <a:pt x="561" y="1"/>
                  </a:moveTo>
                  <a:lnTo>
                    <a:pt x="561" y="1"/>
                  </a:lnTo>
                  <a:cubicBezTo>
                    <a:pt x="399" y="174"/>
                    <a:pt x="297" y="364"/>
                    <a:pt x="209" y="562"/>
                  </a:cubicBezTo>
                  <a:cubicBezTo>
                    <a:pt x="167" y="664"/>
                    <a:pt x="128" y="762"/>
                    <a:pt x="96" y="864"/>
                  </a:cubicBezTo>
                  <a:cubicBezTo>
                    <a:pt x="61" y="970"/>
                    <a:pt x="36" y="1072"/>
                    <a:pt x="1" y="1185"/>
                  </a:cubicBezTo>
                  <a:cubicBezTo>
                    <a:pt x="114" y="1132"/>
                    <a:pt x="191" y="1041"/>
                    <a:pt x="259" y="949"/>
                  </a:cubicBezTo>
                  <a:cubicBezTo>
                    <a:pt x="326" y="858"/>
                    <a:pt x="375" y="759"/>
                    <a:pt x="424" y="656"/>
                  </a:cubicBezTo>
                  <a:cubicBezTo>
                    <a:pt x="508" y="452"/>
                    <a:pt x="572" y="238"/>
                    <a:pt x="561" y="1"/>
                  </a:cubicBezTo>
                  <a:close/>
                </a:path>
              </a:pathLst>
            </a:custGeom>
            <a:solidFill>
              <a:srgbClr val="8E4C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0" name="Google Shape;1850;p65"/>
          <p:cNvGrpSpPr/>
          <p:nvPr/>
        </p:nvGrpSpPr>
        <p:grpSpPr>
          <a:xfrm>
            <a:off x="3150686" y="3388520"/>
            <a:ext cx="1360525" cy="1305583"/>
            <a:chOff x="3038482" y="3171761"/>
            <a:chExt cx="1948897" cy="1870195"/>
          </a:xfrm>
        </p:grpSpPr>
        <p:sp>
          <p:nvSpPr>
            <p:cNvPr id="1851" name="Google Shape;1851;p65"/>
            <p:cNvSpPr/>
            <p:nvPr/>
          </p:nvSpPr>
          <p:spPr>
            <a:xfrm>
              <a:off x="3728426" y="3463551"/>
              <a:ext cx="632237" cy="553659"/>
            </a:xfrm>
            <a:custGeom>
              <a:rect b="b" l="l" r="r" t="t"/>
              <a:pathLst>
                <a:path extrusionOk="0" h="6216" w="7098">
                  <a:moveTo>
                    <a:pt x="3635" y="0"/>
                  </a:moveTo>
                  <a:lnTo>
                    <a:pt x="3635" y="0"/>
                  </a:lnTo>
                  <a:cubicBezTo>
                    <a:pt x="2223" y="1350"/>
                    <a:pt x="1264" y="3170"/>
                    <a:pt x="944" y="5099"/>
                  </a:cubicBezTo>
                  <a:lnTo>
                    <a:pt x="1" y="5751"/>
                  </a:lnTo>
                  <a:cubicBezTo>
                    <a:pt x="446" y="6080"/>
                    <a:pt x="974" y="6216"/>
                    <a:pt x="1521" y="6216"/>
                  </a:cubicBezTo>
                  <a:cubicBezTo>
                    <a:pt x="2260" y="6216"/>
                    <a:pt x="3035" y="5969"/>
                    <a:pt x="3695" y="5620"/>
                  </a:cubicBezTo>
                  <a:cubicBezTo>
                    <a:pt x="4848" y="5013"/>
                    <a:pt x="5861" y="4128"/>
                    <a:pt x="7097" y="3718"/>
                  </a:cubicBezTo>
                  <a:cubicBezTo>
                    <a:pt x="6961" y="3707"/>
                    <a:pt x="6825" y="3702"/>
                    <a:pt x="6690" y="3702"/>
                  </a:cubicBezTo>
                  <a:cubicBezTo>
                    <a:pt x="5458" y="3702"/>
                    <a:pt x="4249" y="4132"/>
                    <a:pt x="3079" y="4551"/>
                  </a:cubicBezTo>
                  <a:cubicBezTo>
                    <a:pt x="3932" y="3718"/>
                    <a:pt x="4895" y="2996"/>
                    <a:pt x="5932" y="2408"/>
                  </a:cubicBezTo>
                  <a:lnTo>
                    <a:pt x="5932" y="2408"/>
                  </a:lnTo>
                  <a:cubicBezTo>
                    <a:pt x="4365" y="2747"/>
                    <a:pt x="3056" y="3781"/>
                    <a:pt x="1808" y="4787"/>
                  </a:cubicBezTo>
                  <a:cubicBezTo>
                    <a:pt x="3043" y="3541"/>
                    <a:pt x="4188" y="2203"/>
                    <a:pt x="5234" y="789"/>
                  </a:cubicBezTo>
                  <a:lnTo>
                    <a:pt x="5234" y="789"/>
                  </a:lnTo>
                  <a:cubicBezTo>
                    <a:pt x="3655" y="1623"/>
                    <a:pt x="2278" y="2838"/>
                    <a:pt x="1256" y="4302"/>
                  </a:cubicBezTo>
                  <a:cubicBezTo>
                    <a:pt x="1883" y="2783"/>
                    <a:pt x="2684" y="1339"/>
                    <a:pt x="36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65"/>
            <p:cNvSpPr/>
            <p:nvPr/>
          </p:nvSpPr>
          <p:spPr>
            <a:xfrm>
              <a:off x="3038482" y="3171761"/>
              <a:ext cx="791676" cy="987341"/>
            </a:xfrm>
            <a:custGeom>
              <a:rect b="b" l="l" r="r" t="t"/>
              <a:pathLst>
                <a:path extrusionOk="0" h="11085" w="8888">
                  <a:moveTo>
                    <a:pt x="4562" y="1"/>
                  </a:moveTo>
                  <a:cubicBezTo>
                    <a:pt x="3299" y="1"/>
                    <a:pt x="3876" y="2570"/>
                    <a:pt x="5174" y="4914"/>
                  </a:cubicBezTo>
                  <a:cubicBezTo>
                    <a:pt x="4365" y="4169"/>
                    <a:pt x="3687" y="3859"/>
                    <a:pt x="3347" y="3859"/>
                  </a:cubicBezTo>
                  <a:cubicBezTo>
                    <a:pt x="2838" y="3859"/>
                    <a:pt x="3085" y="4553"/>
                    <a:pt x="4783" y="5530"/>
                  </a:cubicBezTo>
                  <a:cubicBezTo>
                    <a:pt x="4407" y="5496"/>
                    <a:pt x="4065" y="5480"/>
                    <a:pt x="3756" y="5480"/>
                  </a:cubicBezTo>
                  <a:cubicBezTo>
                    <a:pt x="0" y="5480"/>
                    <a:pt x="1040" y="7794"/>
                    <a:pt x="2838" y="7827"/>
                  </a:cubicBezTo>
                  <a:cubicBezTo>
                    <a:pt x="1523" y="9155"/>
                    <a:pt x="1451" y="9540"/>
                    <a:pt x="1809" y="9540"/>
                  </a:cubicBezTo>
                  <a:cubicBezTo>
                    <a:pt x="2303" y="9540"/>
                    <a:pt x="3618" y="8807"/>
                    <a:pt x="3619" y="8806"/>
                  </a:cubicBezTo>
                  <a:lnTo>
                    <a:pt x="3619" y="8806"/>
                  </a:lnTo>
                  <a:cubicBezTo>
                    <a:pt x="3617" y="8807"/>
                    <a:pt x="5" y="10838"/>
                    <a:pt x="2119" y="11071"/>
                  </a:cubicBezTo>
                  <a:cubicBezTo>
                    <a:pt x="2202" y="11080"/>
                    <a:pt x="2285" y="11084"/>
                    <a:pt x="2369" y="11084"/>
                  </a:cubicBezTo>
                  <a:cubicBezTo>
                    <a:pt x="4425" y="11084"/>
                    <a:pt x="6709" y="8403"/>
                    <a:pt x="6709" y="8403"/>
                  </a:cubicBezTo>
                  <a:lnTo>
                    <a:pt x="8887" y="9315"/>
                  </a:lnTo>
                  <a:cubicBezTo>
                    <a:pt x="8887" y="9315"/>
                    <a:pt x="8433" y="1686"/>
                    <a:pt x="7851" y="1686"/>
                  </a:cubicBezTo>
                  <a:cubicBezTo>
                    <a:pt x="7844" y="1686"/>
                    <a:pt x="7837" y="1687"/>
                    <a:pt x="7829" y="1690"/>
                  </a:cubicBezTo>
                  <a:cubicBezTo>
                    <a:pt x="7270" y="1882"/>
                    <a:pt x="7562" y="5209"/>
                    <a:pt x="7590" y="5519"/>
                  </a:cubicBezTo>
                  <a:lnTo>
                    <a:pt x="7590" y="5519"/>
                  </a:lnTo>
                  <a:cubicBezTo>
                    <a:pt x="7557" y="5169"/>
                    <a:pt x="7111" y="949"/>
                    <a:pt x="5174" y="147"/>
                  </a:cubicBezTo>
                  <a:cubicBezTo>
                    <a:pt x="4935" y="47"/>
                    <a:pt x="4732" y="1"/>
                    <a:pt x="45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65"/>
            <p:cNvSpPr/>
            <p:nvPr/>
          </p:nvSpPr>
          <p:spPr>
            <a:xfrm>
              <a:off x="3899264" y="3322377"/>
              <a:ext cx="627249" cy="570493"/>
            </a:xfrm>
            <a:custGeom>
              <a:rect b="b" l="l" r="r" t="t"/>
              <a:pathLst>
                <a:path extrusionOk="0" h="6405" w="7042">
                  <a:moveTo>
                    <a:pt x="3513" y="1"/>
                  </a:moveTo>
                  <a:cubicBezTo>
                    <a:pt x="1629" y="1"/>
                    <a:pt x="292" y="3106"/>
                    <a:pt x="1" y="6405"/>
                  </a:cubicBezTo>
                  <a:lnTo>
                    <a:pt x="708" y="6405"/>
                  </a:lnTo>
                  <a:cubicBezTo>
                    <a:pt x="708" y="6266"/>
                    <a:pt x="1398" y="1408"/>
                    <a:pt x="2839" y="777"/>
                  </a:cubicBezTo>
                  <a:cubicBezTo>
                    <a:pt x="3093" y="665"/>
                    <a:pt x="3343" y="601"/>
                    <a:pt x="3587" y="601"/>
                  </a:cubicBezTo>
                  <a:cubicBezTo>
                    <a:pt x="4728" y="601"/>
                    <a:pt x="5720" y="2000"/>
                    <a:pt x="6225" y="6405"/>
                  </a:cubicBezTo>
                  <a:cubicBezTo>
                    <a:pt x="6415" y="6382"/>
                    <a:pt x="6570" y="6375"/>
                    <a:pt x="6691" y="6375"/>
                  </a:cubicBezTo>
                  <a:cubicBezTo>
                    <a:pt x="6933" y="6375"/>
                    <a:pt x="7041" y="6405"/>
                    <a:pt x="7041" y="6405"/>
                  </a:cubicBezTo>
                  <a:cubicBezTo>
                    <a:pt x="7041" y="6405"/>
                    <a:pt x="6268" y="796"/>
                    <a:pt x="4085" y="94"/>
                  </a:cubicBezTo>
                  <a:cubicBezTo>
                    <a:pt x="3890" y="31"/>
                    <a:pt x="3699" y="1"/>
                    <a:pt x="35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65"/>
            <p:cNvSpPr/>
            <p:nvPr/>
          </p:nvSpPr>
          <p:spPr>
            <a:xfrm flipH="1">
              <a:off x="4236977" y="3743043"/>
              <a:ext cx="273603" cy="273611"/>
            </a:xfrm>
            <a:custGeom>
              <a:rect b="b" l="l" r="r" t="t"/>
              <a:pathLst>
                <a:path extrusionOk="0" h="3316" w="3316">
                  <a:moveTo>
                    <a:pt x="1658" y="1"/>
                  </a:moveTo>
                  <a:cubicBezTo>
                    <a:pt x="743" y="1"/>
                    <a:pt x="1" y="743"/>
                    <a:pt x="1" y="1658"/>
                  </a:cubicBezTo>
                  <a:cubicBezTo>
                    <a:pt x="1" y="2573"/>
                    <a:pt x="743" y="3316"/>
                    <a:pt x="1658" y="3316"/>
                  </a:cubicBezTo>
                  <a:cubicBezTo>
                    <a:pt x="2574" y="3316"/>
                    <a:pt x="3316" y="2573"/>
                    <a:pt x="3316" y="1658"/>
                  </a:cubicBezTo>
                  <a:cubicBezTo>
                    <a:pt x="3316" y="743"/>
                    <a:pt x="2574" y="1"/>
                    <a:pt x="16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65"/>
            <p:cNvSpPr/>
            <p:nvPr/>
          </p:nvSpPr>
          <p:spPr>
            <a:xfrm flipH="1">
              <a:off x="4430048" y="3774975"/>
              <a:ext cx="241919" cy="241679"/>
            </a:xfrm>
            <a:custGeom>
              <a:rect b="b" l="l" r="r" t="t"/>
              <a:pathLst>
                <a:path extrusionOk="0" h="2929" w="2932">
                  <a:moveTo>
                    <a:pt x="1468" y="0"/>
                  </a:moveTo>
                  <a:cubicBezTo>
                    <a:pt x="658" y="0"/>
                    <a:pt x="0" y="656"/>
                    <a:pt x="0" y="1465"/>
                  </a:cubicBezTo>
                  <a:cubicBezTo>
                    <a:pt x="0" y="2274"/>
                    <a:pt x="658" y="2929"/>
                    <a:pt x="1468" y="2929"/>
                  </a:cubicBezTo>
                  <a:cubicBezTo>
                    <a:pt x="2277" y="2929"/>
                    <a:pt x="2931" y="2274"/>
                    <a:pt x="2931" y="1465"/>
                  </a:cubicBezTo>
                  <a:cubicBezTo>
                    <a:pt x="2931" y="656"/>
                    <a:pt x="2277" y="0"/>
                    <a:pt x="14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65"/>
            <p:cNvSpPr/>
            <p:nvPr/>
          </p:nvSpPr>
          <p:spPr>
            <a:xfrm flipH="1">
              <a:off x="4677490" y="3664904"/>
              <a:ext cx="246540" cy="260905"/>
            </a:xfrm>
            <a:custGeom>
              <a:rect b="b" l="l" r="r" t="t"/>
              <a:pathLst>
                <a:path extrusionOk="0" h="3162" w="2988">
                  <a:moveTo>
                    <a:pt x="332" y="1"/>
                  </a:moveTo>
                  <a:lnTo>
                    <a:pt x="0" y="289"/>
                  </a:lnTo>
                  <a:lnTo>
                    <a:pt x="1057" y="948"/>
                  </a:lnTo>
                  <a:cubicBezTo>
                    <a:pt x="1057" y="948"/>
                    <a:pt x="1125" y="2775"/>
                    <a:pt x="1057" y="3161"/>
                  </a:cubicBezTo>
                  <a:lnTo>
                    <a:pt x="2988" y="2779"/>
                  </a:lnTo>
                  <a:cubicBezTo>
                    <a:pt x="2988" y="2779"/>
                    <a:pt x="2534" y="415"/>
                    <a:pt x="3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65"/>
            <p:cNvSpPr/>
            <p:nvPr/>
          </p:nvSpPr>
          <p:spPr>
            <a:xfrm>
              <a:off x="3598382" y="3868726"/>
              <a:ext cx="1388997" cy="1173230"/>
            </a:xfrm>
            <a:custGeom>
              <a:rect b="b" l="l" r="r" t="t"/>
              <a:pathLst>
                <a:path extrusionOk="0" h="13172" w="15594">
                  <a:moveTo>
                    <a:pt x="7905" y="0"/>
                  </a:moveTo>
                  <a:cubicBezTo>
                    <a:pt x="3356" y="0"/>
                    <a:pt x="423" y="578"/>
                    <a:pt x="423" y="578"/>
                  </a:cubicBezTo>
                  <a:cubicBezTo>
                    <a:pt x="0" y="3956"/>
                    <a:pt x="916" y="12998"/>
                    <a:pt x="916" y="12998"/>
                  </a:cubicBezTo>
                  <a:cubicBezTo>
                    <a:pt x="2841" y="13128"/>
                    <a:pt x="5005" y="13171"/>
                    <a:pt x="7036" y="13171"/>
                  </a:cubicBezTo>
                  <a:cubicBezTo>
                    <a:pt x="11097" y="13171"/>
                    <a:pt x="14623" y="12998"/>
                    <a:pt x="14623" y="12998"/>
                  </a:cubicBezTo>
                  <a:cubicBezTo>
                    <a:pt x="14623" y="12998"/>
                    <a:pt x="15594" y="4939"/>
                    <a:pt x="14749" y="436"/>
                  </a:cubicBezTo>
                  <a:cubicBezTo>
                    <a:pt x="12229" y="113"/>
                    <a:pt x="9910" y="0"/>
                    <a:pt x="79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8" name="Google Shape;1858;p65"/>
          <p:cNvSpPr txBox="1"/>
          <p:nvPr/>
        </p:nvSpPr>
        <p:spPr>
          <a:xfrm>
            <a:off x="4251125" y="2940925"/>
            <a:ext cx="39903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CA7A00"/>
                </a:solidFill>
                <a:latin typeface="Fjalla One"/>
                <a:ea typeface="Fjalla One"/>
                <a:cs typeface="Fjalla One"/>
                <a:sym typeface="Fjalla One"/>
              </a:rPr>
              <a:t>IF YOU HAVE ANY DOUBTS FEEL FREE TO ASK !</a:t>
            </a:r>
            <a:endParaRPr sz="100">
              <a:solidFill>
                <a:srgbClr val="CA7A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upermarket Business Plan by Slidesgo">
  <a:themeElements>
    <a:clrScheme name="Simple Light">
      <a:dk1>
        <a:srgbClr val="F3F3F3"/>
      </a:dk1>
      <a:lt1>
        <a:srgbClr val="092329"/>
      </a:lt1>
      <a:dk2>
        <a:srgbClr val="57BF8E"/>
      </a:dk2>
      <a:lt2>
        <a:srgbClr val="B5EECC"/>
      </a:lt2>
      <a:accent1>
        <a:srgbClr val="83C3A9"/>
      </a:accent1>
      <a:accent2>
        <a:srgbClr val="AD241B"/>
      </a:accent2>
      <a:accent3>
        <a:srgbClr val="F1471D"/>
      </a:accent3>
      <a:accent4>
        <a:srgbClr val="FF8433"/>
      </a:accent4>
      <a:accent5>
        <a:srgbClr val="FCD06F"/>
      </a:accent5>
      <a:accent6>
        <a:srgbClr val="F7EECE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